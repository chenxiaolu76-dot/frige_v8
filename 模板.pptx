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533" r:id="rId2"/>
    <p:sldId id="3574" r:id="rId3"/>
    <p:sldId id="278" r:id="rId4"/>
    <p:sldId id="3534" r:id="rId5"/>
    <p:sldId id="3538" r:id="rId6"/>
    <p:sldId id="3564" r:id="rId7"/>
    <p:sldId id="3576" r:id="rId8"/>
    <p:sldId id="3545" r:id="rId9"/>
    <p:sldId id="3563" r:id="rId10"/>
    <p:sldId id="357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9B63"/>
    <a:srgbClr val="7E1711"/>
    <a:srgbClr val="696969"/>
    <a:srgbClr val="D1B48C"/>
    <a:srgbClr val="870000"/>
    <a:srgbClr val="D14937"/>
    <a:srgbClr val="D9494E"/>
    <a:srgbClr val="B72E26"/>
    <a:srgbClr val="760000"/>
    <a:srgbClr val="BF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3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" y="2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A7F67-F846-46EA-8082-9F67FA8D1C07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34C8A-2AB3-44AC-84FE-44DD1F1732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34C8A-2AB3-44AC-84FE-44DD1F173216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38200" y="342209"/>
            <a:ext cx="11029950" cy="66278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0800000" scaled="1"/>
          </a:gra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344484" y="295599"/>
            <a:ext cx="756000" cy="756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1211398" y="350383"/>
            <a:ext cx="9674317" cy="662780"/>
          </a:xfrm>
        </p:spPr>
        <p:txBody>
          <a:bodyPr>
            <a:normAutofit/>
          </a:bodyPr>
          <a:lstStyle>
            <a:lvl1pPr>
              <a:defRPr sz="3000" b="1" spc="100" baseline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椭圆 2"/>
          <p:cNvSpPr/>
          <p:nvPr userDrawn="1"/>
        </p:nvSpPr>
        <p:spPr>
          <a:xfrm>
            <a:off x="344484" y="295599"/>
            <a:ext cx="756000" cy="756000"/>
          </a:xfrm>
          <a:prstGeom prst="ellipse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/>
              </a:gs>
            </a:gsLst>
            <a:lin ang="10800000" scaled="1"/>
          </a:gra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45"/>
          <p:cNvGrpSpPr/>
          <p:nvPr userDrawn="1"/>
        </p:nvGrpSpPr>
        <p:grpSpPr>
          <a:xfrm>
            <a:off x="11014075" y="212725"/>
            <a:ext cx="883285" cy="865505"/>
            <a:chOff x="14471650" y="-2432050"/>
            <a:chExt cx="9898062" cy="9894888"/>
          </a:xfrm>
          <a:solidFill>
            <a:schemeClr val="bg1"/>
          </a:solidFill>
        </p:grpSpPr>
        <p:sp>
          <p:nvSpPr>
            <p:cNvPr id="47" name="Freeform 225"/>
            <p:cNvSpPr>
              <a:spLocks noEditPoints="1"/>
            </p:cNvSpPr>
            <p:nvPr/>
          </p:nvSpPr>
          <p:spPr bwMode="auto">
            <a:xfrm>
              <a:off x="14471650" y="-2432050"/>
              <a:ext cx="9898062" cy="9894888"/>
            </a:xfrm>
            <a:custGeom>
              <a:avLst/>
              <a:gdLst>
                <a:gd name="T0" fmla="*/ 1562 w 3135"/>
                <a:gd name="T1" fmla="*/ 3133 h 3133"/>
                <a:gd name="T2" fmla="*/ 3 w 3135"/>
                <a:gd name="T3" fmla="*/ 1567 h 3133"/>
                <a:gd name="T4" fmla="*/ 1593 w 3135"/>
                <a:gd name="T5" fmla="*/ 15 h 3133"/>
                <a:gd name="T6" fmla="*/ 3123 w 3135"/>
                <a:gd name="T7" fmla="*/ 1598 h 3133"/>
                <a:gd name="T8" fmla="*/ 1562 w 3135"/>
                <a:gd name="T9" fmla="*/ 3133 h 3133"/>
                <a:gd name="T10" fmla="*/ 61 w 3135"/>
                <a:gd name="T11" fmla="*/ 1574 h 3133"/>
                <a:gd name="T12" fmla="*/ 1562 w 3135"/>
                <a:gd name="T13" fmla="*/ 3074 h 3133"/>
                <a:gd name="T14" fmla="*/ 3065 w 3135"/>
                <a:gd name="T15" fmla="*/ 1568 h 3133"/>
                <a:gd name="T16" fmla="*/ 1561 w 3135"/>
                <a:gd name="T17" fmla="*/ 73 h 3133"/>
                <a:gd name="T18" fmla="*/ 61 w 3135"/>
                <a:gd name="T19" fmla="*/ 1574 h 3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35" h="3133">
                  <a:moveTo>
                    <a:pt x="1562" y="3133"/>
                  </a:moveTo>
                  <a:cubicBezTo>
                    <a:pt x="700" y="3129"/>
                    <a:pt x="0" y="2435"/>
                    <a:pt x="3" y="1567"/>
                  </a:cubicBezTo>
                  <a:cubicBezTo>
                    <a:pt x="6" y="712"/>
                    <a:pt x="703" y="0"/>
                    <a:pt x="1593" y="15"/>
                  </a:cubicBezTo>
                  <a:cubicBezTo>
                    <a:pt x="2428" y="29"/>
                    <a:pt x="3135" y="710"/>
                    <a:pt x="3123" y="1598"/>
                  </a:cubicBezTo>
                  <a:cubicBezTo>
                    <a:pt x="3112" y="2439"/>
                    <a:pt x="2428" y="3129"/>
                    <a:pt x="1562" y="3133"/>
                  </a:cubicBezTo>
                  <a:close/>
                  <a:moveTo>
                    <a:pt x="61" y="1574"/>
                  </a:moveTo>
                  <a:cubicBezTo>
                    <a:pt x="63" y="2407"/>
                    <a:pt x="739" y="3074"/>
                    <a:pt x="1562" y="3074"/>
                  </a:cubicBezTo>
                  <a:cubicBezTo>
                    <a:pt x="2397" y="3074"/>
                    <a:pt x="3068" y="2397"/>
                    <a:pt x="3065" y="1568"/>
                  </a:cubicBezTo>
                  <a:cubicBezTo>
                    <a:pt x="3062" y="739"/>
                    <a:pt x="2387" y="72"/>
                    <a:pt x="1561" y="73"/>
                  </a:cubicBezTo>
                  <a:cubicBezTo>
                    <a:pt x="729" y="74"/>
                    <a:pt x="60" y="751"/>
                    <a:pt x="61" y="1574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27"/>
            <p:cNvSpPr>
              <a:spLocks noEditPoints="1"/>
            </p:cNvSpPr>
            <p:nvPr/>
          </p:nvSpPr>
          <p:spPr bwMode="auto">
            <a:xfrm>
              <a:off x="16068675" y="-800100"/>
              <a:ext cx="6673850" cy="6672263"/>
            </a:xfrm>
            <a:custGeom>
              <a:avLst/>
              <a:gdLst>
                <a:gd name="T0" fmla="*/ 1059 w 2114"/>
                <a:gd name="T1" fmla="*/ 2111 h 2112"/>
                <a:gd name="T2" fmla="*/ 2 w 2114"/>
                <a:gd name="T3" fmla="*/ 1059 h 2112"/>
                <a:gd name="T4" fmla="*/ 1053 w 2114"/>
                <a:gd name="T5" fmla="*/ 2 h 2112"/>
                <a:gd name="T6" fmla="*/ 2113 w 2114"/>
                <a:gd name="T7" fmla="*/ 1052 h 2112"/>
                <a:gd name="T8" fmla="*/ 1059 w 2114"/>
                <a:gd name="T9" fmla="*/ 2111 h 2112"/>
                <a:gd name="T10" fmla="*/ 2079 w 2114"/>
                <a:gd name="T11" fmla="*/ 1054 h 2112"/>
                <a:gd name="T12" fmla="*/ 1061 w 2114"/>
                <a:gd name="T13" fmla="*/ 36 h 2112"/>
                <a:gd name="T14" fmla="*/ 36 w 2114"/>
                <a:gd name="T15" fmla="*/ 1050 h 2112"/>
                <a:gd name="T16" fmla="*/ 1055 w 2114"/>
                <a:gd name="T17" fmla="*/ 2077 h 2112"/>
                <a:gd name="T18" fmla="*/ 2079 w 2114"/>
                <a:gd name="T19" fmla="*/ 1054 h 2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14" h="2112">
                  <a:moveTo>
                    <a:pt x="1059" y="2111"/>
                  </a:moveTo>
                  <a:cubicBezTo>
                    <a:pt x="477" y="2112"/>
                    <a:pt x="4" y="1641"/>
                    <a:pt x="2" y="1059"/>
                  </a:cubicBezTo>
                  <a:cubicBezTo>
                    <a:pt x="0" y="478"/>
                    <a:pt x="473" y="3"/>
                    <a:pt x="1053" y="2"/>
                  </a:cubicBezTo>
                  <a:cubicBezTo>
                    <a:pt x="1636" y="0"/>
                    <a:pt x="2112" y="472"/>
                    <a:pt x="2113" y="1052"/>
                  </a:cubicBezTo>
                  <a:cubicBezTo>
                    <a:pt x="2114" y="1636"/>
                    <a:pt x="1643" y="2109"/>
                    <a:pt x="1059" y="2111"/>
                  </a:cubicBezTo>
                  <a:close/>
                  <a:moveTo>
                    <a:pt x="2079" y="1054"/>
                  </a:moveTo>
                  <a:cubicBezTo>
                    <a:pt x="2078" y="496"/>
                    <a:pt x="1626" y="39"/>
                    <a:pt x="1061" y="36"/>
                  </a:cubicBezTo>
                  <a:cubicBezTo>
                    <a:pt x="500" y="33"/>
                    <a:pt x="39" y="489"/>
                    <a:pt x="36" y="1050"/>
                  </a:cubicBezTo>
                  <a:cubicBezTo>
                    <a:pt x="33" y="1615"/>
                    <a:pt x="489" y="2075"/>
                    <a:pt x="1055" y="2077"/>
                  </a:cubicBezTo>
                  <a:cubicBezTo>
                    <a:pt x="1615" y="2079"/>
                    <a:pt x="2079" y="1625"/>
                    <a:pt x="2079" y="1054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28"/>
            <p:cNvSpPr/>
            <p:nvPr/>
          </p:nvSpPr>
          <p:spPr bwMode="auto">
            <a:xfrm>
              <a:off x="19516725" y="-1828800"/>
              <a:ext cx="823912" cy="804863"/>
            </a:xfrm>
            <a:custGeom>
              <a:avLst/>
              <a:gdLst>
                <a:gd name="T0" fmla="*/ 121 w 261"/>
                <a:gd name="T1" fmla="*/ 178 h 255"/>
                <a:gd name="T2" fmla="*/ 139 w 261"/>
                <a:gd name="T3" fmla="*/ 139 h 255"/>
                <a:gd name="T4" fmla="*/ 185 w 261"/>
                <a:gd name="T5" fmla="*/ 32 h 255"/>
                <a:gd name="T6" fmla="*/ 202 w 261"/>
                <a:gd name="T7" fmla="*/ 22 h 255"/>
                <a:gd name="T8" fmla="*/ 206 w 261"/>
                <a:gd name="T9" fmla="*/ 22 h 255"/>
                <a:gd name="T10" fmla="*/ 244 w 261"/>
                <a:gd name="T11" fmla="*/ 70 h 255"/>
                <a:gd name="T12" fmla="*/ 222 w 261"/>
                <a:gd name="T13" fmla="*/ 238 h 255"/>
                <a:gd name="T14" fmla="*/ 195 w 261"/>
                <a:gd name="T15" fmla="*/ 252 h 255"/>
                <a:gd name="T16" fmla="*/ 186 w 261"/>
                <a:gd name="T17" fmla="*/ 232 h 255"/>
                <a:gd name="T18" fmla="*/ 204 w 261"/>
                <a:gd name="T19" fmla="*/ 91 h 255"/>
                <a:gd name="T20" fmla="*/ 204 w 261"/>
                <a:gd name="T21" fmla="*/ 74 h 255"/>
                <a:gd name="T22" fmla="*/ 199 w 261"/>
                <a:gd name="T23" fmla="*/ 74 h 255"/>
                <a:gd name="T24" fmla="*/ 184 w 261"/>
                <a:gd name="T25" fmla="*/ 108 h 255"/>
                <a:gd name="T26" fmla="*/ 129 w 261"/>
                <a:gd name="T27" fmla="*/ 231 h 255"/>
                <a:gd name="T28" fmla="*/ 111 w 261"/>
                <a:gd name="T29" fmla="*/ 241 h 255"/>
                <a:gd name="T30" fmla="*/ 93 w 261"/>
                <a:gd name="T31" fmla="*/ 227 h 255"/>
                <a:gd name="T32" fmla="*/ 78 w 261"/>
                <a:gd name="T33" fmla="*/ 132 h 255"/>
                <a:gd name="T34" fmla="*/ 69 w 261"/>
                <a:gd name="T35" fmla="*/ 68 h 255"/>
                <a:gd name="T36" fmla="*/ 61 w 261"/>
                <a:gd name="T37" fmla="*/ 54 h 255"/>
                <a:gd name="T38" fmla="*/ 53 w 261"/>
                <a:gd name="T39" fmla="*/ 106 h 255"/>
                <a:gd name="T40" fmla="*/ 40 w 261"/>
                <a:gd name="T41" fmla="*/ 215 h 255"/>
                <a:gd name="T42" fmla="*/ 24 w 261"/>
                <a:gd name="T43" fmla="*/ 230 h 255"/>
                <a:gd name="T44" fmla="*/ 3 w 261"/>
                <a:gd name="T45" fmla="*/ 211 h 255"/>
                <a:gd name="T46" fmla="*/ 28 w 261"/>
                <a:gd name="T47" fmla="*/ 12 h 255"/>
                <a:gd name="T48" fmla="*/ 42 w 261"/>
                <a:gd name="T49" fmla="*/ 1 h 255"/>
                <a:gd name="T50" fmla="*/ 69 w 261"/>
                <a:gd name="T51" fmla="*/ 4 h 255"/>
                <a:gd name="T52" fmla="*/ 96 w 261"/>
                <a:gd name="T53" fmla="*/ 31 h 255"/>
                <a:gd name="T54" fmla="*/ 115 w 261"/>
                <a:gd name="T55" fmla="*/ 172 h 255"/>
                <a:gd name="T56" fmla="*/ 117 w 261"/>
                <a:gd name="T57" fmla="*/ 177 h 255"/>
                <a:gd name="T58" fmla="*/ 121 w 261"/>
                <a:gd name="T59" fmla="*/ 17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61" h="255">
                  <a:moveTo>
                    <a:pt x="121" y="178"/>
                  </a:moveTo>
                  <a:cubicBezTo>
                    <a:pt x="127" y="165"/>
                    <a:pt x="133" y="152"/>
                    <a:pt x="139" y="139"/>
                  </a:cubicBezTo>
                  <a:cubicBezTo>
                    <a:pt x="154" y="104"/>
                    <a:pt x="170" y="68"/>
                    <a:pt x="185" y="32"/>
                  </a:cubicBezTo>
                  <a:cubicBezTo>
                    <a:pt x="188" y="24"/>
                    <a:pt x="193" y="20"/>
                    <a:pt x="202" y="22"/>
                  </a:cubicBezTo>
                  <a:cubicBezTo>
                    <a:pt x="203" y="22"/>
                    <a:pt x="205" y="22"/>
                    <a:pt x="206" y="22"/>
                  </a:cubicBezTo>
                  <a:cubicBezTo>
                    <a:pt x="261" y="29"/>
                    <a:pt x="248" y="20"/>
                    <a:pt x="244" y="70"/>
                  </a:cubicBezTo>
                  <a:cubicBezTo>
                    <a:pt x="239" y="126"/>
                    <a:pt x="230" y="182"/>
                    <a:pt x="222" y="238"/>
                  </a:cubicBezTo>
                  <a:cubicBezTo>
                    <a:pt x="220" y="255"/>
                    <a:pt x="219" y="255"/>
                    <a:pt x="195" y="252"/>
                  </a:cubicBezTo>
                  <a:cubicBezTo>
                    <a:pt x="180" y="250"/>
                    <a:pt x="185" y="240"/>
                    <a:pt x="186" y="232"/>
                  </a:cubicBezTo>
                  <a:cubicBezTo>
                    <a:pt x="192" y="185"/>
                    <a:pt x="198" y="138"/>
                    <a:pt x="204" y="91"/>
                  </a:cubicBezTo>
                  <a:cubicBezTo>
                    <a:pt x="205" y="86"/>
                    <a:pt x="204" y="80"/>
                    <a:pt x="204" y="74"/>
                  </a:cubicBezTo>
                  <a:cubicBezTo>
                    <a:pt x="202" y="74"/>
                    <a:pt x="201" y="74"/>
                    <a:pt x="199" y="74"/>
                  </a:cubicBezTo>
                  <a:cubicBezTo>
                    <a:pt x="194" y="85"/>
                    <a:pt x="189" y="96"/>
                    <a:pt x="184" y="108"/>
                  </a:cubicBezTo>
                  <a:cubicBezTo>
                    <a:pt x="165" y="149"/>
                    <a:pt x="147" y="190"/>
                    <a:pt x="129" y="231"/>
                  </a:cubicBezTo>
                  <a:cubicBezTo>
                    <a:pt x="125" y="240"/>
                    <a:pt x="120" y="243"/>
                    <a:pt x="111" y="241"/>
                  </a:cubicBezTo>
                  <a:cubicBezTo>
                    <a:pt x="101" y="240"/>
                    <a:pt x="94" y="238"/>
                    <a:pt x="93" y="227"/>
                  </a:cubicBezTo>
                  <a:cubicBezTo>
                    <a:pt x="88" y="195"/>
                    <a:pt x="83" y="164"/>
                    <a:pt x="78" y="132"/>
                  </a:cubicBezTo>
                  <a:cubicBezTo>
                    <a:pt x="75" y="111"/>
                    <a:pt x="72" y="90"/>
                    <a:pt x="69" y="68"/>
                  </a:cubicBezTo>
                  <a:cubicBezTo>
                    <a:pt x="68" y="63"/>
                    <a:pt x="66" y="58"/>
                    <a:pt x="61" y="54"/>
                  </a:cubicBezTo>
                  <a:cubicBezTo>
                    <a:pt x="59" y="71"/>
                    <a:pt x="56" y="89"/>
                    <a:pt x="53" y="106"/>
                  </a:cubicBezTo>
                  <a:cubicBezTo>
                    <a:pt x="49" y="142"/>
                    <a:pt x="44" y="179"/>
                    <a:pt x="40" y="215"/>
                  </a:cubicBezTo>
                  <a:cubicBezTo>
                    <a:pt x="39" y="225"/>
                    <a:pt x="37" y="233"/>
                    <a:pt x="24" y="230"/>
                  </a:cubicBezTo>
                  <a:cubicBezTo>
                    <a:pt x="13" y="228"/>
                    <a:pt x="0" y="231"/>
                    <a:pt x="3" y="211"/>
                  </a:cubicBezTo>
                  <a:cubicBezTo>
                    <a:pt x="12" y="144"/>
                    <a:pt x="20" y="78"/>
                    <a:pt x="28" y="12"/>
                  </a:cubicBezTo>
                  <a:cubicBezTo>
                    <a:pt x="29" y="2"/>
                    <a:pt x="34" y="0"/>
                    <a:pt x="42" y="1"/>
                  </a:cubicBezTo>
                  <a:cubicBezTo>
                    <a:pt x="51" y="2"/>
                    <a:pt x="60" y="3"/>
                    <a:pt x="69" y="4"/>
                  </a:cubicBezTo>
                  <a:cubicBezTo>
                    <a:pt x="92" y="6"/>
                    <a:pt x="93" y="7"/>
                    <a:pt x="96" y="31"/>
                  </a:cubicBezTo>
                  <a:cubicBezTo>
                    <a:pt x="102" y="78"/>
                    <a:pt x="109" y="125"/>
                    <a:pt x="115" y="172"/>
                  </a:cubicBezTo>
                  <a:cubicBezTo>
                    <a:pt x="116" y="174"/>
                    <a:pt x="117" y="176"/>
                    <a:pt x="117" y="177"/>
                  </a:cubicBezTo>
                  <a:cubicBezTo>
                    <a:pt x="119" y="178"/>
                    <a:pt x="120" y="178"/>
                    <a:pt x="121" y="178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29"/>
            <p:cNvSpPr>
              <a:spLocks noEditPoints="1"/>
            </p:cNvSpPr>
            <p:nvPr/>
          </p:nvSpPr>
          <p:spPr bwMode="auto">
            <a:xfrm>
              <a:off x="16802100" y="5627688"/>
              <a:ext cx="920750" cy="963613"/>
            </a:xfrm>
            <a:custGeom>
              <a:avLst/>
              <a:gdLst>
                <a:gd name="T0" fmla="*/ 156 w 292"/>
                <a:gd name="T1" fmla="*/ 88 h 305"/>
                <a:gd name="T2" fmla="*/ 137 w 292"/>
                <a:gd name="T3" fmla="*/ 88 h 305"/>
                <a:gd name="T4" fmla="*/ 99 w 292"/>
                <a:gd name="T5" fmla="*/ 124 h 305"/>
                <a:gd name="T6" fmla="*/ 91 w 292"/>
                <a:gd name="T7" fmla="*/ 140 h 305"/>
                <a:gd name="T8" fmla="*/ 80 w 292"/>
                <a:gd name="T9" fmla="*/ 147 h 305"/>
                <a:gd name="T10" fmla="*/ 70 w 292"/>
                <a:gd name="T11" fmla="*/ 133 h 305"/>
                <a:gd name="T12" fmla="*/ 79 w 292"/>
                <a:gd name="T13" fmla="*/ 100 h 305"/>
                <a:gd name="T14" fmla="*/ 103 w 292"/>
                <a:gd name="T15" fmla="*/ 62 h 305"/>
                <a:gd name="T16" fmla="*/ 168 w 292"/>
                <a:gd name="T17" fmla="*/ 53 h 305"/>
                <a:gd name="T18" fmla="*/ 161 w 292"/>
                <a:gd name="T19" fmla="*/ 58 h 305"/>
                <a:gd name="T20" fmla="*/ 157 w 292"/>
                <a:gd name="T21" fmla="*/ 64 h 305"/>
                <a:gd name="T22" fmla="*/ 162 w 292"/>
                <a:gd name="T23" fmla="*/ 69 h 305"/>
                <a:gd name="T24" fmla="*/ 203 w 292"/>
                <a:gd name="T25" fmla="*/ 55 h 305"/>
                <a:gd name="T26" fmla="*/ 196 w 292"/>
                <a:gd name="T27" fmla="*/ 39 h 305"/>
                <a:gd name="T28" fmla="*/ 149 w 292"/>
                <a:gd name="T29" fmla="*/ 32 h 305"/>
                <a:gd name="T30" fmla="*/ 123 w 292"/>
                <a:gd name="T31" fmla="*/ 23 h 305"/>
                <a:gd name="T32" fmla="*/ 125 w 292"/>
                <a:gd name="T33" fmla="*/ 9 h 305"/>
                <a:gd name="T34" fmla="*/ 156 w 292"/>
                <a:gd name="T35" fmla="*/ 3 h 305"/>
                <a:gd name="T36" fmla="*/ 211 w 292"/>
                <a:gd name="T37" fmla="*/ 24 h 305"/>
                <a:gd name="T38" fmla="*/ 231 w 292"/>
                <a:gd name="T39" fmla="*/ 22 h 305"/>
                <a:gd name="T40" fmla="*/ 258 w 292"/>
                <a:gd name="T41" fmla="*/ 31 h 305"/>
                <a:gd name="T42" fmla="*/ 275 w 292"/>
                <a:gd name="T43" fmla="*/ 48 h 305"/>
                <a:gd name="T44" fmla="*/ 288 w 292"/>
                <a:gd name="T45" fmla="*/ 63 h 305"/>
                <a:gd name="T46" fmla="*/ 269 w 292"/>
                <a:gd name="T47" fmla="*/ 69 h 305"/>
                <a:gd name="T48" fmla="*/ 243 w 292"/>
                <a:gd name="T49" fmla="*/ 63 h 305"/>
                <a:gd name="T50" fmla="*/ 222 w 292"/>
                <a:gd name="T51" fmla="*/ 76 h 305"/>
                <a:gd name="T52" fmla="*/ 256 w 292"/>
                <a:gd name="T53" fmla="*/ 94 h 305"/>
                <a:gd name="T54" fmla="*/ 263 w 292"/>
                <a:gd name="T55" fmla="*/ 119 h 305"/>
                <a:gd name="T56" fmla="*/ 237 w 292"/>
                <a:gd name="T57" fmla="*/ 144 h 305"/>
                <a:gd name="T58" fmla="*/ 183 w 292"/>
                <a:gd name="T59" fmla="*/ 159 h 305"/>
                <a:gd name="T60" fmla="*/ 163 w 292"/>
                <a:gd name="T61" fmla="*/ 199 h 305"/>
                <a:gd name="T62" fmla="*/ 222 w 292"/>
                <a:gd name="T63" fmla="*/ 260 h 305"/>
                <a:gd name="T64" fmla="*/ 233 w 292"/>
                <a:gd name="T65" fmla="*/ 293 h 305"/>
                <a:gd name="T66" fmla="*/ 208 w 292"/>
                <a:gd name="T67" fmla="*/ 296 h 305"/>
                <a:gd name="T68" fmla="*/ 135 w 292"/>
                <a:gd name="T69" fmla="*/ 206 h 305"/>
                <a:gd name="T70" fmla="*/ 127 w 292"/>
                <a:gd name="T71" fmla="*/ 194 h 305"/>
                <a:gd name="T72" fmla="*/ 117 w 292"/>
                <a:gd name="T73" fmla="*/ 203 h 305"/>
                <a:gd name="T74" fmla="*/ 90 w 292"/>
                <a:gd name="T75" fmla="*/ 247 h 305"/>
                <a:gd name="T76" fmla="*/ 74 w 292"/>
                <a:gd name="T77" fmla="*/ 253 h 305"/>
                <a:gd name="T78" fmla="*/ 70 w 292"/>
                <a:gd name="T79" fmla="*/ 234 h 305"/>
                <a:gd name="T80" fmla="*/ 88 w 292"/>
                <a:gd name="T81" fmla="*/ 207 h 305"/>
                <a:gd name="T82" fmla="*/ 90 w 292"/>
                <a:gd name="T83" fmla="*/ 196 h 305"/>
                <a:gd name="T84" fmla="*/ 78 w 292"/>
                <a:gd name="T85" fmla="*/ 193 h 305"/>
                <a:gd name="T86" fmla="*/ 42 w 292"/>
                <a:gd name="T87" fmla="*/ 204 h 305"/>
                <a:gd name="T88" fmla="*/ 13 w 292"/>
                <a:gd name="T89" fmla="*/ 207 h 305"/>
                <a:gd name="T90" fmla="*/ 1 w 292"/>
                <a:gd name="T91" fmla="*/ 194 h 305"/>
                <a:gd name="T92" fmla="*/ 10 w 292"/>
                <a:gd name="T93" fmla="*/ 181 h 305"/>
                <a:gd name="T94" fmla="*/ 76 w 292"/>
                <a:gd name="T95" fmla="*/ 159 h 305"/>
                <a:gd name="T96" fmla="*/ 104 w 292"/>
                <a:gd name="T97" fmla="*/ 146 h 305"/>
                <a:gd name="T98" fmla="*/ 110 w 292"/>
                <a:gd name="T99" fmla="*/ 142 h 305"/>
                <a:gd name="T100" fmla="*/ 133 w 292"/>
                <a:gd name="T101" fmla="*/ 123 h 305"/>
                <a:gd name="T102" fmla="*/ 158 w 292"/>
                <a:gd name="T103" fmla="*/ 94 h 305"/>
                <a:gd name="T104" fmla="*/ 156 w 292"/>
                <a:gd name="T105" fmla="*/ 88 h 305"/>
                <a:gd name="T106" fmla="*/ 177 w 292"/>
                <a:gd name="T107" fmla="*/ 144 h 305"/>
                <a:gd name="T108" fmla="*/ 222 w 292"/>
                <a:gd name="T109" fmla="*/ 123 h 305"/>
                <a:gd name="T110" fmla="*/ 224 w 292"/>
                <a:gd name="T111" fmla="*/ 113 h 305"/>
                <a:gd name="T112" fmla="*/ 195 w 292"/>
                <a:gd name="T113" fmla="*/ 96 h 305"/>
                <a:gd name="T114" fmla="*/ 186 w 292"/>
                <a:gd name="T115" fmla="*/ 103 h 305"/>
                <a:gd name="T116" fmla="*/ 186 w 292"/>
                <a:gd name="T117" fmla="*/ 106 h 305"/>
                <a:gd name="T118" fmla="*/ 177 w 292"/>
                <a:gd name="T119" fmla="*/ 144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2" h="305">
                  <a:moveTo>
                    <a:pt x="156" y="88"/>
                  </a:moveTo>
                  <a:cubicBezTo>
                    <a:pt x="150" y="88"/>
                    <a:pt x="143" y="86"/>
                    <a:pt x="137" y="88"/>
                  </a:cubicBezTo>
                  <a:cubicBezTo>
                    <a:pt x="121" y="96"/>
                    <a:pt x="106" y="106"/>
                    <a:pt x="99" y="124"/>
                  </a:cubicBezTo>
                  <a:cubicBezTo>
                    <a:pt x="97" y="130"/>
                    <a:pt x="95" y="135"/>
                    <a:pt x="91" y="140"/>
                  </a:cubicBezTo>
                  <a:cubicBezTo>
                    <a:pt x="88" y="143"/>
                    <a:pt x="81" y="148"/>
                    <a:pt x="80" y="147"/>
                  </a:cubicBezTo>
                  <a:cubicBezTo>
                    <a:pt x="76" y="143"/>
                    <a:pt x="69" y="137"/>
                    <a:pt x="70" y="133"/>
                  </a:cubicBezTo>
                  <a:cubicBezTo>
                    <a:pt x="71" y="122"/>
                    <a:pt x="75" y="110"/>
                    <a:pt x="79" y="100"/>
                  </a:cubicBezTo>
                  <a:cubicBezTo>
                    <a:pt x="86" y="87"/>
                    <a:pt x="94" y="74"/>
                    <a:pt x="103" y="62"/>
                  </a:cubicBezTo>
                  <a:cubicBezTo>
                    <a:pt x="119" y="42"/>
                    <a:pt x="143" y="40"/>
                    <a:pt x="168" y="53"/>
                  </a:cubicBezTo>
                  <a:cubicBezTo>
                    <a:pt x="165" y="55"/>
                    <a:pt x="162" y="56"/>
                    <a:pt x="161" y="58"/>
                  </a:cubicBezTo>
                  <a:cubicBezTo>
                    <a:pt x="159" y="59"/>
                    <a:pt x="157" y="62"/>
                    <a:pt x="157" y="64"/>
                  </a:cubicBezTo>
                  <a:cubicBezTo>
                    <a:pt x="157" y="66"/>
                    <a:pt x="160" y="68"/>
                    <a:pt x="162" y="69"/>
                  </a:cubicBezTo>
                  <a:cubicBezTo>
                    <a:pt x="174" y="73"/>
                    <a:pt x="196" y="65"/>
                    <a:pt x="203" y="55"/>
                  </a:cubicBezTo>
                  <a:cubicBezTo>
                    <a:pt x="209" y="46"/>
                    <a:pt x="202" y="41"/>
                    <a:pt x="196" y="39"/>
                  </a:cubicBezTo>
                  <a:cubicBezTo>
                    <a:pt x="180" y="36"/>
                    <a:pt x="165" y="34"/>
                    <a:pt x="149" y="32"/>
                  </a:cubicBezTo>
                  <a:cubicBezTo>
                    <a:pt x="139" y="31"/>
                    <a:pt x="128" y="35"/>
                    <a:pt x="123" y="23"/>
                  </a:cubicBezTo>
                  <a:cubicBezTo>
                    <a:pt x="121" y="19"/>
                    <a:pt x="123" y="10"/>
                    <a:pt x="125" y="9"/>
                  </a:cubicBezTo>
                  <a:cubicBezTo>
                    <a:pt x="135" y="5"/>
                    <a:pt x="146" y="0"/>
                    <a:pt x="156" y="3"/>
                  </a:cubicBezTo>
                  <a:cubicBezTo>
                    <a:pt x="175" y="8"/>
                    <a:pt x="193" y="17"/>
                    <a:pt x="211" y="24"/>
                  </a:cubicBezTo>
                  <a:cubicBezTo>
                    <a:pt x="219" y="28"/>
                    <a:pt x="224" y="28"/>
                    <a:pt x="231" y="22"/>
                  </a:cubicBezTo>
                  <a:cubicBezTo>
                    <a:pt x="243" y="11"/>
                    <a:pt x="253" y="16"/>
                    <a:pt x="258" y="31"/>
                  </a:cubicBezTo>
                  <a:cubicBezTo>
                    <a:pt x="260" y="38"/>
                    <a:pt x="268" y="44"/>
                    <a:pt x="275" y="48"/>
                  </a:cubicBezTo>
                  <a:cubicBezTo>
                    <a:pt x="282" y="52"/>
                    <a:pt x="292" y="53"/>
                    <a:pt x="288" y="63"/>
                  </a:cubicBezTo>
                  <a:cubicBezTo>
                    <a:pt x="286" y="67"/>
                    <a:pt x="275" y="70"/>
                    <a:pt x="269" y="69"/>
                  </a:cubicBezTo>
                  <a:cubicBezTo>
                    <a:pt x="260" y="69"/>
                    <a:pt x="252" y="65"/>
                    <a:pt x="243" y="63"/>
                  </a:cubicBezTo>
                  <a:cubicBezTo>
                    <a:pt x="231" y="61"/>
                    <a:pt x="227" y="65"/>
                    <a:pt x="222" y="76"/>
                  </a:cubicBezTo>
                  <a:cubicBezTo>
                    <a:pt x="234" y="82"/>
                    <a:pt x="245" y="88"/>
                    <a:pt x="256" y="94"/>
                  </a:cubicBezTo>
                  <a:cubicBezTo>
                    <a:pt x="267" y="100"/>
                    <a:pt x="271" y="109"/>
                    <a:pt x="263" y="119"/>
                  </a:cubicBezTo>
                  <a:cubicBezTo>
                    <a:pt x="256" y="128"/>
                    <a:pt x="247" y="139"/>
                    <a:pt x="237" y="144"/>
                  </a:cubicBezTo>
                  <a:cubicBezTo>
                    <a:pt x="220" y="151"/>
                    <a:pt x="201" y="155"/>
                    <a:pt x="183" y="159"/>
                  </a:cubicBezTo>
                  <a:cubicBezTo>
                    <a:pt x="165" y="163"/>
                    <a:pt x="153" y="184"/>
                    <a:pt x="163" y="199"/>
                  </a:cubicBezTo>
                  <a:cubicBezTo>
                    <a:pt x="177" y="225"/>
                    <a:pt x="197" y="245"/>
                    <a:pt x="222" y="260"/>
                  </a:cubicBezTo>
                  <a:cubicBezTo>
                    <a:pt x="231" y="266"/>
                    <a:pt x="238" y="285"/>
                    <a:pt x="233" y="293"/>
                  </a:cubicBezTo>
                  <a:cubicBezTo>
                    <a:pt x="226" y="305"/>
                    <a:pt x="216" y="301"/>
                    <a:pt x="208" y="296"/>
                  </a:cubicBezTo>
                  <a:cubicBezTo>
                    <a:pt x="174" y="274"/>
                    <a:pt x="147" y="246"/>
                    <a:pt x="135" y="206"/>
                  </a:cubicBezTo>
                  <a:cubicBezTo>
                    <a:pt x="133" y="202"/>
                    <a:pt x="130" y="198"/>
                    <a:pt x="127" y="194"/>
                  </a:cubicBezTo>
                  <a:cubicBezTo>
                    <a:pt x="124" y="197"/>
                    <a:pt x="119" y="200"/>
                    <a:pt x="117" y="203"/>
                  </a:cubicBezTo>
                  <a:cubicBezTo>
                    <a:pt x="107" y="218"/>
                    <a:pt x="99" y="232"/>
                    <a:pt x="90" y="247"/>
                  </a:cubicBezTo>
                  <a:cubicBezTo>
                    <a:pt x="86" y="253"/>
                    <a:pt x="82" y="259"/>
                    <a:pt x="74" y="253"/>
                  </a:cubicBezTo>
                  <a:cubicBezTo>
                    <a:pt x="67" y="249"/>
                    <a:pt x="64" y="243"/>
                    <a:pt x="70" y="234"/>
                  </a:cubicBezTo>
                  <a:cubicBezTo>
                    <a:pt x="76" y="225"/>
                    <a:pt x="82" y="216"/>
                    <a:pt x="88" y="207"/>
                  </a:cubicBezTo>
                  <a:cubicBezTo>
                    <a:pt x="89" y="204"/>
                    <a:pt x="91" y="197"/>
                    <a:pt x="90" y="196"/>
                  </a:cubicBezTo>
                  <a:cubicBezTo>
                    <a:pt x="87" y="194"/>
                    <a:pt x="82" y="192"/>
                    <a:pt x="78" y="193"/>
                  </a:cubicBezTo>
                  <a:cubicBezTo>
                    <a:pt x="66" y="196"/>
                    <a:pt x="54" y="201"/>
                    <a:pt x="42" y="204"/>
                  </a:cubicBezTo>
                  <a:cubicBezTo>
                    <a:pt x="33" y="206"/>
                    <a:pt x="23" y="208"/>
                    <a:pt x="13" y="207"/>
                  </a:cubicBezTo>
                  <a:cubicBezTo>
                    <a:pt x="8" y="206"/>
                    <a:pt x="2" y="199"/>
                    <a:pt x="1" y="194"/>
                  </a:cubicBezTo>
                  <a:cubicBezTo>
                    <a:pt x="0" y="191"/>
                    <a:pt x="5" y="183"/>
                    <a:pt x="10" y="181"/>
                  </a:cubicBezTo>
                  <a:cubicBezTo>
                    <a:pt x="32" y="173"/>
                    <a:pt x="54" y="167"/>
                    <a:pt x="76" y="159"/>
                  </a:cubicBezTo>
                  <a:cubicBezTo>
                    <a:pt x="86" y="156"/>
                    <a:pt x="95" y="151"/>
                    <a:pt x="104" y="146"/>
                  </a:cubicBezTo>
                  <a:cubicBezTo>
                    <a:pt x="106" y="145"/>
                    <a:pt x="109" y="142"/>
                    <a:pt x="110" y="142"/>
                  </a:cubicBezTo>
                  <a:cubicBezTo>
                    <a:pt x="128" y="148"/>
                    <a:pt x="131" y="133"/>
                    <a:pt x="133" y="123"/>
                  </a:cubicBezTo>
                  <a:cubicBezTo>
                    <a:pt x="136" y="108"/>
                    <a:pt x="140" y="97"/>
                    <a:pt x="158" y="94"/>
                  </a:cubicBezTo>
                  <a:cubicBezTo>
                    <a:pt x="158" y="92"/>
                    <a:pt x="157" y="90"/>
                    <a:pt x="156" y="88"/>
                  </a:cubicBezTo>
                  <a:close/>
                  <a:moveTo>
                    <a:pt x="177" y="144"/>
                  </a:moveTo>
                  <a:cubicBezTo>
                    <a:pt x="193" y="139"/>
                    <a:pt x="210" y="137"/>
                    <a:pt x="222" y="123"/>
                  </a:cubicBezTo>
                  <a:cubicBezTo>
                    <a:pt x="224" y="121"/>
                    <a:pt x="225" y="114"/>
                    <a:pt x="224" y="113"/>
                  </a:cubicBezTo>
                  <a:cubicBezTo>
                    <a:pt x="215" y="107"/>
                    <a:pt x="205" y="101"/>
                    <a:pt x="195" y="96"/>
                  </a:cubicBezTo>
                  <a:cubicBezTo>
                    <a:pt x="193" y="95"/>
                    <a:pt x="189" y="100"/>
                    <a:pt x="186" y="103"/>
                  </a:cubicBezTo>
                  <a:cubicBezTo>
                    <a:pt x="186" y="103"/>
                    <a:pt x="186" y="105"/>
                    <a:pt x="186" y="106"/>
                  </a:cubicBezTo>
                  <a:cubicBezTo>
                    <a:pt x="183" y="118"/>
                    <a:pt x="180" y="130"/>
                    <a:pt x="177" y="144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30"/>
            <p:cNvSpPr>
              <a:spLocks noEditPoints="1"/>
            </p:cNvSpPr>
            <p:nvPr/>
          </p:nvSpPr>
          <p:spPr bwMode="auto">
            <a:xfrm>
              <a:off x="15882938" y="4829175"/>
              <a:ext cx="893762" cy="793750"/>
            </a:xfrm>
            <a:custGeom>
              <a:avLst/>
              <a:gdLst>
                <a:gd name="T0" fmla="*/ 44 w 283"/>
                <a:gd name="T1" fmla="*/ 91 h 251"/>
                <a:gd name="T2" fmla="*/ 99 w 283"/>
                <a:gd name="T3" fmla="*/ 54 h 251"/>
                <a:gd name="T4" fmla="*/ 187 w 283"/>
                <a:gd name="T5" fmla="*/ 57 h 251"/>
                <a:gd name="T6" fmla="*/ 191 w 283"/>
                <a:gd name="T7" fmla="*/ 47 h 251"/>
                <a:gd name="T8" fmla="*/ 143 w 283"/>
                <a:gd name="T9" fmla="*/ 12 h 251"/>
                <a:gd name="T10" fmla="*/ 206 w 283"/>
                <a:gd name="T11" fmla="*/ 34 h 251"/>
                <a:gd name="T12" fmla="*/ 276 w 283"/>
                <a:gd name="T13" fmla="*/ 105 h 251"/>
                <a:gd name="T14" fmla="*/ 231 w 283"/>
                <a:gd name="T15" fmla="*/ 88 h 251"/>
                <a:gd name="T16" fmla="*/ 222 w 283"/>
                <a:gd name="T17" fmla="*/ 100 h 251"/>
                <a:gd name="T18" fmla="*/ 203 w 283"/>
                <a:gd name="T19" fmla="*/ 166 h 251"/>
                <a:gd name="T20" fmla="*/ 136 w 283"/>
                <a:gd name="T21" fmla="*/ 157 h 251"/>
                <a:gd name="T22" fmla="*/ 192 w 283"/>
                <a:gd name="T23" fmla="*/ 209 h 251"/>
                <a:gd name="T24" fmla="*/ 203 w 283"/>
                <a:gd name="T25" fmla="*/ 239 h 251"/>
                <a:gd name="T26" fmla="*/ 131 w 283"/>
                <a:gd name="T27" fmla="*/ 193 h 251"/>
                <a:gd name="T28" fmla="*/ 100 w 283"/>
                <a:gd name="T29" fmla="*/ 184 h 251"/>
                <a:gd name="T30" fmla="*/ 127 w 283"/>
                <a:gd name="T31" fmla="*/ 213 h 251"/>
                <a:gd name="T32" fmla="*/ 109 w 283"/>
                <a:gd name="T33" fmla="*/ 242 h 251"/>
                <a:gd name="T34" fmla="*/ 52 w 283"/>
                <a:gd name="T35" fmla="*/ 223 h 251"/>
                <a:gd name="T36" fmla="*/ 24 w 283"/>
                <a:gd name="T37" fmla="*/ 234 h 251"/>
                <a:gd name="T38" fmla="*/ 38 w 283"/>
                <a:gd name="T39" fmla="*/ 193 h 251"/>
                <a:gd name="T40" fmla="*/ 10 w 283"/>
                <a:gd name="T41" fmla="*/ 174 h 251"/>
                <a:gd name="T42" fmla="*/ 24 w 283"/>
                <a:gd name="T43" fmla="*/ 147 h 251"/>
                <a:gd name="T44" fmla="*/ 79 w 283"/>
                <a:gd name="T45" fmla="*/ 162 h 251"/>
                <a:gd name="T46" fmla="*/ 20 w 283"/>
                <a:gd name="T47" fmla="*/ 114 h 251"/>
                <a:gd name="T48" fmla="*/ 33 w 283"/>
                <a:gd name="T49" fmla="*/ 93 h 251"/>
                <a:gd name="T50" fmla="*/ 75 w 283"/>
                <a:gd name="T51" fmla="*/ 114 h 251"/>
                <a:gd name="T52" fmla="*/ 116 w 283"/>
                <a:gd name="T53" fmla="*/ 131 h 251"/>
                <a:gd name="T54" fmla="*/ 75 w 283"/>
                <a:gd name="T55" fmla="*/ 114 h 251"/>
                <a:gd name="T56" fmla="*/ 194 w 283"/>
                <a:gd name="T57" fmla="*/ 130 h 251"/>
                <a:gd name="T58" fmla="*/ 204 w 283"/>
                <a:gd name="T59" fmla="*/ 107 h 251"/>
                <a:gd name="T60" fmla="*/ 164 w 283"/>
                <a:gd name="T61" fmla="*/ 125 h 251"/>
                <a:gd name="T62" fmla="*/ 172 w 283"/>
                <a:gd name="T63" fmla="*/ 151 h 251"/>
                <a:gd name="T64" fmla="*/ 173 w 283"/>
                <a:gd name="T65" fmla="*/ 78 h 251"/>
                <a:gd name="T66" fmla="*/ 129 w 283"/>
                <a:gd name="T67" fmla="*/ 63 h 251"/>
                <a:gd name="T68" fmla="*/ 91 w 283"/>
                <a:gd name="T69" fmla="*/ 85 h 251"/>
                <a:gd name="T70" fmla="*/ 66 w 283"/>
                <a:gd name="T71" fmla="*/ 87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83" h="251">
                  <a:moveTo>
                    <a:pt x="41" y="96"/>
                  </a:moveTo>
                  <a:cubicBezTo>
                    <a:pt x="42" y="94"/>
                    <a:pt x="43" y="92"/>
                    <a:pt x="44" y="91"/>
                  </a:cubicBezTo>
                  <a:cubicBezTo>
                    <a:pt x="48" y="62"/>
                    <a:pt x="54" y="57"/>
                    <a:pt x="83" y="62"/>
                  </a:cubicBezTo>
                  <a:cubicBezTo>
                    <a:pt x="90" y="63"/>
                    <a:pt x="96" y="64"/>
                    <a:pt x="99" y="54"/>
                  </a:cubicBezTo>
                  <a:cubicBezTo>
                    <a:pt x="103" y="41"/>
                    <a:pt x="113" y="36"/>
                    <a:pt x="125" y="39"/>
                  </a:cubicBezTo>
                  <a:cubicBezTo>
                    <a:pt x="146" y="44"/>
                    <a:pt x="166" y="51"/>
                    <a:pt x="187" y="57"/>
                  </a:cubicBezTo>
                  <a:cubicBezTo>
                    <a:pt x="190" y="59"/>
                    <a:pt x="195" y="58"/>
                    <a:pt x="199" y="58"/>
                  </a:cubicBezTo>
                  <a:cubicBezTo>
                    <a:pt x="196" y="54"/>
                    <a:pt x="195" y="49"/>
                    <a:pt x="191" y="47"/>
                  </a:cubicBezTo>
                  <a:cubicBezTo>
                    <a:pt x="180" y="40"/>
                    <a:pt x="167" y="35"/>
                    <a:pt x="155" y="29"/>
                  </a:cubicBezTo>
                  <a:cubicBezTo>
                    <a:pt x="147" y="26"/>
                    <a:pt x="138" y="23"/>
                    <a:pt x="143" y="12"/>
                  </a:cubicBezTo>
                  <a:cubicBezTo>
                    <a:pt x="148" y="2"/>
                    <a:pt x="158" y="0"/>
                    <a:pt x="168" y="6"/>
                  </a:cubicBezTo>
                  <a:cubicBezTo>
                    <a:pt x="181" y="14"/>
                    <a:pt x="194" y="24"/>
                    <a:pt x="206" y="34"/>
                  </a:cubicBezTo>
                  <a:cubicBezTo>
                    <a:pt x="227" y="52"/>
                    <a:pt x="248" y="69"/>
                    <a:pt x="269" y="87"/>
                  </a:cubicBezTo>
                  <a:cubicBezTo>
                    <a:pt x="274" y="92"/>
                    <a:pt x="283" y="97"/>
                    <a:pt x="276" y="105"/>
                  </a:cubicBezTo>
                  <a:cubicBezTo>
                    <a:pt x="272" y="109"/>
                    <a:pt x="261" y="109"/>
                    <a:pt x="255" y="106"/>
                  </a:cubicBezTo>
                  <a:cubicBezTo>
                    <a:pt x="246" y="102"/>
                    <a:pt x="240" y="93"/>
                    <a:pt x="231" y="88"/>
                  </a:cubicBezTo>
                  <a:cubicBezTo>
                    <a:pt x="227" y="86"/>
                    <a:pt x="221" y="88"/>
                    <a:pt x="216" y="88"/>
                  </a:cubicBezTo>
                  <a:cubicBezTo>
                    <a:pt x="218" y="92"/>
                    <a:pt x="219" y="99"/>
                    <a:pt x="222" y="100"/>
                  </a:cubicBezTo>
                  <a:cubicBezTo>
                    <a:pt x="245" y="112"/>
                    <a:pt x="233" y="130"/>
                    <a:pt x="231" y="145"/>
                  </a:cubicBezTo>
                  <a:cubicBezTo>
                    <a:pt x="228" y="159"/>
                    <a:pt x="216" y="166"/>
                    <a:pt x="203" y="166"/>
                  </a:cubicBezTo>
                  <a:cubicBezTo>
                    <a:pt x="186" y="166"/>
                    <a:pt x="168" y="161"/>
                    <a:pt x="151" y="158"/>
                  </a:cubicBezTo>
                  <a:cubicBezTo>
                    <a:pt x="146" y="157"/>
                    <a:pt x="141" y="157"/>
                    <a:pt x="136" y="157"/>
                  </a:cubicBezTo>
                  <a:cubicBezTo>
                    <a:pt x="138" y="162"/>
                    <a:pt x="139" y="168"/>
                    <a:pt x="143" y="171"/>
                  </a:cubicBezTo>
                  <a:cubicBezTo>
                    <a:pt x="159" y="184"/>
                    <a:pt x="176" y="196"/>
                    <a:pt x="192" y="209"/>
                  </a:cubicBezTo>
                  <a:cubicBezTo>
                    <a:pt x="196" y="212"/>
                    <a:pt x="198" y="215"/>
                    <a:pt x="201" y="218"/>
                  </a:cubicBezTo>
                  <a:cubicBezTo>
                    <a:pt x="208" y="224"/>
                    <a:pt x="211" y="232"/>
                    <a:pt x="203" y="239"/>
                  </a:cubicBezTo>
                  <a:cubicBezTo>
                    <a:pt x="195" y="247"/>
                    <a:pt x="186" y="251"/>
                    <a:pt x="176" y="241"/>
                  </a:cubicBezTo>
                  <a:cubicBezTo>
                    <a:pt x="161" y="225"/>
                    <a:pt x="147" y="209"/>
                    <a:pt x="131" y="193"/>
                  </a:cubicBezTo>
                  <a:cubicBezTo>
                    <a:pt x="128" y="189"/>
                    <a:pt x="124" y="184"/>
                    <a:pt x="119" y="183"/>
                  </a:cubicBezTo>
                  <a:cubicBezTo>
                    <a:pt x="113" y="181"/>
                    <a:pt x="107" y="183"/>
                    <a:pt x="100" y="184"/>
                  </a:cubicBezTo>
                  <a:cubicBezTo>
                    <a:pt x="103" y="189"/>
                    <a:pt x="103" y="196"/>
                    <a:pt x="107" y="199"/>
                  </a:cubicBezTo>
                  <a:cubicBezTo>
                    <a:pt x="113" y="205"/>
                    <a:pt x="120" y="208"/>
                    <a:pt x="127" y="213"/>
                  </a:cubicBezTo>
                  <a:cubicBezTo>
                    <a:pt x="135" y="218"/>
                    <a:pt x="140" y="225"/>
                    <a:pt x="134" y="234"/>
                  </a:cubicBezTo>
                  <a:cubicBezTo>
                    <a:pt x="128" y="243"/>
                    <a:pt x="119" y="247"/>
                    <a:pt x="109" y="242"/>
                  </a:cubicBezTo>
                  <a:cubicBezTo>
                    <a:pt x="100" y="237"/>
                    <a:pt x="93" y="229"/>
                    <a:pt x="85" y="223"/>
                  </a:cubicBezTo>
                  <a:cubicBezTo>
                    <a:pt x="71" y="212"/>
                    <a:pt x="64" y="212"/>
                    <a:pt x="52" y="223"/>
                  </a:cubicBezTo>
                  <a:cubicBezTo>
                    <a:pt x="49" y="226"/>
                    <a:pt x="46" y="230"/>
                    <a:pt x="43" y="231"/>
                  </a:cubicBezTo>
                  <a:cubicBezTo>
                    <a:pt x="37" y="233"/>
                    <a:pt x="30" y="233"/>
                    <a:pt x="24" y="234"/>
                  </a:cubicBezTo>
                  <a:cubicBezTo>
                    <a:pt x="24" y="227"/>
                    <a:pt x="22" y="219"/>
                    <a:pt x="25" y="213"/>
                  </a:cubicBezTo>
                  <a:cubicBezTo>
                    <a:pt x="27" y="206"/>
                    <a:pt x="33" y="199"/>
                    <a:pt x="38" y="193"/>
                  </a:cubicBezTo>
                  <a:cubicBezTo>
                    <a:pt x="31" y="189"/>
                    <a:pt x="24" y="184"/>
                    <a:pt x="18" y="180"/>
                  </a:cubicBezTo>
                  <a:cubicBezTo>
                    <a:pt x="15" y="178"/>
                    <a:pt x="11" y="177"/>
                    <a:pt x="10" y="174"/>
                  </a:cubicBezTo>
                  <a:cubicBezTo>
                    <a:pt x="6" y="166"/>
                    <a:pt x="0" y="157"/>
                    <a:pt x="2" y="150"/>
                  </a:cubicBezTo>
                  <a:cubicBezTo>
                    <a:pt x="5" y="140"/>
                    <a:pt x="16" y="144"/>
                    <a:pt x="24" y="147"/>
                  </a:cubicBezTo>
                  <a:cubicBezTo>
                    <a:pt x="37" y="152"/>
                    <a:pt x="50" y="158"/>
                    <a:pt x="63" y="162"/>
                  </a:cubicBezTo>
                  <a:cubicBezTo>
                    <a:pt x="68" y="164"/>
                    <a:pt x="73" y="162"/>
                    <a:pt x="79" y="162"/>
                  </a:cubicBezTo>
                  <a:cubicBezTo>
                    <a:pt x="76" y="157"/>
                    <a:pt x="74" y="150"/>
                    <a:pt x="70" y="147"/>
                  </a:cubicBezTo>
                  <a:cubicBezTo>
                    <a:pt x="53" y="136"/>
                    <a:pt x="36" y="126"/>
                    <a:pt x="20" y="114"/>
                  </a:cubicBezTo>
                  <a:cubicBezTo>
                    <a:pt x="15" y="111"/>
                    <a:pt x="14" y="102"/>
                    <a:pt x="11" y="96"/>
                  </a:cubicBezTo>
                  <a:cubicBezTo>
                    <a:pt x="18" y="95"/>
                    <a:pt x="25" y="94"/>
                    <a:pt x="33" y="93"/>
                  </a:cubicBezTo>
                  <a:cubicBezTo>
                    <a:pt x="35" y="93"/>
                    <a:pt x="38" y="95"/>
                    <a:pt x="41" y="96"/>
                  </a:cubicBezTo>
                  <a:close/>
                  <a:moveTo>
                    <a:pt x="75" y="114"/>
                  </a:moveTo>
                  <a:cubicBezTo>
                    <a:pt x="86" y="120"/>
                    <a:pt x="96" y="126"/>
                    <a:pt x="106" y="131"/>
                  </a:cubicBezTo>
                  <a:cubicBezTo>
                    <a:pt x="109" y="132"/>
                    <a:pt x="114" y="133"/>
                    <a:pt x="116" y="131"/>
                  </a:cubicBezTo>
                  <a:cubicBezTo>
                    <a:pt x="128" y="121"/>
                    <a:pt x="140" y="111"/>
                    <a:pt x="152" y="101"/>
                  </a:cubicBezTo>
                  <a:cubicBezTo>
                    <a:pt x="126" y="82"/>
                    <a:pt x="111" y="85"/>
                    <a:pt x="75" y="114"/>
                  </a:cubicBezTo>
                  <a:close/>
                  <a:moveTo>
                    <a:pt x="172" y="151"/>
                  </a:moveTo>
                  <a:cubicBezTo>
                    <a:pt x="185" y="148"/>
                    <a:pt x="200" y="152"/>
                    <a:pt x="194" y="130"/>
                  </a:cubicBezTo>
                  <a:cubicBezTo>
                    <a:pt x="194" y="127"/>
                    <a:pt x="198" y="123"/>
                    <a:pt x="200" y="119"/>
                  </a:cubicBezTo>
                  <a:cubicBezTo>
                    <a:pt x="202" y="115"/>
                    <a:pt x="203" y="111"/>
                    <a:pt x="204" y="107"/>
                  </a:cubicBezTo>
                  <a:cubicBezTo>
                    <a:pt x="199" y="106"/>
                    <a:pt x="193" y="104"/>
                    <a:pt x="190" y="106"/>
                  </a:cubicBezTo>
                  <a:cubicBezTo>
                    <a:pt x="180" y="111"/>
                    <a:pt x="171" y="117"/>
                    <a:pt x="164" y="125"/>
                  </a:cubicBezTo>
                  <a:cubicBezTo>
                    <a:pt x="159" y="130"/>
                    <a:pt x="157" y="137"/>
                    <a:pt x="154" y="143"/>
                  </a:cubicBezTo>
                  <a:cubicBezTo>
                    <a:pt x="160" y="146"/>
                    <a:pt x="166" y="148"/>
                    <a:pt x="172" y="151"/>
                  </a:cubicBezTo>
                  <a:close/>
                  <a:moveTo>
                    <a:pt x="129" y="63"/>
                  </a:moveTo>
                  <a:cubicBezTo>
                    <a:pt x="135" y="73"/>
                    <a:pt x="165" y="83"/>
                    <a:pt x="173" y="78"/>
                  </a:cubicBezTo>
                  <a:cubicBezTo>
                    <a:pt x="175" y="77"/>
                    <a:pt x="176" y="68"/>
                    <a:pt x="175" y="68"/>
                  </a:cubicBezTo>
                  <a:cubicBezTo>
                    <a:pt x="161" y="62"/>
                    <a:pt x="146" y="56"/>
                    <a:pt x="129" y="63"/>
                  </a:cubicBezTo>
                  <a:close/>
                  <a:moveTo>
                    <a:pt x="77" y="97"/>
                  </a:moveTo>
                  <a:cubicBezTo>
                    <a:pt x="82" y="92"/>
                    <a:pt x="87" y="89"/>
                    <a:pt x="91" y="85"/>
                  </a:cubicBezTo>
                  <a:cubicBezTo>
                    <a:pt x="87" y="83"/>
                    <a:pt x="82" y="79"/>
                    <a:pt x="78" y="79"/>
                  </a:cubicBezTo>
                  <a:cubicBezTo>
                    <a:pt x="74" y="79"/>
                    <a:pt x="70" y="84"/>
                    <a:pt x="66" y="87"/>
                  </a:cubicBezTo>
                  <a:cubicBezTo>
                    <a:pt x="69" y="90"/>
                    <a:pt x="72" y="93"/>
                    <a:pt x="77" y="97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31"/>
            <p:cNvSpPr>
              <a:spLocks noEditPoints="1"/>
            </p:cNvSpPr>
            <p:nvPr/>
          </p:nvSpPr>
          <p:spPr bwMode="auto">
            <a:xfrm>
              <a:off x="18229263" y="6057900"/>
              <a:ext cx="839787" cy="960438"/>
            </a:xfrm>
            <a:custGeom>
              <a:avLst/>
              <a:gdLst>
                <a:gd name="T0" fmla="*/ 209 w 266"/>
                <a:gd name="T1" fmla="*/ 71 h 304"/>
                <a:gd name="T2" fmla="*/ 210 w 266"/>
                <a:gd name="T3" fmla="*/ 101 h 304"/>
                <a:gd name="T4" fmla="*/ 221 w 266"/>
                <a:gd name="T5" fmla="*/ 114 h 304"/>
                <a:gd name="T6" fmla="*/ 243 w 266"/>
                <a:gd name="T7" fmla="*/ 113 h 304"/>
                <a:gd name="T8" fmla="*/ 262 w 266"/>
                <a:gd name="T9" fmla="*/ 136 h 304"/>
                <a:gd name="T10" fmla="*/ 206 w 266"/>
                <a:gd name="T11" fmla="*/ 196 h 304"/>
                <a:gd name="T12" fmla="*/ 159 w 266"/>
                <a:gd name="T13" fmla="*/ 241 h 304"/>
                <a:gd name="T14" fmla="*/ 147 w 266"/>
                <a:gd name="T15" fmla="*/ 282 h 304"/>
                <a:gd name="T16" fmla="*/ 141 w 266"/>
                <a:gd name="T17" fmla="*/ 296 h 304"/>
                <a:gd name="T18" fmla="*/ 126 w 266"/>
                <a:gd name="T19" fmla="*/ 304 h 304"/>
                <a:gd name="T20" fmla="*/ 120 w 266"/>
                <a:gd name="T21" fmla="*/ 289 h 304"/>
                <a:gd name="T22" fmla="*/ 133 w 266"/>
                <a:gd name="T23" fmla="*/ 225 h 304"/>
                <a:gd name="T24" fmla="*/ 149 w 266"/>
                <a:gd name="T25" fmla="*/ 164 h 304"/>
                <a:gd name="T26" fmla="*/ 148 w 266"/>
                <a:gd name="T27" fmla="*/ 148 h 304"/>
                <a:gd name="T28" fmla="*/ 143 w 266"/>
                <a:gd name="T29" fmla="*/ 147 h 304"/>
                <a:gd name="T30" fmla="*/ 134 w 266"/>
                <a:gd name="T31" fmla="*/ 172 h 304"/>
                <a:gd name="T32" fmla="*/ 118 w 266"/>
                <a:gd name="T33" fmla="*/ 187 h 304"/>
                <a:gd name="T34" fmla="*/ 108 w 266"/>
                <a:gd name="T35" fmla="*/ 166 h 304"/>
                <a:gd name="T36" fmla="*/ 157 w 266"/>
                <a:gd name="T37" fmla="*/ 80 h 304"/>
                <a:gd name="T38" fmla="*/ 169 w 266"/>
                <a:gd name="T39" fmla="*/ 69 h 304"/>
                <a:gd name="T40" fmla="*/ 136 w 266"/>
                <a:gd name="T41" fmla="*/ 75 h 304"/>
                <a:gd name="T42" fmla="*/ 81 w 266"/>
                <a:gd name="T43" fmla="*/ 138 h 304"/>
                <a:gd name="T44" fmla="*/ 66 w 266"/>
                <a:gd name="T45" fmla="*/ 168 h 304"/>
                <a:gd name="T46" fmla="*/ 47 w 266"/>
                <a:gd name="T47" fmla="*/ 172 h 304"/>
                <a:gd name="T48" fmla="*/ 46 w 266"/>
                <a:gd name="T49" fmla="*/ 153 h 304"/>
                <a:gd name="T50" fmla="*/ 58 w 266"/>
                <a:gd name="T51" fmla="*/ 138 h 304"/>
                <a:gd name="T52" fmla="*/ 66 w 266"/>
                <a:gd name="T53" fmla="*/ 125 h 304"/>
                <a:gd name="T54" fmla="*/ 39 w 266"/>
                <a:gd name="T55" fmla="*/ 119 h 304"/>
                <a:gd name="T56" fmla="*/ 30 w 266"/>
                <a:gd name="T57" fmla="*/ 126 h 304"/>
                <a:gd name="T58" fmla="*/ 23 w 266"/>
                <a:gd name="T59" fmla="*/ 159 h 304"/>
                <a:gd name="T60" fmla="*/ 18 w 266"/>
                <a:gd name="T61" fmla="*/ 182 h 304"/>
                <a:gd name="T62" fmla="*/ 12 w 266"/>
                <a:gd name="T63" fmla="*/ 183 h 304"/>
                <a:gd name="T64" fmla="*/ 6 w 266"/>
                <a:gd name="T65" fmla="*/ 167 h 304"/>
                <a:gd name="T66" fmla="*/ 20 w 266"/>
                <a:gd name="T67" fmla="*/ 81 h 304"/>
                <a:gd name="T68" fmla="*/ 50 w 266"/>
                <a:gd name="T69" fmla="*/ 21 h 304"/>
                <a:gd name="T70" fmla="*/ 115 w 266"/>
                <a:gd name="T71" fmla="*/ 22 h 304"/>
                <a:gd name="T72" fmla="*/ 99 w 266"/>
                <a:gd name="T73" fmla="*/ 72 h 304"/>
                <a:gd name="T74" fmla="*/ 77 w 266"/>
                <a:gd name="T75" fmla="*/ 85 h 304"/>
                <a:gd name="T76" fmla="*/ 103 w 266"/>
                <a:gd name="T77" fmla="*/ 88 h 304"/>
                <a:gd name="T78" fmla="*/ 139 w 266"/>
                <a:gd name="T79" fmla="*/ 44 h 304"/>
                <a:gd name="T80" fmla="*/ 158 w 266"/>
                <a:gd name="T81" fmla="*/ 36 h 304"/>
                <a:gd name="T82" fmla="*/ 240 w 266"/>
                <a:gd name="T83" fmla="*/ 41 h 304"/>
                <a:gd name="T84" fmla="*/ 255 w 266"/>
                <a:gd name="T85" fmla="*/ 55 h 304"/>
                <a:gd name="T86" fmla="*/ 238 w 266"/>
                <a:gd name="T87" fmla="*/ 70 h 304"/>
                <a:gd name="T88" fmla="*/ 209 w 266"/>
                <a:gd name="T89" fmla="*/ 71 h 304"/>
                <a:gd name="T90" fmla="*/ 90 w 266"/>
                <a:gd name="T91" fmla="*/ 39 h 304"/>
                <a:gd name="T92" fmla="*/ 46 w 266"/>
                <a:gd name="T93" fmla="*/ 79 h 304"/>
                <a:gd name="T94" fmla="*/ 43 w 266"/>
                <a:gd name="T95" fmla="*/ 105 h 304"/>
                <a:gd name="T96" fmla="*/ 90 w 266"/>
                <a:gd name="T97" fmla="*/ 39 h 304"/>
                <a:gd name="T98" fmla="*/ 209 w 266"/>
                <a:gd name="T99" fmla="*/ 138 h 304"/>
                <a:gd name="T100" fmla="*/ 188 w 266"/>
                <a:gd name="T101" fmla="*/ 163 h 304"/>
                <a:gd name="T102" fmla="*/ 197 w 266"/>
                <a:gd name="T103" fmla="*/ 173 h 304"/>
                <a:gd name="T104" fmla="*/ 227 w 266"/>
                <a:gd name="T105" fmla="*/ 150 h 304"/>
                <a:gd name="T106" fmla="*/ 209 w 266"/>
                <a:gd name="T107" fmla="*/ 138 h 304"/>
                <a:gd name="T108" fmla="*/ 179 w 266"/>
                <a:gd name="T109" fmla="*/ 83 h 304"/>
                <a:gd name="T110" fmla="*/ 150 w 266"/>
                <a:gd name="T111" fmla="*/ 114 h 304"/>
                <a:gd name="T112" fmla="*/ 179 w 266"/>
                <a:gd name="T113" fmla="*/ 8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6" h="304">
                  <a:moveTo>
                    <a:pt x="209" y="71"/>
                  </a:moveTo>
                  <a:cubicBezTo>
                    <a:pt x="209" y="83"/>
                    <a:pt x="211" y="92"/>
                    <a:pt x="210" y="101"/>
                  </a:cubicBezTo>
                  <a:cubicBezTo>
                    <a:pt x="208" y="111"/>
                    <a:pt x="212" y="114"/>
                    <a:pt x="221" y="114"/>
                  </a:cubicBezTo>
                  <a:cubicBezTo>
                    <a:pt x="228" y="113"/>
                    <a:pt x="236" y="112"/>
                    <a:pt x="243" y="113"/>
                  </a:cubicBezTo>
                  <a:cubicBezTo>
                    <a:pt x="258" y="113"/>
                    <a:pt x="266" y="122"/>
                    <a:pt x="262" y="136"/>
                  </a:cubicBezTo>
                  <a:cubicBezTo>
                    <a:pt x="254" y="166"/>
                    <a:pt x="237" y="189"/>
                    <a:pt x="206" y="196"/>
                  </a:cubicBezTo>
                  <a:cubicBezTo>
                    <a:pt x="181" y="202"/>
                    <a:pt x="165" y="215"/>
                    <a:pt x="159" y="241"/>
                  </a:cubicBezTo>
                  <a:cubicBezTo>
                    <a:pt x="156" y="255"/>
                    <a:pt x="151" y="268"/>
                    <a:pt x="147" y="282"/>
                  </a:cubicBezTo>
                  <a:cubicBezTo>
                    <a:pt x="145" y="287"/>
                    <a:pt x="144" y="292"/>
                    <a:pt x="141" y="296"/>
                  </a:cubicBezTo>
                  <a:cubicBezTo>
                    <a:pt x="137" y="299"/>
                    <a:pt x="131" y="301"/>
                    <a:pt x="126" y="304"/>
                  </a:cubicBezTo>
                  <a:cubicBezTo>
                    <a:pt x="124" y="299"/>
                    <a:pt x="119" y="293"/>
                    <a:pt x="120" y="289"/>
                  </a:cubicBezTo>
                  <a:cubicBezTo>
                    <a:pt x="123" y="267"/>
                    <a:pt x="128" y="246"/>
                    <a:pt x="133" y="225"/>
                  </a:cubicBezTo>
                  <a:cubicBezTo>
                    <a:pt x="138" y="204"/>
                    <a:pt x="144" y="184"/>
                    <a:pt x="149" y="164"/>
                  </a:cubicBezTo>
                  <a:cubicBezTo>
                    <a:pt x="150" y="159"/>
                    <a:pt x="149" y="153"/>
                    <a:pt x="148" y="148"/>
                  </a:cubicBezTo>
                  <a:cubicBezTo>
                    <a:pt x="147" y="147"/>
                    <a:pt x="145" y="147"/>
                    <a:pt x="143" y="147"/>
                  </a:cubicBezTo>
                  <a:cubicBezTo>
                    <a:pt x="140" y="155"/>
                    <a:pt x="137" y="164"/>
                    <a:pt x="134" y="172"/>
                  </a:cubicBezTo>
                  <a:cubicBezTo>
                    <a:pt x="131" y="180"/>
                    <a:pt x="128" y="189"/>
                    <a:pt x="118" y="187"/>
                  </a:cubicBezTo>
                  <a:cubicBezTo>
                    <a:pt x="107" y="184"/>
                    <a:pt x="107" y="175"/>
                    <a:pt x="108" y="166"/>
                  </a:cubicBezTo>
                  <a:cubicBezTo>
                    <a:pt x="112" y="130"/>
                    <a:pt x="124" y="99"/>
                    <a:pt x="157" y="80"/>
                  </a:cubicBezTo>
                  <a:cubicBezTo>
                    <a:pt x="161" y="77"/>
                    <a:pt x="165" y="73"/>
                    <a:pt x="169" y="69"/>
                  </a:cubicBezTo>
                  <a:cubicBezTo>
                    <a:pt x="155" y="60"/>
                    <a:pt x="144" y="67"/>
                    <a:pt x="136" y="75"/>
                  </a:cubicBezTo>
                  <a:cubicBezTo>
                    <a:pt x="117" y="95"/>
                    <a:pt x="98" y="116"/>
                    <a:pt x="81" y="138"/>
                  </a:cubicBezTo>
                  <a:cubicBezTo>
                    <a:pt x="74" y="147"/>
                    <a:pt x="72" y="158"/>
                    <a:pt x="66" y="168"/>
                  </a:cubicBezTo>
                  <a:cubicBezTo>
                    <a:pt x="62" y="174"/>
                    <a:pt x="54" y="180"/>
                    <a:pt x="47" y="172"/>
                  </a:cubicBezTo>
                  <a:cubicBezTo>
                    <a:pt x="44" y="168"/>
                    <a:pt x="44" y="159"/>
                    <a:pt x="46" y="153"/>
                  </a:cubicBezTo>
                  <a:cubicBezTo>
                    <a:pt x="48" y="147"/>
                    <a:pt x="54" y="143"/>
                    <a:pt x="58" y="138"/>
                  </a:cubicBezTo>
                  <a:cubicBezTo>
                    <a:pt x="62" y="134"/>
                    <a:pt x="64" y="129"/>
                    <a:pt x="66" y="125"/>
                  </a:cubicBezTo>
                  <a:cubicBezTo>
                    <a:pt x="56" y="123"/>
                    <a:pt x="48" y="120"/>
                    <a:pt x="39" y="119"/>
                  </a:cubicBezTo>
                  <a:cubicBezTo>
                    <a:pt x="36" y="119"/>
                    <a:pt x="31" y="123"/>
                    <a:pt x="30" y="126"/>
                  </a:cubicBezTo>
                  <a:cubicBezTo>
                    <a:pt x="27" y="137"/>
                    <a:pt x="25" y="148"/>
                    <a:pt x="23" y="159"/>
                  </a:cubicBezTo>
                  <a:cubicBezTo>
                    <a:pt x="21" y="167"/>
                    <a:pt x="20" y="174"/>
                    <a:pt x="18" y="182"/>
                  </a:cubicBezTo>
                  <a:cubicBezTo>
                    <a:pt x="16" y="182"/>
                    <a:pt x="14" y="183"/>
                    <a:pt x="12" y="183"/>
                  </a:cubicBezTo>
                  <a:cubicBezTo>
                    <a:pt x="10" y="178"/>
                    <a:pt x="8" y="173"/>
                    <a:pt x="6" y="167"/>
                  </a:cubicBezTo>
                  <a:cubicBezTo>
                    <a:pt x="0" y="137"/>
                    <a:pt x="9" y="109"/>
                    <a:pt x="20" y="81"/>
                  </a:cubicBezTo>
                  <a:cubicBezTo>
                    <a:pt x="28" y="60"/>
                    <a:pt x="39" y="40"/>
                    <a:pt x="50" y="21"/>
                  </a:cubicBezTo>
                  <a:cubicBezTo>
                    <a:pt x="62" y="0"/>
                    <a:pt x="103" y="1"/>
                    <a:pt x="115" y="22"/>
                  </a:cubicBezTo>
                  <a:cubicBezTo>
                    <a:pt x="121" y="33"/>
                    <a:pt x="112" y="62"/>
                    <a:pt x="99" y="72"/>
                  </a:cubicBezTo>
                  <a:cubicBezTo>
                    <a:pt x="92" y="77"/>
                    <a:pt x="84" y="80"/>
                    <a:pt x="77" y="85"/>
                  </a:cubicBezTo>
                  <a:cubicBezTo>
                    <a:pt x="86" y="99"/>
                    <a:pt x="93" y="100"/>
                    <a:pt x="103" y="88"/>
                  </a:cubicBezTo>
                  <a:cubicBezTo>
                    <a:pt x="114" y="73"/>
                    <a:pt x="126" y="58"/>
                    <a:pt x="139" y="44"/>
                  </a:cubicBezTo>
                  <a:cubicBezTo>
                    <a:pt x="143" y="40"/>
                    <a:pt x="152" y="35"/>
                    <a:pt x="158" y="36"/>
                  </a:cubicBezTo>
                  <a:cubicBezTo>
                    <a:pt x="186" y="36"/>
                    <a:pt x="213" y="38"/>
                    <a:pt x="240" y="41"/>
                  </a:cubicBezTo>
                  <a:cubicBezTo>
                    <a:pt x="246" y="42"/>
                    <a:pt x="250" y="50"/>
                    <a:pt x="255" y="55"/>
                  </a:cubicBezTo>
                  <a:cubicBezTo>
                    <a:pt x="250" y="60"/>
                    <a:pt x="245" y="68"/>
                    <a:pt x="238" y="70"/>
                  </a:cubicBezTo>
                  <a:cubicBezTo>
                    <a:pt x="228" y="73"/>
                    <a:pt x="217" y="71"/>
                    <a:pt x="209" y="71"/>
                  </a:cubicBezTo>
                  <a:close/>
                  <a:moveTo>
                    <a:pt x="90" y="39"/>
                  </a:moveTo>
                  <a:cubicBezTo>
                    <a:pt x="61" y="41"/>
                    <a:pt x="56" y="63"/>
                    <a:pt x="46" y="79"/>
                  </a:cubicBezTo>
                  <a:cubicBezTo>
                    <a:pt x="40" y="86"/>
                    <a:pt x="35" y="96"/>
                    <a:pt x="43" y="105"/>
                  </a:cubicBezTo>
                  <a:cubicBezTo>
                    <a:pt x="71" y="92"/>
                    <a:pt x="76" y="65"/>
                    <a:pt x="90" y="39"/>
                  </a:cubicBezTo>
                  <a:close/>
                  <a:moveTo>
                    <a:pt x="209" y="138"/>
                  </a:moveTo>
                  <a:cubicBezTo>
                    <a:pt x="195" y="140"/>
                    <a:pt x="187" y="149"/>
                    <a:pt x="188" y="163"/>
                  </a:cubicBezTo>
                  <a:cubicBezTo>
                    <a:pt x="188" y="167"/>
                    <a:pt x="193" y="173"/>
                    <a:pt x="197" y="173"/>
                  </a:cubicBezTo>
                  <a:cubicBezTo>
                    <a:pt x="209" y="175"/>
                    <a:pt x="230" y="159"/>
                    <a:pt x="227" y="150"/>
                  </a:cubicBezTo>
                  <a:cubicBezTo>
                    <a:pt x="225" y="144"/>
                    <a:pt x="215" y="142"/>
                    <a:pt x="209" y="138"/>
                  </a:cubicBezTo>
                  <a:close/>
                  <a:moveTo>
                    <a:pt x="179" y="83"/>
                  </a:moveTo>
                  <a:cubicBezTo>
                    <a:pt x="162" y="89"/>
                    <a:pt x="150" y="102"/>
                    <a:pt x="150" y="114"/>
                  </a:cubicBezTo>
                  <a:cubicBezTo>
                    <a:pt x="164" y="112"/>
                    <a:pt x="177" y="98"/>
                    <a:pt x="179" y="83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32"/>
            <p:cNvSpPr/>
            <p:nvPr/>
          </p:nvSpPr>
          <p:spPr bwMode="auto">
            <a:xfrm>
              <a:off x="22067838" y="-388937"/>
              <a:ext cx="906462" cy="855663"/>
            </a:xfrm>
            <a:custGeom>
              <a:avLst/>
              <a:gdLst>
                <a:gd name="T0" fmla="*/ 131 w 287"/>
                <a:gd name="T1" fmla="*/ 205 h 271"/>
                <a:gd name="T2" fmla="*/ 176 w 287"/>
                <a:gd name="T3" fmla="*/ 170 h 271"/>
                <a:gd name="T4" fmla="*/ 253 w 287"/>
                <a:gd name="T5" fmla="*/ 108 h 271"/>
                <a:gd name="T6" fmla="*/ 277 w 287"/>
                <a:gd name="T7" fmla="*/ 112 h 271"/>
                <a:gd name="T8" fmla="*/ 276 w 287"/>
                <a:gd name="T9" fmla="*/ 137 h 271"/>
                <a:gd name="T10" fmla="*/ 129 w 287"/>
                <a:gd name="T11" fmla="*/ 253 h 271"/>
                <a:gd name="T12" fmla="*/ 89 w 287"/>
                <a:gd name="T13" fmla="*/ 248 h 271"/>
                <a:gd name="T14" fmla="*/ 87 w 287"/>
                <a:gd name="T15" fmla="*/ 215 h 271"/>
                <a:gd name="T16" fmla="*/ 158 w 287"/>
                <a:gd name="T17" fmla="*/ 82 h 271"/>
                <a:gd name="T18" fmla="*/ 164 w 287"/>
                <a:gd name="T19" fmla="*/ 68 h 271"/>
                <a:gd name="T20" fmla="*/ 160 w 287"/>
                <a:gd name="T21" fmla="*/ 65 h 271"/>
                <a:gd name="T22" fmla="*/ 123 w 287"/>
                <a:gd name="T23" fmla="*/ 94 h 271"/>
                <a:gd name="T24" fmla="*/ 37 w 287"/>
                <a:gd name="T25" fmla="*/ 164 h 271"/>
                <a:gd name="T26" fmla="*/ 19 w 287"/>
                <a:gd name="T27" fmla="*/ 160 h 271"/>
                <a:gd name="T28" fmla="*/ 13 w 287"/>
                <a:gd name="T29" fmla="*/ 136 h 271"/>
                <a:gd name="T30" fmla="*/ 173 w 287"/>
                <a:gd name="T31" fmla="*/ 7 h 271"/>
                <a:gd name="T32" fmla="*/ 193 w 287"/>
                <a:gd name="T33" fmla="*/ 10 h 271"/>
                <a:gd name="T34" fmla="*/ 199 w 287"/>
                <a:gd name="T35" fmla="*/ 66 h 271"/>
                <a:gd name="T36" fmla="*/ 134 w 287"/>
                <a:gd name="T37" fmla="*/ 187 h 271"/>
                <a:gd name="T38" fmla="*/ 127 w 287"/>
                <a:gd name="T39" fmla="*/ 202 h 271"/>
                <a:gd name="T40" fmla="*/ 131 w 287"/>
                <a:gd name="T41" fmla="*/ 205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7" h="271">
                  <a:moveTo>
                    <a:pt x="131" y="205"/>
                  </a:moveTo>
                  <a:cubicBezTo>
                    <a:pt x="146" y="194"/>
                    <a:pt x="161" y="182"/>
                    <a:pt x="176" y="170"/>
                  </a:cubicBezTo>
                  <a:cubicBezTo>
                    <a:pt x="202" y="149"/>
                    <a:pt x="228" y="129"/>
                    <a:pt x="253" y="108"/>
                  </a:cubicBezTo>
                  <a:cubicBezTo>
                    <a:pt x="264" y="97"/>
                    <a:pt x="269" y="104"/>
                    <a:pt x="277" y="112"/>
                  </a:cubicBezTo>
                  <a:cubicBezTo>
                    <a:pt x="285" y="121"/>
                    <a:pt x="287" y="128"/>
                    <a:pt x="276" y="137"/>
                  </a:cubicBezTo>
                  <a:cubicBezTo>
                    <a:pt x="227" y="176"/>
                    <a:pt x="178" y="215"/>
                    <a:pt x="129" y="253"/>
                  </a:cubicBezTo>
                  <a:cubicBezTo>
                    <a:pt x="107" y="271"/>
                    <a:pt x="108" y="270"/>
                    <a:pt x="89" y="248"/>
                  </a:cubicBezTo>
                  <a:cubicBezTo>
                    <a:pt x="80" y="237"/>
                    <a:pt x="79" y="228"/>
                    <a:pt x="87" y="215"/>
                  </a:cubicBezTo>
                  <a:cubicBezTo>
                    <a:pt x="111" y="171"/>
                    <a:pt x="135" y="126"/>
                    <a:pt x="158" y="82"/>
                  </a:cubicBezTo>
                  <a:cubicBezTo>
                    <a:pt x="161" y="77"/>
                    <a:pt x="162" y="72"/>
                    <a:pt x="164" y="68"/>
                  </a:cubicBezTo>
                  <a:cubicBezTo>
                    <a:pt x="162" y="67"/>
                    <a:pt x="161" y="66"/>
                    <a:pt x="160" y="65"/>
                  </a:cubicBezTo>
                  <a:cubicBezTo>
                    <a:pt x="148" y="75"/>
                    <a:pt x="135" y="84"/>
                    <a:pt x="123" y="94"/>
                  </a:cubicBezTo>
                  <a:cubicBezTo>
                    <a:pt x="94" y="117"/>
                    <a:pt x="66" y="140"/>
                    <a:pt x="37" y="164"/>
                  </a:cubicBezTo>
                  <a:cubicBezTo>
                    <a:pt x="29" y="171"/>
                    <a:pt x="23" y="168"/>
                    <a:pt x="19" y="160"/>
                  </a:cubicBezTo>
                  <a:cubicBezTo>
                    <a:pt x="15" y="153"/>
                    <a:pt x="0" y="147"/>
                    <a:pt x="13" y="136"/>
                  </a:cubicBezTo>
                  <a:cubicBezTo>
                    <a:pt x="66" y="93"/>
                    <a:pt x="120" y="50"/>
                    <a:pt x="173" y="7"/>
                  </a:cubicBezTo>
                  <a:cubicBezTo>
                    <a:pt x="182" y="0"/>
                    <a:pt x="186" y="2"/>
                    <a:pt x="193" y="10"/>
                  </a:cubicBezTo>
                  <a:cubicBezTo>
                    <a:pt x="214" y="36"/>
                    <a:pt x="214" y="36"/>
                    <a:pt x="199" y="66"/>
                  </a:cubicBezTo>
                  <a:cubicBezTo>
                    <a:pt x="177" y="107"/>
                    <a:pt x="156" y="147"/>
                    <a:pt x="134" y="187"/>
                  </a:cubicBezTo>
                  <a:cubicBezTo>
                    <a:pt x="132" y="192"/>
                    <a:pt x="129" y="197"/>
                    <a:pt x="127" y="202"/>
                  </a:cubicBezTo>
                  <a:cubicBezTo>
                    <a:pt x="128" y="203"/>
                    <a:pt x="130" y="204"/>
                    <a:pt x="131" y="205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33"/>
            <p:cNvSpPr/>
            <p:nvPr/>
          </p:nvSpPr>
          <p:spPr bwMode="auto">
            <a:xfrm>
              <a:off x="17345025" y="-1531937"/>
              <a:ext cx="766762" cy="874713"/>
            </a:xfrm>
            <a:custGeom>
              <a:avLst/>
              <a:gdLst>
                <a:gd name="T0" fmla="*/ 57 w 243"/>
                <a:gd name="T1" fmla="*/ 107 h 277"/>
                <a:gd name="T2" fmla="*/ 128 w 243"/>
                <a:gd name="T3" fmla="*/ 261 h 277"/>
                <a:gd name="T4" fmla="*/ 95 w 243"/>
                <a:gd name="T5" fmla="*/ 277 h 277"/>
                <a:gd name="T6" fmla="*/ 64 w 243"/>
                <a:gd name="T7" fmla="*/ 211 h 277"/>
                <a:gd name="T8" fmla="*/ 6 w 243"/>
                <a:gd name="T9" fmla="*/ 85 h 277"/>
                <a:gd name="T10" fmla="*/ 16 w 243"/>
                <a:gd name="T11" fmla="*/ 60 h 277"/>
                <a:gd name="T12" fmla="*/ 28 w 243"/>
                <a:gd name="T13" fmla="*/ 55 h 277"/>
                <a:gd name="T14" fmla="*/ 57 w 243"/>
                <a:gd name="T15" fmla="*/ 60 h 277"/>
                <a:gd name="T16" fmla="*/ 171 w 243"/>
                <a:gd name="T17" fmla="*/ 164 h 277"/>
                <a:gd name="T18" fmla="*/ 184 w 243"/>
                <a:gd name="T19" fmla="*/ 170 h 277"/>
                <a:gd name="T20" fmla="*/ 181 w 243"/>
                <a:gd name="T21" fmla="*/ 158 h 277"/>
                <a:gd name="T22" fmla="*/ 125 w 243"/>
                <a:gd name="T23" fmla="*/ 37 h 277"/>
                <a:gd name="T24" fmla="*/ 135 w 243"/>
                <a:gd name="T25" fmla="*/ 5 h 277"/>
                <a:gd name="T26" fmla="*/ 156 w 243"/>
                <a:gd name="T27" fmla="*/ 14 h 277"/>
                <a:gd name="T28" fmla="*/ 239 w 243"/>
                <a:gd name="T29" fmla="*/ 194 h 277"/>
                <a:gd name="T30" fmla="*/ 232 w 243"/>
                <a:gd name="T31" fmla="*/ 214 h 277"/>
                <a:gd name="T32" fmla="*/ 175 w 243"/>
                <a:gd name="T33" fmla="*/ 205 h 277"/>
                <a:gd name="T34" fmla="*/ 70 w 243"/>
                <a:gd name="T35" fmla="*/ 110 h 277"/>
                <a:gd name="T36" fmla="*/ 62 w 243"/>
                <a:gd name="T37" fmla="*/ 104 h 277"/>
                <a:gd name="T38" fmla="*/ 57 w 243"/>
                <a:gd name="T39" fmla="*/ 10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3" h="277">
                  <a:moveTo>
                    <a:pt x="57" y="107"/>
                  </a:moveTo>
                  <a:cubicBezTo>
                    <a:pt x="81" y="158"/>
                    <a:pt x="104" y="209"/>
                    <a:pt x="128" y="261"/>
                  </a:cubicBezTo>
                  <a:cubicBezTo>
                    <a:pt x="116" y="267"/>
                    <a:pt x="106" y="271"/>
                    <a:pt x="95" y="277"/>
                  </a:cubicBezTo>
                  <a:cubicBezTo>
                    <a:pt x="84" y="254"/>
                    <a:pt x="74" y="233"/>
                    <a:pt x="64" y="211"/>
                  </a:cubicBezTo>
                  <a:cubicBezTo>
                    <a:pt x="45" y="169"/>
                    <a:pt x="26" y="127"/>
                    <a:pt x="6" y="85"/>
                  </a:cubicBezTo>
                  <a:cubicBezTo>
                    <a:pt x="0" y="72"/>
                    <a:pt x="1" y="64"/>
                    <a:pt x="16" y="60"/>
                  </a:cubicBezTo>
                  <a:cubicBezTo>
                    <a:pt x="20" y="59"/>
                    <a:pt x="24" y="57"/>
                    <a:pt x="28" y="55"/>
                  </a:cubicBezTo>
                  <a:cubicBezTo>
                    <a:pt x="39" y="48"/>
                    <a:pt x="48" y="51"/>
                    <a:pt x="57" y="60"/>
                  </a:cubicBezTo>
                  <a:cubicBezTo>
                    <a:pt x="95" y="95"/>
                    <a:pt x="133" y="129"/>
                    <a:pt x="171" y="164"/>
                  </a:cubicBezTo>
                  <a:cubicBezTo>
                    <a:pt x="174" y="167"/>
                    <a:pt x="178" y="169"/>
                    <a:pt x="184" y="170"/>
                  </a:cubicBezTo>
                  <a:cubicBezTo>
                    <a:pt x="183" y="166"/>
                    <a:pt x="183" y="162"/>
                    <a:pt x="181" y="158"/>
                  </a:cubicBezTo>
                  <a:cubicBezTo>
                    <a:pt x="162" y="117"/>
                    <a:pt x="144" y="77"/>
                    <a:pt x="125" y="37"/>
                  </a:cubicBezTo>
                  <a:cubicBezTo>
                    <a:pt x="115" y="15"/>
                    <a:pt x="115" y="15"/>
                    <a:pt x="135" y="5"/>
                  </a:cubicBezTo>
                  <a:cubicBezTo>
                    <a:pt x="146" y="0"/>
                    <a:pt x="151" y="3"/>
                    <a:pt x="156" y="14"/>
                  </a:cubicBezTo>
                  <a:cubicBezTo>
                    <a:pt x="183" y="75"/>
                    <a:pt x="211" y="134"/>
                    <a:pt x="239" y="194"/>
                  </a:cubicBezTo>
                  <a:cubicBezTo>
                    <a:pt x="243" y="203"/>
                    <a:pt x="243" y="209"/>
                    <a:pt x="232" y="214"/>
                  </a:cubicBezTo>
                  <a:cubicBezTo>
                    <a:pt x="200" y="229"/>
                    <a:pt x="201" y="229"/>
                    <a:pt x="175" y="205"/>
                  </a:cubicBezTo>
                  <a:cubicBezTo>
                    <a:pt x="140" y="174"/>
                    <a:pt x="105" y="142"/>
                    <a:pt x="70" y="110"/>
                  </a:cubicBezTo>
                  <a:cubicBezTo>
                    <a:pt x="67" y="108"/>
                    <a:pt x="64" y="106"/>
                    <a:pt x="62" y="104"/>
                  </a:cubicBezTo>
                  <a:cubicBezTo>
                    <a:pt x="60" y="105"/>
                    <a:pt x="59" y="106"/>
                    <a:pt x="57" y="107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34"/>
            <p:cNvSpPr/>
            <p:nvPr/>
          </p:nvSpPr>
          <p:spPr bwMode="auto">
            <a:xfrm>
              <a:off x="15898813" y="-490537"/>
              <a:ext cx="871537" cy="879475"/>
            </a:xfrm>
            <a:custGeom>
              <a:avLst/>
              <a:gdLst>
                <a:gd name="T0" fmla="*/ 69 w 276"/>
                <a:gd name="T1" fmla="*/ 141 h 278"/>
                <a:gd name="T2" fmla="*/ 105 w 276"/>
                <a:gd name="T3" fmla="*/ 172 h 278"/>
                <a:gd name="T4" fmla="*/ 184 w 276"/>
                <a:gd name="T5" fmla="*/ 239 h 278"/>
                <a:gd name="T6" fmla="*/ 189 w 276"/>
                <a:gd name="T7" fmla="*/ 261 h 278"/>
                <a:gd name="T8" fmla="*/ 161 w 276"/>
                <a:gd name="T9" fmla="*/ 267 h 278"/>
                <a:gd name="T10" fmla="*/ 73 w 276"/>
                <a:gd name="T11" fmla="*/ 193 h 278"/>
                <a:gd name="T12" fmla="*/ 9 w 276"/>
                <a:gd name="T13" fmla="*/ 139 h 278"/>
                <a:gd name="T14" fmla="*/ 8 w 276"/>
                <a:gd name="T15" fmla="*/ 118 h 278"/>
                <a:gd name="T16" fmla="*/ 61 w 276"/>
                <a:gd name="T17" fmla="*/ 102 h 278"/>
                <a:gd name="T18" fmla="*/ 199 w 276"/>
                <a:gd name="T19" fmla="*/ 145 h 278"/>
                <a:gd name="T20" fmla="*/ 210 w 276"/>
                <a:gd name="T21" fmla="*/ 147 h 278"/>
                <a:gd name="T22" fmla="*/ 212 w 276"/>
                <a:gd name="T23" fmla="*/ 143 h 278"/>
                <a:gd name="T24" fmla="*/ 157 w 276"/>
                <a:gd name="T25" fmla="*/ 95 h 278"/>
                <a:gd name="T26" fmla="*/ 92 w 276"/>
                <a:gd name="T27" fmla="*/ 40 h 278"/>
                <a:gd name="T28" fmla="*/ 91 w 276"/>
                <a:gd name="T29" fmla="*/ 21 h 278"/>
                <a:gd name="T30" fmla="*/ 115 w 276"/>
                <a:gd name="T31" fmla="*/ 12 h 278"/>
                <a:gd name="T32" fmla="*/ 272 w 276"/>
                <a:gd name="T33" fmla="*/ 147 h 278"/>
                <a:gd name="T34" fmla="*/ 274 w 276"/>
                <a:gd name="T35" fmla="*/ 160 h 278"/>
                <a:gd name="T36" fmla="*/ 253 w 276"/>
                <a:gd name="T37" fmla="*/ 185 h 278"/>
                <a:gd name="T38" fmla="*/ 241 w 276"/>
                <a:gd name="T39" fmla="*/ 187 h 278"/>
                <a:gd name="T40" fmla="*/ 144 w 276"/>
                <a:gd name="T41" fmla="*/ 157 h 278"/>
                <a:gd name="T42" fmla="*/ 78 w 276"/>
                <a:gd name="T43" fmla="*/ 137 h 278"/>
                <a:gd name="T44" fmla="*/ 71 w 276"/>
                <a:gd name="T45" fmla="*/ 137 h 278"/>
                <a:gd name="T46" fmla="*/ 69 w 276"/>
                <a:gd name="T47" fmla="*/ 141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6" h="278">
                  <a:moveTo>
                    <a:pt x="69" y="141"/>
                  </a:moveTo>
                  <a:cubicBezTo>
                    <a:pt x="81" y="151"/>
                    <a:pt x="93" y="161"/>
                    <a:pt x="105" y="172"/>
                  </a:cubicBezTo>
                  <a:cubicBezTo>
                    <a:pt x="131" y="194"/>
                    <a:pt x="158" y="217"/>
                    <a:pt x="184" y="239"/>
                  </a:cubicBezTo>
                  <a:cubicBezTo>
                    <a:pt x="192" y="246"/>
                    <a:pt x="198" y="250"/>
                    <a:pt x="189" y="261"/>
                  </a:cubicBezTo>
                  <a:cubicBezTo>
                    <a:pt x="175" y="277"/>
                    <a:pt x="175" y="278"/>
                    <a:pt x="161" y="267"/>
                  </a:cubicBezTo>
                  <a:cubicBezTo>
                    <a:pt x="132" y="243"/>
                    <a:pt x="103" y="218"/>
                    <a:pt x="73" y="193"/>
                  </a:cubicBezTo>
                  <a:cubicBezTo>
                    <a:pt x="52" y="175"/>
                    <a:pt x="31" y="157"/>
                    <a:pt x="9" y="139"/>
                  </a:cubicBezTo>
                  <a:cubicBezTo>
                    <a:pt x="1" y="132"/>
                    <a:pt x="0" y="127"/>
                    <a:pt x="8" y="118"/>
                  </a:cubicBezTo>
                  <a:cubicBezTo>
                    <a:pt x="34" y="88"/>
                    <a:pt x="28" y="92"/>
                    <a:pt x="61" y="102"/>
                  </a:cubicBezTo>
                  <a:cubicBezTo>
                    <a:pt x="107" y="116"/>
                    <a:pt x="153" y="131"/>
                    <a:pt x="199" y="145"/>
                  </a:cubicBezTo>
                  <a:cubicBezTo>
                    <a:pt x="202" y="146"/>
                    <a:pt x="206" y="146"/>
                    <a:pt x="210" y="147"/>
                  </a:cubicBezTo>
                  <a:cubicBezTo>
                    <a:pt x="211" y="145"/>
                    <a:pt x="212" y="144"/>
                    <a:pt x="212" y="143"/>
                  </a:cubicBezTo>
                  <a:cubicBezTo>
                    <a:pt x="194" y="127"/>
                    <a:pt x="176" y="111"/>
                    <a:pt x="157" y="95"/>
                  </a:cubicBezTo>
                  <a:cubicBezTo>
                    <a:pt x="136" y="77"/>
                    <a:pt x="114" y="58"/>
                    <a:pt x="92" y="40"/>
                  </a:cubicBezTo>
                  <a:cubicBezTo>
                    <a:pt x="84" y="34"/>
                    <a:pt x="82" y="28"/>
                    <a:pt x="91" y="21"/>
                  </a:cubicBezTo>
                  <a:cubicBezTo>
                    <a:pt x="98" y="16"/>
                    <a:pt x="101" y="0"/>
                    <a:pt x="115" y="12"/>
                  </a:cubicBezTo>
                  <a:cubicBezTo>
                    <a:pt x="167" y="57"/>
                    <a:pt x="220" y="102"/>
                    <a:pt x="272" y="147"/>
                  </a:cubicBezTo>
                  <a:cubicBezTo>
                    <a:pt x="275" y="149"/>
                    <a:pt x="276" y="157"/>
                    <a:pt x="274" y="160"/>
                  </a:cubicBezTo>
                  <a:cubicBezTo>
                    <a:pt x="268" y="169"/>
                    <a:pt x="261" y="177"/>
                    <a:pt x="253" y="185"/>
                  </a:cubicBezTo>
                  <a:cubicBezTo>
                    <a:pt x="250" y="187"/>
                    <a:pt x="244" y="188"/>
                    <a:pt x="241" y="187"/>
                  </a:cubicBezTo>
                  <a:cubicBezTo>
                    <a:pt x="208" y="178"/>
                    <a:pt x="176" y="167"/>
                    <a:pt x="144" y="157"/>
                  </a:cubicBezTo>
                  <a:cubicBezTo>
                    <a:pt x="122" y="150"/>
                    <a:pt x="100" y="143"/>
                    <a:pt x="78" y="137"/>
                  </a:cubicBezTo>
                  <a:cubicBezTo>
                    <a:pt x="76" y="136"/>
                    <a:pt x="73" y="137"/>
                    <a:pt x="71" y="137"/>
                  </a:cubicBezTo>
                  <a:cubicBezTo>
                    <a:pt x="70" y="138"/>
                    <a:pt x="70" y="139"/>
                    <a:pt x="69" y="141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35"/>
            <p:cNvSpPr>
              <a:spLocks noEditPoints="1"/>
            </p:cNvSpPr>
            <p:nvPr/>
          </p:nvSpPr>
          <p:spPr bwMode="auto">
            <a:xfrm>
              <a:off x="23004463" y="1831975"/>
              <a:ext cx="755650" cy="555625"/>
            </a:xfrm>
            <a:custGeom>
              <a:avLst/>
              <a:gdLst>
                <a:gd name="T0" fmla="*/ 18 w 239"/>
                <a:gd name="T1" fmla="*/ 176 h 176"/>
                <a:gd name="T2" fmla="*/ 13 w 239"/>
                <a:gd name="T3" fmla="*/ 140 h 176"/>
                <a:gd name="T4" fmla="*/ 23 w 239"/>
                <a:gd name="T5" fmla="*/ 128 h 176"/>
                <a:gd name="T6" fmla="*/ 88 w 239"/>
                <a:gd name="T7" fmla="*/ 100 h 176"/>
                <a:gd name="T8" fmla="*/ 104 w 239"/>
                <a:gd name="T9" fmla="*/ 72 h 176"/>
                <a:gd name="T10" fmla="*/ 87 w 239"/>
                <a:gd name="T11" fmla="*/ 57 h 176"/>
                <a:gd name="T12" fmla="*/ 23 w 239"/>
                <a:gd name="T13" fmla="*/ 66 h 176"/>
                <a:gd name="T14" fmla="*/ 2 w 239"/>
                <a:gd name="T15" fmla="*/ 50 h 176"/>
                <a:gd name="T16" fmla="*/ 24 w 239"/>
                <a:gd name="T17" fmla="*/ 24 h 176"/>
                <a:gd name="T18" fmla="*/ 214 w 239"/>
                <a:gd name="T19" fmla="*/ 2 h 176"/>
                <a:gd name="T20" fmla="*/ 230 w 239"/>
                <a:gd name="T21" fmla="*/ 13 h 176"/>
                <a:gd name="T22" fmla="*/ 237 w 239"/>
                <a:gd name="T23" fmla="*/ 83 h 176"/>
                <a:gd name="T24" fmla="*/ 155 w 239"/>
                <a:gd name="T25" fmla="*/ 141 h 176"/>
                <a:gd name="T26" fmla="*/ 125 w 239"/>
                <a:gd name="T27" fmla="*/ 117 h 176"/>
                <a:gd name="T28" fmla="*/ 18 w 239"/>
                <a:gd name="T29" fmla="*/ 176 h 176"/>
                <a:gd name="T30" fmla="*/ 204 w 239"/>
                <a:gd name="T31" fmla="*/ 68 h 176"/>
                <a:gd name="T32" fmla="*/ 192 w 239"/>
                <a:gd name="T33" fmla="*/ 46 h 176"/>
                <a:gd name="T34" fmla="*/ 145 w 239"/>
                <a:gd name="T35" fmla="*/ 51 h 176"/>
                <a:gd name="T36" fmla="*/ 135 w 239"/>
                <a:gd name="T37" fmla="*/ 58 h 176"/>
                <a:gd name="T38" fmla="*/ 148 w 239"/>
                <a:gd name="T39" fmla="*/ 96 h 176"/>
                <a:gd name="T40" fmla="*/ 188 w 239"/>
                <a:gd name="T41" fmla="*/ 101 h 176"/>
                <a:gd name="T42" fmla="*/ 204 w 239"/>
                <a:gd name="T43" fmla="*/ 6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9" h="176">
                  <a:moveTo>
                    <a:pt x="18" y="176"/>
                  </a:moveTo>
                  <a:cubicBezTo>
                    <a:pt x="16" y="161"/>
                    <a:pt x="13" y="151"/>
                    <a:pt x="13" y="140"/>
                  </a:cubicBezTo>
                  <a:cubicBezTo>
                    <a:pt x="13" y="136"/>
                    <a:pt x="19" y="130"/>
                    <a:pt x="23" y="128"/>
                  </a:cubicBezTo>
                  <a:cubicBezTo>
                    <a:pt x="44" y="118"/>
                    <a:pt x="66" y="109"/>
                    <a:pt x="88" y="100"/>
                  </a:cubicBezTo>
                  <a:cubicBezTo>
                    <a:pt x="100" y="94"/>
                    <a:pt x="104" y="85"/>
                    <a:pt x="104" y="72"/>
                  </a:cubicBezTo>
                  <a:cubicBezTo>
                    <a:pt x="105" y="60"/>
                    <a:pt x="100" y="55"/>
                    <a:pt x="87" y="57"/>
                  </a:cubicBezTo>
                  <a:cubicBezTo>
                    <a:pt x="66" y="60"/>
                    <a:pt x="45" y="62"/>
                    <a:pt x="23" y="66"/>
                  </a:cubicBezTo>
                  <a:cubicBezTo>
                    <a:pt x="6" y="68"/>
                    <a:pt x="4" y="67"/>
                    <a:pt x="2" y="50"/>
                  </a:cubicBezTo>
                  <a:cubicBezTo>
                    <a:pt x="0" y="27"/>
                    <a:pt x="0" y="27"/>
                    <a:pt x="24" y="24"/>
                  </a:cubicBezTo>
                  <a:cubicBezTo>
                    <a:pt x="87" y="17"/>
                    <a:pt x="151" y="9"/>
                    <a:pt x="214" y="2"/>
                  </a:cubicBezTo>
                  <a:cubicBezTo>
                    <a:pt x="224" y="0"/>
                    <a:pt x="229" y="3"/>
                    <a:pt x="230" y="13"/>
                  </a:cubicBezTo>
                  <a:cubicBezTo>
                    <a:pt x="232" y="37"/>
                    <a:pt x="236" y="60"/>
                    <a:pt x="237" y="83"/>
                  </a:cubicBezTo>
                  <a:cubicBezTo>
                    <a:pt x="239" y="140"/>
                    <a:pt x="188" y="155"/>
                    <a:pt x="155" y="141"/>
                  </a:cubicBezTo>
                  <a:cubicBezTo>
                    <a:pt x="144" y="136"/>
                    <a:pt x="135" y="125"/>
                    <a:pt x="125" y="117"/>
                  </a:cubicBezTo>
                  <a:cubicBezTo>
                    <a:pt x="95" y="145"/>
                    <a:pt x="55" y="155"/>
                    <a:pt x="18" y="176"/>
                  </a:cubicBezTo>
                  <a:close/>
                  <a:moveTo>
                    <a:pt x="204" y="68"/>
                  </a:moveTo>
                  <a:cubicBezTo>
                    <a:pt x="200" y="63"/>
                    <a:pt x="211" y="46"/>
                    <a:pt x="192" y="46"/>
                  </a:cubicBezTo>
                  <a:cubicBezTo>
                    <a:pt x="176" y="47"/>
                    <a:pt x="161" y="49"/>
                    <a:pt x="145" y="51"/>
                  </a:cubicBezTo>
                  <a:cubicBezTo>
                    <a:pt x="141" y="51"/>
                    <a:pt x="134" y="57"/>
                    <a:pt x="135" y="58"/>
                  </a:cubicBezTo>
                  <a:cubicBezTo>
                    <a:pt x="138" y="71"/>
                    <a:pt x="140" y="87"/>
                    <a:pt x="148" y="96"/>
                  </a:cubicBezTo>
                  <a:cubicBezTo>
                    <a:pt x="158" y="108"/>
                    <a:pt x="173" y="107"/>
                    <a:pt x="188" y="101"/>
                  </a:cubicBezTo>
                  <a:cubicBezTo>
                    <a:pt x="203" y="96"/>
                    <a:pt x="205" y="84"/>
                    <a:pt x="204" y="68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36"/>
            <p:cNvSpPr>
              <a:spLocks noEditPoints="1"/>
            </p:cNvSpPr>
            <p:nvPr/>
          </p:nvSpPr>
          <p:spPr bwMode="auto">
            <a:xfrm>
              <a:off x="18878550" y="-1816100"/>
              <a:ext cx="527050" cy="763588"/>
            </a:xfrm>
            <a:custGeom>
              <a:avLst/>
              <a:gdLst>
                <a:gd name="T0" fmla="*/ 113 w 167"/>
                <a:gd name="T1" fmla="*/ 116 h 242"/>
                <a:gd name="T2" fmla="*/ 167 w 167"/>
                <a:gd name="T3" fmla="*/ 224 h 242"/>
                <a:gd name="T4" fmla="*/ 130 w 167"/>
                <a:gd name="T5" fmla="*/ 227 h 242"/>
                <a:gd name="T6" fmla="*/ 118 w 167"/>
                <a:gd name="T7" fmla="*/ 214 h 242"/>
                <a:gd name="T8" fmla="*/ 97 w 167"/>
                <a:gd name="T9" fmla="*/ 159 h 242"/>
                <a:gd name="T10" fmla="*/ 67 w 167"/>
                <a:gd name="T11" fmla="*/ 133 h 242"/>
                <a:gd name="T12" fmla="*/ 51 w 167"/>
                <a:gd name="T13" fmla="*/ 148 h 242"/>
                <a:gd name="T14" fmla="*/ 55 w 167"/>
                <a:gd name="T15" fmla="*/ 217 h 242"/>
                <a:gd name="T16" fmla="*/ 43 w 167"/>
                <a:gd name="T17" fmla="*/ 234 h 242"/>
                <a:gd name="T18" fmla="*/ 15 w 167"/>
                <a:gd name="T19" fmla="*/ 221 h 242"/>
                <a:gd name="T20" fmla="*/ 4 w 167"/>
                <a:gd name="T21" fmla="*/ 61 h 242"/>
                <a:gd name="T22" fmla="*/ 1 w 167"/>
                <a:gd name="T23" fmla="*/ 19 h 242"/>
                <a:gd name="T24" fmla="*/ 12 w 167"/>
                <a:gd name="T25" fmla="*/ 5 h 242"/>
                <a:gd name="T26" fmla="*/ 78 w 167"/>
                <a:gd name="T27" fmla="*/ 1 h 242"/>
                <a:gd name="T28" fmla="*/ 137 w 167"/>
                <a:gd name="T29" fmla="*/ 88 h 242"/>
                <a:gd name="T30" fmla="*/ 113 w 167"/>
                <a:gd name="T31" fmla="*/ 116 h 242"/>
                <a:gd name="T32" fmla="*/ 66 w 167"/>
                <a:gd name="T33" fmla="*/ 29 h 242"/>
                <a:gd name="T34" fmla="*/ 64 w 167"/>
                <a:gd name="T35" fmla="*/ 32 h 242"/>
                <a:gd name="T36" fmla="*/ 44 w 167"/>
                <a:gd name="T37" fmla="*/ 55 h 242"/>
                <a:gd name="T38" fmla="*/ 48 w 167"/>
                <a:gd name="T39" fmla="*/ 91 h 242"/>
                <a:gd name="T40" fmla="*/ 56 w 167"/>
                <a:gd name="T41" fmla="*/ 103 h 242"/>
                <a:gd name="T42" fmla="*/ 96 w 167"/>
                <a:gd name="T43" fmla="*/ 89 h 242"/>
                <a:gd name="T44" fmla="*/ 97 w 167"/>
                <a:gd name="T45" fmla="*/ 45 h 242"/>
                <a:gd name="T46" fmla="*/ 66 w 167"/>
                <a:gd name="T47" fmla="*/ 29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7" h="242">
                  <a:moveTo>
                    <a:pt x="113" y="116"/>
                  </a:moveTo>
                  <a:cubicBezTo>
                    <a:pt x="140" y="144"/>
                    <a:pt x="146" y="186"/>
                    <a:pt x="167" y="224"/>
                  </a:cubicBezTo>
                  <a:cubicBezTo>
                    <a:pt x="152" y="225"/>
                    <a:pt x="141" y="228"/>
                    <a:pt x="130" y="227"/>
                  </a:cubicBezTo>
                  <a:cubicBezTo>
                    <a:pt x="126" y="227"/>
                    <a:pt x="120" y="220"/>
                    <a:pt x="118" y="214"/>
                  </a:cubicBezTo>
                  <a:cubicBezTo>
                    <a:pt x="110" y="196"/>
                    <a:pt x="104" y="177"/>
                    <a:pt x="97" y="159"/>
                  </a:cubicBezTo>
                  <a:cubicBezTo>
                    <a:pt x="91" y="145"/>
                    <a:pt x="83" y="134"/>
                    <a:pt x="67" y="133"/>
                  </a:cubicBezTo>
                  <a:cubicBezTo>
                    <a:pt x="55" y="132"/>
                    <a:pt x="50" y="136"/>
                    <a:pt x="51" y="148"/>
                  </a:cubicBezTo>
                  <a:cubicBezTo>
                    <a:pt x="53" y="171"/>
                    <a:pt x="54" y="194"/>
                    <a:pt x="55" y="217"/>
                  </a:cubicBezTo>
                  <a:cubicBezTo>
                    <a:pt x="56" y="227"/>
                    <a:pt x="56" y="235"/>
                    <a:pt x="43" y="234"/>
                  </a:cubicBezTo>
                  <a:cubicBezTo>
                    <a:pt x="32" y="233"/>
                    <a:pt x="17" y="242"/>
                    <a:pt x="15" y="221"/>
                  </a:cubicBezTo>
                  <a:cubicBezTo>
                    <a:pt x="12" y="167"/>
                    <a:pt x="8" y="114"/>
                    <a:pt x="4" y="61"/>
                  </a:cubicBezTo>
                  <a:cubicBezTo>
                    <a:pt x="3" y="47"/>
                    <a:pt x="2" y="33"/>
                    <a:pt x="1" y="19"/>
                  </a:cubicBezTo>
                  <a:cubicBezTo>
                    <a:pt x="0" y="10"/>
                    <a:pt x="3" y="6"/>
                    <a:pt x="12" y="5"/>
                  </a:cubicBezTo>
                  <a:cubicBezTo>
                    <a:pt x="34" y="4"/>
                    <a:pt x="56" y="1"/>
                    <a:pt x="78" y="1"/>
                  </a:cubicBezTo>
                  <a:cubicBezTo>
                    <a:pt x="130" y="0"/>
                    <a:pt x="160" y="45"/>
                    <a:pt x="137" y="88"/>
                  </a:cubicBezTo>
                  <a:cubicBezTo>
                    <a:pt x="131" y="99"/>
                    <a:pt x="121" y="107"/>
                    <a:pt x="113" y="116"/>
                  </a:cubicBezTo>
                  <a:close/>
                  <a:moveTo>
                    <a:pt x="66" y="29"/>
                  </a:moveTo>
                  <a:cubicBezTo>
                    <a:pt x="65" y="30"/>
                    <a:pt x="65" y="31"/>
                    <a:pt x="64" y="32"/>
                  </a:cubicBezTo>
                  <a:cubicBezTo>
                    <a:pt x="43" y="33"/>
                    <a:pt x="42" y="34"/>
                    <a:pt x="44" y="55"/>
                  </a:cubicBezTo>
                  <a:cubicBezTo>
                    <a:pt x="45" y="67"/>
                    <a:pt x="46" y="79"/>
                    <a:pt x="48" y="91"/>
                  </a:cubicBezTo>
                  <a:cubicBezTo>
                    <a:pt x="49" y="95"/>
                    <a:pt x="53" y="103"/>
                    <a:pt x="56" y="103"/>
                  </a:cubicBezTo>
                  <a:cubicBezTo>
                    <a:pt x="70" y="103"/>
                    <a:pt x="85" y="101"/>
                    <a:pt x="96" y="89"/>
                  </a:cubicBezTo>
                  <a:cubicBezTo>
                    <a:pt x="103" y="80"/>
                    <a:pt x="106" y="56"/>
                    <a:pt x="97" y="45"/>
                  </a:cubicBezTo>
                  <a:cubicBezTo>
                    <a:pt x="89" y="37"/>
                    <a:pt x="76" y="34"/>
                    <a:pt x="66" y="29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37"/>
            <p:cNvSpPr/>
            <p:nvPr/>
          </p:nvSpPr>
          <p:spPr bwMode="auto">
            <a:xfrm>
              <a:off x="15333663" y="463550"/>
              <a:ext cx="862012" cy="736600"/>
            </a:xfrm>
            <a:custGeom>
              <a:avLst/>
              <a:gdLst>
                <a:gd name="T0" fmla="*/ 209 w 273"/>
                <a:gd name="T1" fmla="*/ 233 h 233"/>
                <a:gd name="T2" fmla="*/ 197 w 273"/>
                <a:gd name="T3" fmla="*/ 228 h 233"/>
                <a:gd name="T4" fmla="*/ 29 w 273"/>
                <a:gd name="T5" fmla="*/ 148 h 233"/>
                <a:gd name="T6" fmla="*/ 27 w 273"/>
                <a:gd name="T7" fmla="*/ 147 h 233"/>
                <a:gd name="T8" fmla="*/ 15 w 273"/>
                <a:gd name="T9" fmla="*/ 108 h 233"/>
                <a:gd name="T10" fmla="*/ 30 w 273"/>
                <a:gd name="T11" fmla="*/ 104 h 233"/>
                <a:gd name="T12" fmla="*/ 92 w 273"/>
                <a:gd name="T13" fmla="*/ 134 h 233"/>
                <a:gd name="T14" fmla="*/ 112 w 273"/>
                <a:gd name="T15" fmla="*/ 127 h 233"/>
                <a:gd name="T16" fmla="*/ 130 w 273"/>
                <a:gd name="T17" fmla="*/ 89 h 233"/>
                <a:gd name="T18" fmla="*/ 123 w 273"/>
                <a:gd name="T19" fmla="*/ 70 h 233"/>
                <a:gd name="T20" fmla="*/ 66 w 273"/>
                <a:gd name="T21" fmla="*/ 43 h 233"/>
                <a:gd name="T22" fmla="*/ 61 w 273"/>
                <a:gd name="T23" fmla="*/ 11 h 233"/>
                <a:gd name="T24" fmla="*/ 82 w 273"/>
                <a:gd name="T25" fmla="*/ 6 h 233"/>
                <a:gd name="T26" fmla="*/ 258 w 273"/>
                <a:gd name="T27" fmla="*/ 89 h 233"/>
                <a:gd name="T28" fmla="*/ 272 w 273"/>
                <a:gd name="T29" fmla="*/ 102 h 233"/>
                <a:gd name="T30" fmla="*/ 258 w 273"/>
                <a:gd name="T31" fmla="*/ 131 h 233"/>
                <a:gd name="T32" fmla="*/ 246 w 273"/>
                <a:gd name="T33" fmla="*/ 128 h 233"/>
                <a:gd name="T34" fmla="*/ 181 w 273"/>
                <a:gd name="T35" fmla="*/ 97 h 233"/>
                <a:gd name="T36" fmla="*/ 159 w 273"/>
                <a:gd name="T37" fmla="*/ 105 h 233"/>
                <a:gd name="T38" fmla="*/ 141 w 273"/>
                <a:gd name="T39" fmla="*/ 142 h 233"/>
                <a:gd name="T40" fmla="*/ 148 w 273"/>
                <a:gd name="T41" fmla="*/ 160 h 233"/>
                <a:gd name="T42" fmla="*/ 210 w 273"/>
                <a:gd name="T43" fmla="*/ 189 h 233"/>
                <a:gd name="T44" fmla="*/ 219 w 273"/>
                <a:gd name="T45" fmla="*/ 217 h 233"/>
                <a:gd name="T46" fmla="*/ 209 w 273"/>
                <a:gd name="T47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3" h="233">
                  <a:moveTo>
                    <a:pt x="209" y="233"/>
                  </a:moveTo>
                  <a:cubicBezTo>
                    <a:pt x="203" y="231"/>
                    <a:pt x="200" y="230"/>
                    <a:pt x="197" y="228"/>
                  </a:cubicBezTo>
                  <a:cubicBezTo>
                    <a:pt x="141" y="201"/>
                    <a:pt x="85" y="175"/>
                    <a:pt x="29" y="148"/>
                  </a:cubicBezTo>
                  <a:cubicBezTo>
                    <a:pt x="28" y="148"/>
                    <a:pt x="27" y="147"/>
                    <a:pt x="27" y="147"/>
                  </a:cubicBezTo>
                  <a:cubicBezTo>
                    <a:pt x="0" y="134"/>
                    <a:pt x="1" y="134"/>
                    <a:pt x="15" y="108"/>
                  </a:cubicBezTo>
                  <a:cubicBezTo>
                    <a:pt x="20" y="101"/>
                    <a:pt x="23" y="101"/>
                    <a:pt x="30" y="104"/>
                  </a:cubicBezTo>
                  <a:cubicBezTo>
                    <a:pt x="50" y="114"/>
                    <a:pt x="71" y="124"/>
                    <a:pt x="92" y="134"/>
                  </a:cubicBezTo>
                  <a:cubicBezTo>
                    <a:pt x="102" y="139"/>
                    <a:pt x="107" y="138"/>
                    <a:pt x="112" y="127"/>
                  </a:cubicBezTo>
                  <a:cubicBezTo>
                    <a:pt x="117" y="114"/>
                    <a:pt x="123" y="101"/>
                    <a:pt x="130" y="89"/>
                  </a:cubicBezTo>
                  <a:cubicBezTo>
                    <a:pt x="134" y="80"/>
                    <a:pt x="132" y="74"/>
                    <a:pt x="123" y="70"/>
                  </a:cubicBezTo>
                  <a:cubicBezTo>
                    <a:pt x="104" y="61"/>
                    <a:pt x="85" y="52"/>
                    <a:pt x="66" y="43"/>
                  </a:cubicBezTo>
                  <a:cubicBezTo>
                    <a:pt x="50" y="36"/>
                    <a:pt x="50" y="35"/>
                    <a:pt x="61" y="11"/>
                  </a:cubicBezTo>
                  <a:cubicBezTo>
                    <a:pt x="66" y="0"/>
                    <a:pt x="72" y="1"/>
                    <a:pt x="82" y="6"/>
                  </a:cubicBezTo>
                  <a:cubicBezTo>
                    <a:pt x="141" y="34"/>
                    <a:pt x="200" y="61"/>
                    <a:pt x="258" y="89"/>
                  </a:cubicBezTo>
                  <a:cubicBezTo>
                    <a:pt x="264" y="92"/>
                    <a:pt x="273" y="99"/>
                    <a:pt x="272" y="102"/>
                  </a:cubicBezTo>
                  <a:cubicBezTo>
                    <a:pt x="269" y="112"/>
                    <a:pt x="264" y="122"/>
                    <a:pt x="258" y="131"/>
                  </a:cubicBezTo>
                  <a:cubicBezTo>
                    <a:pt x="257" y="132"/>
                    <a:pt x="249" y="130"/>
                    <a:pt x="246" y="128"/>
                  </a:cubicBezTo>
                  <a:cubicBezTo>
                    <a:pt x="224" y="118"/>
                    <a:pt x="202" y="108"/>
                    <a:pt x="181" y="97"/>
                  </a:cubicBezTo>
                  <a:cubicBezTo>
                    <a:pt x="170" y="92"/>
                    <a:pt x="163" y="94"/>
                    <a:pt x="159" y="105"/>
                  </a:cubicBezTo>
                  <a:cubicBezTo>
                    <a:pt x="154" y="118"/>
                    <a:pt x="148" y="130"/>
                    <a:pt x="141" y="142"/>
                  </a:cubicBezTo>
                  <a:cubicBezTo>
                    <a:pt x="136" y="151"/>
                    <a:pt x="137" y="156"/>
                    <a:pt x="148" y="160"/>
                  </a:cubicBezTo>
                  <a:cubicBezTo>
                    <a:pt x="169" y="169"/>
                    <a:pt x="189" y="179"/>
                    <a:pt x="210" y="189"/>
                  </a:cubicBezTo>
                  <a:cubicBezTo>
                    <a:pt x="229" y="198"/>
                    <a:pt x="229" y="198"/>
                    <a:pt x="219" y="217"/>
                  </a:cubicBezTo>
                  <a:cubicBezTo>
                    <a:pt x="216" y="222"/>
                    <a:pt x="212" y="228"/>
                    <a:pt x="209" y="233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238"/>
            <p:cNvSpPr>
              <a:spLocks noEditPoints="1"/>
            </p:cNvSpPr>
            <p:nvPr/>
          </p:nvSpPr>
          <p:spPr bwMode="auto">
            <a:xfrm>
              <a:off x="18127663" y="-1736725"/>
              <a:ext cx="606425" cy="798513"/>
            </a:xfrm>
            <a:custGeom>
              <a:avLst/>
              <a:gdLst>
                <a:gd name="T0" fmla="*/ 192 w 192"/>
                <a:gd name="T1" fmla="*/ 137 h 253"/>
                <a:gd name="T2" fmla="*/ 138 w 192"/>
                <a:gd name="T3" fmla="*/ 236 h 253"/>
                <a:gd name="T4" fmla="*/ 24 w 192"/>
                <a:gd name="T5" fmla="*/ 189 h 253"/>
                <a:gd name="T6" fmla="*/ 5 w 192"/>
                <a:gd name="T7" fmla="*/ 82 h 253"/>
                <a:gd name="T8" fmla="*/ 60 w 192"/>
                <a:gd name="T9" fmla="*/ 13 h 253"/>
                <a:gd name="T10" fmla="*/ 148 w 192"/>
                <a:gd name="T11" fmla="*/ 31 h 253"/>
                <a:gd name="T12" fmla="*/ 192 w 192"/>
                <a:gd name="T13" fmla="*/ 137 h 253"/>
                <a:gd name="T14" fmla="*/ 154 w 192"/>
                <a:gd name="T15" fmla="*/ 154 h 253"/>
                <a:gd name="T16" fmla="*/ 125 w 192"/>
                <a:gd name="T17" fmla="*/ 62 h 253"/>
                <a:gd name="T18" fmla="*/ 81 w 192"/>
                <a:gd name="T19" fmla="*/ 40 h 253"/>
                <a:gd name="T20" fmla="*/ 45 w 192"/>
                <a:gd name="T21" fmla="*/ 77 h 253"/>
                <a:gd name="T22" fmla="*/ 76 w 192"/>
                <a:gd name="T23" fmla="*/ 194 h 253"/>
                <a:gd name="T24" fmla="*/ 139 w 192"/>
                <a:gd name="T25" fmla="*/ 197 h 253"/>
                <a:gd name="T26" fmla="*/ 154 w 192"/>
                <a:gd name="T27" fmla="*/ 154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2" h="253">
                  <a:moveTo>
                    <a:pt x="192" y="137"/>
                  </a:moveTo>
                  <a:cubicBezTo>
                    <a:pt x="192" y="189"/>
                    <a:pt x="171" y="224"/>
                    <a:pt x="138" y="236"/>
                  </a:cubicBezTo>
                  <a:cubicBezTo>
                    <a:pt x="91" y="253"/>
                    <a:pt x="47" y="235"/>
                    <a:pt x="24" y="189"/>
                  </a:cubicBezTo>
                  <a:cubicBezTo>
                    <a:pt x="7" y="155"/>
                    <a:pt x="0" y="120"/>
                    <a:pt x="5" y="82"/>
                  </a:cubicBezTo>
                  <a:cubicBezTo>
                    <a:pt x="10" y="49"/>
                    <a:pt x="28" y="25"/>
                    <a:pt x="60" y="13"/>
                  </a:cubicBezTo>
                  <a:cubicBezTo>
                    <a:pt x="93" y="0"/>
                    <a:pt x="123" y="7"/>
                    <a:pt x="148" y="31"/>
                  </a:cubicBezTo>
                  <a:cubicBezTo>
                    <a:pt x="180" y="62"/>
                    <a:pt x="190" y="103"/>
                    <a:pt x="192" y="137"/>
                  </a:cubicBezTo>
                  <a:close/>
                  <a:moveTo>
                    <a:pt x="154" y="154"/>
                  </a:moveTo>
                  <a:cubicBezTo>
                    <a:pt x="150" y="121"/>
                    <a:pt x="142" y="90"/>
                    <a:pt x="125" y="62"/>
                  </a:cubicBezTo>
                  <a:cubicBezTo>
                    <a:pt x="114" y="46"/>
                    <a:pt x="97" y="37"/>
                    <a:pt x="81" y="40"/>
                  </a:cubicBezTo>
                  <a:cubicBezTo>
                    <a:pt x="60" y="44"/>
                    <a:pt x="48" y="55"/>
                    <a:pt x="45" y="77"/>
                  </a:cubicBezTo>
                  <a:cubicBezTo>
                    <a:pt x="40" y="119"/>
                    <a:pt x="50" y="159"/>
                    <a:pt x="76" y="194"/>
                  </a:cubicBezTo>
                  <a:cubicBezTo>
                    <a:pt x="92" y="216"/>
                    <a:pt x="123" y="218"/>
                    <a:pt x="139" y="197"/>
                  </a:cubicBezTo>
                  <a:cubicBezTo>
                    <a:pt x="147" y="185"/>
                    <a:pt x="149" y="169"/>
                    <a:pt x="154" y="154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239"/>
            <p:cNvSpPr/>
            <p:nvPr/>
          </p:nvSpPr>
          <p:spPr bwMode="auto">
            <a:xfrm>
              <a:off x="21624925" y="-915987"/>
              <a:ext cx="827087" cy="792163"/>
            </a:xfrm>
            <a:custGeom>
              <a:avLst/>
              <a:gdLst>
                <a:gd name="T0" fmla="*/ 228 w 262"/>
                <a:gd name="T1" fmla="*/ 76 h 251"/>
                <a:gd name="T2" fmla="*/ 232 w 262"/>
                <a:gd name="T3" fmla="*/ 77 h 251"/>
                <a:gd name="T4" fmla="*/ 238 w 262"/>
                <a:gd name="T5" fmla="*/ 126 h 251"/>
                <a:gd name="T6" fmla="*/ 167 w 262"/>
                <a:gd name="T7" fmla="*/ 209 h 251"/>
                <a:gd name="T8" fmla="*/ 86 w 262"/>
                <a:gd name="T9" fmla="*/ 245 h 251"/>
                <a:gd name="T10" fmla="*/ 35 w 262"/>
                <a:gd name="T11" fmla="*/ 125 h 251"/>
                <a:gd name="T12" fmla="*/ 135 w 262"/>
                <a:gd name="T13" fmla="*/ 7 h 251"/>
                <a:gd name="T14" fmla="*/ 151 w 262"/>
                <a:gd name="T15" fmla="*/ 6 h 251"/>
                <a:gd name="T16" fmla="*/ 155 w 262"/>
                <a:gd name="T17" fmla="*/ 45 h 251"/>
                <a:gd name="T18" fmla="*/ 71 w 262"/>
                <a:gd name="T19" fmla="*/ 144 h 251"/>
                <a:gd name="T20" fmla="*/ 62 w 262"/>
                <a:gd name="T21" fmla="*/ 193 h 251"/>
                <a:gd name="T22" fmla="*/ 121 w 262"/>
                <a:gd name="T23" fmla="*/ 197 h 251"/>
                <a:gd name="T24" fmla="*/ 173 w 262"/>
                <a:gd name="T25" fmla="*/ 139 h 251"/>
                <a:gd name="T26" fmla="*/ 228 w 262"/>
                <a:gd name="T27" fmla="*/ 76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2" h="251">
                  <a:moveTo>
                    <a:pt x="228" y="76"/>
                  </a:moveTo>
                  <a:cubicBezTo>
                    <a:pt x="231" y="77"/>
                    <a:pt x="232" y="77"/>
                    <a:pt x="232" y="77"/>
                  </a:cubicBezTo>
                  <a:cubicBezTo>
                    <a:pt x="262" y="98"/>
                    <a:pt x="262" y="98"/>
                    <a:pt x="238" y="126"/>
                  </a:cubicBezTo>
                  <a:cubicBezTo>
                    <a:pt x="214" y="153"/>
                    <a:pt x="190" y="181"/>
                    <a:pt x="167" y="209"/>
                  </a:cubicBezTo>
                  <a:cubicBezTo>
                    <a:pt x="145" y="233"/>
                    <a:pt x="122" y="251"/>
                    <a:pt x="86" y="245"/>
                  </a:cubicBezTo>
                  <a:cubicBezTo>
                    <a:pt x="30" y="236"/>
                    <a:pt x="0" y="169"/>
                    <a:pt x="35" y="125"/>
                  </a:cubicBezTo>
                  <a:cubicBezTo>
                    <a:pt x="67" y="84"/>
                    <a:pt x="102" y="46"/>
                    <a:pt x="135" y="7"/>
                  </a:cubicBezTo>
                  <a:cubicBezTo>
                    <a:pt x="140" y="1"/>
                    <a:pt x="145" y="0"/>
                    <a:pt x="151" y="6"/>
                  </a:cubicBezTo>
                  <a:cubicBezTo>
                    <a:pt x="174" y="24"/>
                    <a:pt x="174" y="23"/>
                    <a:pt x="155" y="45"/>
                  </a:cubicBezTo>
                  <a:cubicBezTo>
                    <a:pt x="127" y="78"/>
                    <a:pt x="99" y="111"/>
                    <a:pt x="71" y="144"/>
                  </a:cubicBezTo>
                  <a:cubicBezTo>
                    <a:pt x="56" y="161"/>
                    <a:pt x="52" y="179"/>
                    <a:pt x="62" y="193"/>
                  </a:cubicBezTo>
                  <a:cubicBezTo>
                    <a:pt x="78" y="216"/>
                    <a:pt x="101" y="218"/>
                    <a:pt x="121" y="197"/>
                  </a:cubicBezTo>
                  <a:cubicBezTo>
                    <a:pt x="139" y="179"/>
                    <a:pt x="156" y="158"/>
                    <a:pt x="173" y="139"/>
                  </a:cubicBezTo>
                  <a:cubicBezTo>
                    <a:pt x="192" y="118"/>
                    <a:pt x="210" y="96"/>
                    <a:pt x="228" y="76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240"/>
            <p:cNvSpPr>
              <a:spLocks noEditPoints="1"/>
            </p:cNvSpPr>
            <p:nvPr/>
          </p:nvSpPr>
          <p:spPr bwMode="auto">
            <a:xfrm>
              <a:off x="15135225" y="3162300"/>
              <a:ext cx="811212" cy="596900"/>
            </a:xfrm>
            <a:custGeom>
              <a:avLst/>
              <a:gdLst>
                <a:gd name="T0" fmla="*/ 236 w 257"/>
                <a:gd name="T1" fmla="*/ 187 h 189"/>
                <a:gd name="T2" fmla="*/ 26 w 257"/>
                <a:gd name="T3" fmla="*/ 171 h 189"/>
                <a:gd name="T4" fmla="*/ 9 w 257"/>
                <a:gd name="T5" fmla="*/ 159 h 189"/>
                <a:gd name="T6" fmla="*/ 6 w 257"/>
                <a:gd name="T7" fmla="*/ 147 h 189"/>
                <a:gd name="T8" fmla="*/ 18 w 257"/>
                <a:gd name="T9" fmla="*/ 115 h 189"/>
                <a:gd name="T10" fmla="*/ 193 w 257"/>
                <a:gd name="T11" fmla="*/ 7 h 189"/>
                <a:gd name="T12" fmla="*/ 210 w 257"/>
                <a:gd name="T13" fmla="*/ 14 h 189"/>
                <a:gd name="T14" fmla="*/ 192 w 257"/>
                <a:gd name="T15" fmla="*/ 53 h 189"/>
                <a:gd name="T16" fmla="*/ 173 w 257"/>
                <a:gd name="T17" fmla="*/ 93 h 189"/>
                <a:gd name="T18" fmla="*/ 184 w 257"/>
                <a:gd name="T19" fmla="*/ 137 h 189"/>
                <a:gd name="T20" fmla="*/ 197 w 257"/>
                <a:gd name="T21" fmla="*/ 146 h 189"/>
                <a:gd name="T22" fmla="*/ 233 w 257"/>
                <a:gd name="T23" fmla="*/ 149 h 189"/>
                <a:gd name="T24" fmla="*/ 251 w 257"/>
                <a:gd name="T25" fmla="*/ 185 h 189"/>
                <a:gd name="T26" fmla="*/ 236 w 257"/>
                <a:gd name="T27" fmla="*/ 189 h 189"/>
                <a:gd name="T28" fmla="*/ 236 w 257"/>
                <a:gd name="T29" fmla="*/ 187 h 189"/>
                <a:gd name="T30" fmla="*/ 46 w 257"/>
                <a:gd name="T31" fmla="*/ 136 h 189"/>
                <a:gd name="T32" fmla="*/ 47 w 257"/>
                <a:gd name="T33" fmla="*/ 142 h 189"/>
                <a:gd name="T34" fmla="*/ 154 w 257"/>
                <a:gd name="T35" fmla="*/ 142 h 189"/>
                <a:gd name="T36" fmla="*/ 141 w 257"/>
                <a:gd name="T37" fmla="*/ 96 h 189"/>
                <a:gd name="T38" fmla="*/ 129 w 257"/>
                <a:gd name="T39" fmla="*/ 90 h 189"/>
                <a:gd name="T40" fmla="*/ 46 w 257"/>
                <a:gd name="T41" fmla="*/ 136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7" h="189">
                  <a:moveTo>
                    <a:pt x="236" y="187"/>
                  </a:moveTo>
                  <a:cubicBezTo>
                    <a:pt x="166" y="182"/>
                    <a:pt x="96" y="177"/>
                    <a:pt x="26" y="171"/>
                  </a:cubicBezTo>
                  <a:cubicBezTo>
                    <a:pt x="17" y="171"/>
                    <a:pt x="10" y="169"/>
                    <a:pt x="9" y="159"/>
                  </a:cubicBezTo>
                  <a:cubicBezTo>
                    <a:pt x="9" y="155"/>
                    <a:pt x="7" y="151"/>
                    <a:pt x="6" y="147"/>
                  </a:cubicBezTo>
                  <a:cubicBezTo>
                    <a:pt x="0" y="133"/>
                    <a:pt x="4" y="124"/>
                    <a:pt x="18" y="115"/>
                  </a:cubicBezTo>
                  <a:cubicBezTo>
                    <a:pt x="77" y="80"/>
                    <a:pt x="135" y="43"/>
                    <a:pt x="193" y="7"/>
                  </a:cubicBezTo>
                  <a:cubicBezTo>
                    <a:pt x="204" y="0"/>
                    <a:pt x="207" y="1"/>
                    <a:pt x="210" y="14"/>
                  </a:cubicBezTo>
                  <a:cubicBezTo>
                    <a:pt x="216" y="40"/>
                    <a:pt x="216" y="39"/>
                    <a:pt x="192" y="53"/>
                  </a:cubicBezTo>
                  <a:cubicBezTo>
                    <a:pt x="168" y="67"/>
                    <a:pt x="167" y="67"/>
                    <a:pt x="173" y="93"/>
                  </a:cubicBezTo>
                  <a:cubicBezTo>
                    <a:pt x="176" y="108"/>
                    <a:pt x="180" y="123"/>
                    <a:pt x="184" y="137"/>
                  </a:cubicBezTo>
                  <a:cubicBezTo>
                    <a:pt x="186" y="141"/>
                    <a:pt x="192" y="145"/>
                    <a:pt x="197" y="146"/>
                  </a:cubicBezTo>
                  <a:cubicBezTo>
                    <a:pt x="209" y="148"/>
                    <a:pt x="221" y="148"/>
                    <a:pt x="233" y="149"/>
                  </a:cubicBezTo>
                  <a:cubicBezTo>
                    <a:pt x="242" y="149"/>
                    <a:pt x="257" y="178"/>
                    <a:pt x="251" y="185"/>
                  </a:cubicBezTo>
                  <a:cubicBezTo>
                    <a:pt x="248" y="188"/>
                    <a:pt x="241" y="188"/>
                    <a:pt x="236" y="189"/>
                  </a:cubicBezTo>
                  <a:cubicBezTo>
                    <a:pt x="236" y="188"/>
                    <a:pt x="236" y="188"/>
                    <a:pt x="236" y="187"/>
                  </a:cubicBezTo>
                  <a:close/>
                  <a:moveTo>
                    <a:pt x="46" y="136"/>
                  </a:moveTo>
                  <a:cubicBezTo>
                    <a:pt x="46" y="138"/>
                    <a:pt x="47" y="140"/>
                    <a:pt x="47" y="142"/>
                  </a:cubicBezTo>
                  <a:cubicBezTo>
                    <a:pt x="82" y="142"/>
                    <a:pt x="117" y="142"/>
                    <a:pt x="154" y="142"/>
                  </a:cubicBezTo>
                  <a:cubicBezTo>
                    <a:pt x="150" y="126"/>
                    <a:pt x="146" y="111"/>
                    <a:pt x="141" y="96"/>
                  </a:cubicBezTo>
                  <a:cubicBezTo>
                    <a:pt x="140" y="93"/>
                    <a:pt x="132" y="89"/>
                    <a:pt x="129" y="90"/>
                  </a:cubicBezTo>
                  <a:cubicBezTo>
                    <a:pt x="101" y="105"/>
                    <a:pt x="73" y="121"/>
                    <a:pt x="46" y="136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41"/>
            <p:cNvSpPr>
              <a:spLocks noEditPoints="1"/>
            </p:cNvSpPr>
            <p:nvPr/>
          </p:nvSpPr>
          <p:spPr bwMode="auto">
            <a:xfrm>
              <a:off x="20305713" y="-1604962"/>
              <a:ext cx="600075" cy="808038"/>
            </a:xfrm>
            <a:custGeom>
              <a:avLst/>
              <a:gdLst>
                <a:gd name="T0" fmla="*/ 0 w 190"/>
                <a:gd name="T1" fmla="*/ 192 h 256"/>
                <a:gd name="T2" fmla="*/ 47 w 190"/>
                <a:gd name="T3" fmla="*/ 130 h 256"/>
                <a:gd name="T4" fmla="*/ 137 w 190"/>
                <a:gd name="T5" fmla="*/ 12 h 256"/>
                <a:gd name="T6" fmla="*/ 162 w 190"/>
                <a:gd name="T7" fmla="*/ 5 h 256"/>
                <a:gd name="T8" fmla="*/ 189 w 190"/>
                <a:gd name="T9" fmla="*/ 45 h 256"/>
                <a:gd name="T10" fmla="*/ 184 w 190"/>
                <a:gd name="T11" fmla="*/ 240 h 256"/>
                <a:gd name="T12" fmla="*/ 183 w 190"/>
                <a:gd name="T13" fmla="*/ 256 h 256"/>
                <a:gd name="T14" fmla="*/ 153 w 190"/>
                <a:gd name="T15" fmla="*/ 244 h 256"/>
                <a:gd name="T16" fmla="*/ 146 w 190"/>
                <a:gd name="T17" fmla="*/ 233 h 256"/>
                <a:gd name="T18" fmla="*/ 146 w 190"/>
                <a:gd name="T19" fmla="*/ 222 h 256"/>
                <a:gd name="T20" fmla="*/ 110 w 190"/>
                <a:gd name="T21" fmla="*/ 172 h 256"/>
                <a:gd name="T22" fmla="*/ 51 w 190"/>
                <a:gd name="T23" fmla="*/ 187 h 256"/>
                <a:gd name="T24" fmla="*/ 15 w 190"/>
                <a:gd name="T25" fmla="*/ 197 h 256"/>
                <a:gd name="T26" fmla="*/ 0 w 190"/>
                <a:gd name="T27" fmla="*/ 192 h 256"/>
                <a:gd name="T28" fmla="*/ 158 w 190"/>
                <a:gd name="T29" fmla="*/ 46 h 256"/>
                <a:gd name="T30" fmla="*/ 152 w 190"/>
                <a:gd name="T31" fmla="*/ 45 h 256"/>
                <a:gd name="T32" fmla="*/ 95 w 190"/>
                <a:gd name="T33" fmla="*/ 124 h 256"/>
                <a:gd name="T34" fmla="*/ 101 w 190"/>
                <a:gd name="T35" fmla="*/ 135 h 256"/>
                <a:gd name="T36" fmla="*/ 133 w 190"/>
                <a:gd name="T37" fmla="*/ 148 h 256"/>
                <a:gd name="T38" fmla="*/ 152 w 190"/>
                <a:gd name="T39" fmla="*/ 135 h 256"/>
                <a:gd name="T40" fmla="*/ 155 w 190"/>
                <a:gd name="T41" fmla="*/ 74 h 256"/>
                <a:gd name="T42" fmla="*/ 158 w 190"/>
                <a:gd name="T43" fmla="*/ 4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0" h="256">
                  <a:moveTo>
                    <a:pt x="0" y="192"/>
                  </a:moveTo>
                  <a:cubicBezTo>
                    <a:pt x="16" y="170"/>
                    <a:pt x="32" y="150"/>
                    <a:pt x="47" y="130"/>
                  </a:cubicBezTo>
                  <a:cubicBezTo>
                    <a:pt x="77" y="90"/>
                    <a:pt x="108" y="52"/>
                    <a:pt x="137" y="12"/>
                  </a:cubicBezTo>
                  <a:cubicBezTo>
                    <a:pt x="145" y="2"/>
                    <a:pt x="151" y="0"/>
                    <a:pt x="162" y="5"/>
                  </a:cubicBezTo>
                  <a:cubicBezTo>
                    <a:pt x="189" y="16"/>
                    <a:pt x="190" y="16"/>
                    <a:pt x="189" y="45"/>
                  </a:cubicBezTo>
                  <a:cubicBezTo>
                    <a:pt x="188" y="110"/>
                    <a:pt x="186" y="175"/>
                    <a:pt x="184" y="240"/>
                  </a:cubicBezTo>
                  <a:cubicBezTo>
                    <a:pt x="184" y="244"/>
                    <a:pt x="184" y="248"/>
                    <a:pt x="183" y="256"/>
                  </a:cubicBezTo>
                  <a:cubicBezTo>
                    <a:pt x="172" y="252"/>
                    <a:pt x="162" y="249"/>
                    <a:pt x="153" y="244"/>
                  </a:cubicBezTo>
                  <a:cubicBezTo>
                    <a:pt x="149" y="243"/>
                    <a:pt x="147" y="237"/>
                    <a:pt x="146" y="233"/>
                  </a:cubicBezTo>
                  <a:cubicBezTo>
                    <a:pt x="145" y="230"/>
                    <a:pt x="146" y="226"/>
                    <a:pt x="146" y="222"/>
                  </a:cubicBezTo>
                  <a:cubicBezTo>
                    <a:pt x="147" y="175"/>
                    <a:pt x="156" y="188"/>
                    <a:pt x="110" y="172"/>
                  </a:cubicBezTo>
                  <a:cubicBezTo>
                    <a:pt x="68" y="157"/>
                    <a:pt x="75" y="152"/>
                    <a:pt x="51" y="187"/>
                  </a:cubicBezTo>
                  <a:cubicBezTo>
                    <a:pt x="37" y="206"/>
                    <a:pt x="37" y="205"/>
                    <a:pt x="15" y="197"/>
                  </a:cubicBezTo>
                  <a:cubicBezTo>
                    <a:pt x="11" y="196"/>
                    <a:pt x="7" y="195"/>
                    <a:pt x="0" y="192"/>
                  </a:cubicBezTo>
                  <a:close/>
                  <a:moveTo>
                    <a:pt x="158" y="46"/>
                  </a:moveTo>
                  <a:cubicBezTo>
                    <a:pt x="156" y="46"/>
                    <a:pt x="154" y="45"/>
                    <a:pt x="152" y="45"/>
                  </a:cubicBezTo>
                  <a:cubicBezTo>
                    <a:pt x="133" y="71"/>
                    <a:pt x="114" y="97"/>
                    <a:pt x="95" y="124"/>
                  </a:cubicBezTo>
                  <a:cubicBezTo>
                    <a:pt x="94" y="126"/>
                    <a:pt x="98" y="134"/>
                    <a:pt x="101" y="135"/>
                  </a:cubicBezTo>
                  <a:cubicBezTo>
                    <a:pt x="111" y="140"/>
                    <a:pt x="123" y="144"/>
                    <a:pt x="133" y="148"/>
                  </a:cubicBezTo>
                  <a:cubicBezTo>
                    <a:pt x="147" y="153"/>
                    <a:pt x="151" y="150"/>
                    <a:pt x="152" y="135"/>
                  </a:cubicBezTo>
                  <a:cubicBezTo>
                    <a:pt x="153" y="115"/>
                    <a:pt x="154" y="94"/>
                    <a:pt x="155" y="74"/>
                  </a:cubicBezTo>
                  <a:cubicBezTo>
                    <a:pt x="156" y="65"/>
                    <a:pt x="157" y="56"/>
                    <a:pt x="158" y="46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42"/>
            <p:cNvSpPr>
              <a:spLocks noEditPoints="1"/>
            </p:cNvSpPr>
            <p:nvPr/>
          </p:nvSpPr>
          <p:spPr bwMode="auto">
            <a:xfrm>
              <a:off x="16579850" y="-893762"/>
              <a:ext cx="749300" cy="814388"/>
            </a:xfrm>
            <a:custGeom>
              <a:avLst/>
              <a:gdLst>
                <a:gd name="T0" fmla="*/ 85 w 237"/>
                <a:gd name="T1" fmla="*/ 258 h 258"/>
                <a:gd name="T2" fmla="*/ 66 w 237"/>
                <a:gd name="T3" fmla="*/ 208 h 258"/>
                <a:gd name="T4" fmla="*/ 4 w 237"/>
                <a:gd name="T5" fmla="*/ 46 h 258"/>
                <a:gd name="T6" fmla="*/ 10 w 237"/>
                <a:gd name="T7" fmla="*/ 23 h 258"/>
                <a:gd name="T8" fmla="*/ 60 w 237"/>
                <a:gd name="T9" fmla="*/ 21 h 258"/>
                <a:gd name="T10" fmla="*/ 218 w 237"/>
                <a:gd name="T11" fmla="*/ 122 h 258"/>
                <a:gd name="T12" fmla="*/ 220 w 237"/>
                <a:gd name="T13" fmla="*/ 149 h 258"/>
                <a:gd name="T14" fmla="*/ 190 w 237"/>
                <a:gd name="T15" fmla="*/ 152 h 258"/>
                <a:gd name="T16" fmla="*/ 125 w 237"/>
                <a:gd name="T17" fmla="*/ 155 h 258"/>
                <a:gd name="T18" fmla="*/ 109 w 237"/>
                <a:gd name="T19" fmla="*/ 215 h 258"/>
                <a:gd name="T20" fmla="*/ 100 w 237"/>
                <a:gd name="T21" fmla="*/ 247 h 258"/>
                <a:gd name="T22" fmla="*/ 85 w 237"/>
                <a:gd name="T23" fmla="*/ 258 h 258"/>
                <a:gd name="T24" fmla="*/ 43 w 237"/>
                <a:gd name="T25" fmla="*/ 49 h 258"/>
                <a:gd name="T26" fmla="*/ 40 w 237"/>
                <a:gd name="T27" fmla="*/ 53 h 258"/>
                <a:gd name="T28" fmla="*/ 75 w 237"/>
                <a:gd name="T29" fmla="*/ 137 h 258"/>
                <a:gd name="T30" fmla="*/ 93 w 237"/>
                <a:gd name="T31" fmla="*/ 141 h 258"/>
                <a:gd name="T32" fmla="*/ 119 w 237"/>
                <a:gd name="T33" fmla="*/ 119 h 258"/>
                <a:gd name="T34" fmla="*/ 118 w 237"/>
                <a:gd name="T35" fmla="*/ 101 h 258"/>
                <a:gd name="T36" fmla="*/ 60 w 237"/>
                <a:gd name="T37" fmla="*/ 59 h 258"/>
                <a:gd name="T38" fmla="*/ 43 w 237"/>
                <a:gd name="T39" fmla="*/ 49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7" h="258">
                  <a:moveTo>
                    <a:pt x="85" y="258"/>
                  </a:moveTo>
                  <a:cubicBezTo>
                    <a:pt x="78" y="240"/>
                    <a:pt x="72" y="224"/>
                    <a:pt x="66" y="208"/>
                  </a:cubicBezTo>
                  <a:cubicBezTo>
                    <a:pt x="45" y="154"/>
                    <a:pt x="25" y="100"/>
                    <a:pt x="4" y="46"/>
                  </a:cubicBezTo>
                  <a:cubicBezTo>
                    <a:pt x="0" y="37"/>
                    <a:pt x="1" y="30"/>
                    <a:pt x="10" y="23"/>
                  </a:cubicBezTo>
                  <a:cubicBezTo>
                    <a:pt x="40" y="0"/>
                    <a:pt x="29" y="1"/>
                    <a:pt x="60" y="21"/>
                  </a:cubicBezTo>
                  <a:cubicBezTo>
                    <a:pt x="113" y="54"/>
                    <a:pt x="165" y="88"/>
                    <a:pt x="218" y="122"/>
                  </a:cubicBezTo>
                  <a:cubicBezTo>
                    <a:pt x="237" y="134"/>
                    <a:pt x="237" y="134"/>
                    <a:pt x="220" y="149"/>
                  </a:cubicBezTo>
                  <a:cubicBezTo>
                    <a:pt x="210" y="158"/>
                    <a:pt x="203" y="161"/>
                    <a:pt x="190" y="152"/>
                  </a:cubicBezTo>
                  <a:cubicBezTo>
                    <a:pt x="157" y="128"/>
                    <a:pt x="156" y="128"/>
                    <a:pt x="125" y="155"/>
                  </a:cubicBezTo>
                  <a:cubicBezTo>
                    <a:pt x="88" y="186"/>
                    <a:pt x="90" y="170"/>
                    <a:pt x="109" y="215"/>
                  </a:cubicBezTo>
                  <a:cubicBezTo>
                    <a:pt x="116" y="231"/>
                    <a:pt x="114" y="239"/>
                    <a:pt x="100" y="247"/>
                  </a:cubicBezTo>
                  <a:cubicBezTo>
                    <a:pt x="96" y="250"/>
                    <a:pt x="91" y="253"/>
                    <a:pt x="85" y="258"/>
                  </a:cubicBezTo>
                  <a:close/>
                  <a:moveTo>
                    <a:pt x="43" y="49"/>
                  </a:moveTo>
                  <a:cubicBezTo>
                    <a:pt x="42" y="50"/>
                    <a:pt x="41" y="51"/>
                    <a:pt x="40" y="53"/>
                  </a:cubicBezTo>
                  <a:cubicBezTo>
                    <a:pt x="52" y="81"/>
                    <a:pt x="64" y="109"/>
                    <a:pt x="75" y="137"/>
                  </a:cubicBezTo>
                  <a:cubicBezTo>
                    <a:pt x="80" y="148"/>
                    <a:pt x="85" y="148"/>
                    <a:pt x="93" y="141"/>
                  </a:cubicBezTo>
                  <a:cubicBezTo>
                    <a:pt x="102" y="134"/>
                    <a:pt x="110" y="126"/>
                    <a:pt x="119" y="119"/>
                  </a:cubicBezTo>
                  <a:cubicBezTo>
                    <a:pt x="129" y="112"/>
                    <a:pt x="127" y="107"/>
                    <a:pt x="118" y="101"/>
                  </a:cubicBezTo>
                  <a:cubicBezTo>
                    <a:pt x="99" y="87"/>
                    <a:pt x="79" y="73"/>
                    <a:pt x="60" y="59"/>
                  </a:cubicBezTo>
                  <a:cubicBezTo>
                    <a:pt x="55" y="56"/>
                    <a:pt x="49" y="52"/>
                    <a:pt x="43" y="49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43"/>
            <p:cNvSpPr/>
            <p:nvPr/>
          </p:nvSpPr>
          <p:spPr bwMode="auto">
            <a:xfrm>
              <a:off x="19727863" y="6446838"/>
              <a:ext cx="935037" cy="663575"/>
            </a:xfrm>
            <a:custGeom>
              <a:avLst/>
              <a:gdLst>
                <a:gd name="T0" fmla="*/ 26 w 296"/>
                <a:gd name="T1" fmla="*/ 77 h 210"/>
                <a:gd name="T2" fmla="*/ 3 w 296"/>
                <a:gd name="T3" fmla="*/ 94 h 210"/>
                <a:gd name="T4" fmla="*/ 0 w 296"/>
                <a:gd name="T5" fmla="*/ 91 h 210"/>
                <a:gd name="T6" fmla="*/ 4 w 296"/>
                <a:gd name="T7" fmla="*/ 81 h 210"/>
                <a:gd name="T8" fmla="*/ 64 w 296"/>
                <a:gd name="T9" fmla="*/ 10 h 210"/>
                <a:gd name="T10" fmla="*/ 94 w 296"/>
                <a:gd name="T11" fmla="*/ 11 h 210"/>
                <a:gd name="T12" fmla="*/ 95 w 296"/>
                <a:gd name="T13" fmla="*/ 28 h 210"/>
                <a:gd name="T14" fmla="*/ 76 w 296"/>
                <a:gd name="T15" fmla="*/ 41 h 210"/>
                <a:gd name="T16" fmla="*/ 45 w 296"/>
                <a:gd name="T17" fmla="*/ 81 h 210"/>
                <a:gd name="T18" fmla="*/ 43 w 296"/>
                <a:gd name="T19" fmla="*/ 97 h 210"/>
                <a:gd name="T20" fmla="*/ 48 w 296"/>
                <a:gd name="T21" fmla="*/ 109 h 210"/>
                <a:gd name="T22" fmla="*/ 54 w 296"/>
                <a:gd name="T23" fmla="*/ 99 h 210"/>
                <a:gd name="T24" fmla="*/ 60 w 296"/>
                <a:gd name="T25" fmla="*/ 68 h 210"/>
                <a:gd name="T26" fmla="*/ 73 w 296"/>
                <a:gd name="T27" fmla="*/ 61 h 210"/>
                <a:gd name="T28" fmla="*/ 104 w 296"/>
                <a:gd name="T29" fmla="*/ 50 h 210"/>
                <a:gd name="T30" fmla="*/ 161 w 296"/>
                <a:gd name="T31" fmla="*/ 8 h 210"/>
                <a:gd name="T32" fmla="*/ 191 w 296"/>
                <a:gd name="T33" fmla="*/ 12 h 210"/>
                <a:gd name="T34" fmla="*/ 197 w 296"/>
                <a:gd name="T35" fmla="*/ 41 h 210"/>
                <a:gd name="T36" fmla="*/ 192 w 296"/>
                <a:gd name="T37" fmla="*/ 61 h 210"/>
                <a:gd name="T38" fmla="*/ 182 w 296"/>
                <a:gd name="T39" fmla="*/ 73 h 210"/>
                <a:gd name="T40" fmla="*/ 165 w 296"/>
                <a:gd name="T41" fmla="*/ 94 h 210"/>
                <a:gd name="T42" fmla="*/ 190 w 296"/>
                <a:gd name="T43" fmla="*/ 118 h 210"/>
                <a:gd name="T44" fmla="*/ 196 w 296"/>
                <a:gd name="T45" fmla="*/ 117 h 210"/>
                <a:gd name="T46" fmla="*/ 256 w 296"/>
                <a:gd name="T47" fmla="*/ 83 h 210"/>
                <a:gd name="T48" fmla="*/ 266 w 296"/>
                <a:gd name="T49" fmla="*/ 56 h 210"/>
                <a:gd name="T50" fmla="*/ 275 w 296"/>
                <a:gd name="T51" fmla="*/ 37 h 210"/>
                <a:gd name="T52" fmla="*/ 289 w 296"/>
                <a:gd name="T53" fmla="*/ 53 h 210"/>
                <a:gd name="T54" fmla="*/ 281 w 296"/>
                <a:gd name="T55" fmla="*/ 100 h 210"/>
                <a:gd name="T56" fmla="*/ 198 w 296"/>
                <a:gd name="T57" fmla="*/ 143 h 210"/>
                <a:gd name="T58" fmla="*/ 143 w 296"/>
                <a:gd name="T59" fmla="*/ 113 h 210"/>
                <a:gd name="T60" fmla="*/ 144 w 296"/>
                <a:gd name="T61" fmla="*/ 55 h 210"/>
                <a:gd name="T62" fmla="*/ 155 w 296"/>
                <a:gd name="T63" fmla="*/ 39 h 210"/>
                <a:gd name="T64" fmla="*/ 172 w 296"/>
                <a:gd name="T65" fmla="*/ 34 h 210"/>
                <a:gd name="T66" fmla="*/ 183 w 296"/>
                <a:gd name="T67" fmla="*/ 36 h 210"/>
                <a:gd name="T68" fmla="*/ 183 w 296"/>
                <a:gd name="T69" fmla="*/ 29 h 210"/>
                <a:gd name="T70" fmla="*/ 173 w 296"/>
                <a:gd name="T71" fmla="*/ 22 h 210"/>
                <a:gd name="T72" fmla="*/ 149 w 296"/>
                <a:gd name="T73" fmla="*/ 34 h 210"/>
                <a:gd name="T74" fmla="*/ 105 w 296"/>
                <a:gd name="T75" fmla="*/ 74 h 210"/>
                <a:gd name="T76" fmla="*/ 70 w 296"/>
                <a:gd name="T77" fmla="*/ 156 h 210"/>
                <a:gd name="T78" fmla="*/ 68 w 296"/>
                <a:gd name="T79" fmla="*/ 189 h 210"/>
                <a:gd name="T80" fmla="*/ 54 w 296"/>
                <a:gd name="T81" fmla="*/ 210 h 210"/>
                <a:gd name="T82" fmla="*/ 34 w 296"/>
                <a:gd name="T83" fmla="*/ 194 h 210"/>
                <a:gd name="T84" fmla="*/ 46 w 296"/>
                <a:gd name="T85" fmla="*/ 170 h 210"/>
                <a:gd name="T86" fmla="*/ 50 w 296"/>
                <a:gd name="T87" fmla="*/ 154 h 210"/>
                <a:gd name="T88" fmla="*/ 28 w 296"/>
                <a:gd name="T89" fmla="*/ 84 h 210"/>
                <a:gd name="T90" fmla="*/ 28 w 296"/>
                <a:gd name="T91" fmla="*/ 81 h 210"/>
                <a:gd name="T92" fmla="*/ 26 w 296"/>
                <a:gd name="T93" fmla="*/ 7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96" h="210">
                  <a:moveTo>
                    <a:pt x="26" y="77"/>
                  </a:moveTo>
                  <a:cubicBezTo>
                    <a:pt x="18" y="83"/>
                    <a:pt x="11" y="88"/>
                    <a:pt x="3" y="94"/>
                  </a:cubicBezTo>
                  <a:cubicBezTo>
                    <a:pt x="2" y="93"/>
                    <a:pt x="1" y="92"/>
                    <a:pt x="0" y="91"/>
                  </a:cubicBezTo>
                  <a:cubicBezTo>
                    <a:pt x="1" y="87"/>
                    <a:pt x="2" y="83"/>
                    <a:pt x="4" y="81"/>
                  </a:cubicBezTo>
                  <a:cubicBezTo>
                    <a:pt x="24" y="57"/>
                    <a:pt x="43" y="33"/>
                    <a:pt x="64" y="10"/>
                  </a:cubicBezTo>
                  <a:cubicBezTo>
                    <a:pt x="74" y="0"/>
                    <a:pt x="83" y="1"/>
                    <a:pt x="94" y="11"/>
                  </a:cubicBezTo>
                  <a:cubicBezTo>
                    <a:pt x="101" y="16"/>
                    <a:pt x="102" y="23"/>
                    <a:pt x="95" y="28"/>
                  </a:cubicBezTo>
                  <a:cubicBezTo>
                    <a:pt x="89" y="33"/>
                    <a:pt x="83" y="39"/>
                    <a:pt x="76" y="41"/>
                  </a:cubicBezTo>
                  <a:cubicBezTo>
                    <a:pt x="57" y="48"/>
                    <a:pt x="45" y="59"/>
                    <a:pt x="45" y="81"/>
                  </a:cubicBezTo>
                  <a:cubicBezTo>
                    <a:pt x="46" y="86"/>
                    <a:pt x="43" y="91"/>
                    <a:pt x="43" y="97"/>
                  </a:cubicBezTo>
                  <a:cubicBezTo>
                    <a:pt x="43" y="101"/>
                    <a:pt x="46" y="105"/>
                    <a:pt x="48" y="109"/>
                  </a:cubicBezTo>
                  <a:cubicBezTo>
                    <a:pt x="50" y="106"/>
                    <a:pt x="53" y="103"/>
                    <a:pt x="54" y="99"/>
                  </a:cubicBezTo>
                  <a:cubicBezTo>
                    <a:pt x="57" y="89"/>
                    <a:pt x="57" y="78"/>
                    <a:pt x="60" y="68"/>
                  </a:cubicBezTo>
                  <a:cubicBezTo>
                    <a:pt x="61" y="65"/>
                    <a:pt x="69" y="61"/>
                    <a:pt x="73" y="61"/>
                  </a:cubicBezTo>
                  <a:cubicBezTo>
                    <a:pt x="86" y="64"/>
                    <a:pt x="94" y="58"/>
                    <a:pt x="104" y="50"/>
                  </a:cubicBezTo>
                  <a:cubicBezTo>
                    <a:pt x="122" y="36"/>
                    <a:pt x="141" y="21"/>
                    <a:pt x="161" y="8"/>
                  </a:cubicBezTo>
                  <a:cubicBezTo>
                    <a:pt x="171" y="1"/>
                    <a:pt x="182" y="4"/>
                    <a:pt x="191" y="12"/>
                  </a:cubicBezTo>
                  <a:cubicBezTo>
                    <a:pt x="200" y="21"/>
                    <a:pt x="201" y="31"/>
                    <a:pt x="197" y="41"/>
                  </a:cubicBezTo>
                  <a:cubicBezTo>
                    <a:pt x="195" y="48"/>
                    <a:pt x="195" y="55"/>
                    <a:pt x="192" y="61"/>
                  </a:cubicBezTo>
                  <a:cubicBezTo>
                    <a:pt x="190" y="66"/>
                    <a:pt x="185" y="73"/>
                    <a:pt x="182" y="73"/>
                  </a:cubicBezTo>
                  <a:cubicBezTo>
                    <a:pt x="166" y="72"/>
                    <a:pt x="164" y="82"/>
                    <a:pt x="165" y="94"/>
                  </a:cubicBezTo>
                  <a:cubicBezTo>
                    <a:pt x="167" y="109"/>
                    <a:pt x="177" y="118"/>
                    <a:pt x="190" y="118"/>
                  </a:cubicBezTo>
                  <a:cubicBezTo>
                    <a:pt x="192" y="118"/>
                    <a:pt x="194" y="118"/>
                    <a:pt x="196" y="117"/>
                  </a:cubicBezTo>
                  <a:cubicBezTo>
                    <a:pt x="218" y="110"/>
                    <a:pt x="241" y="102"/>
                    <a:pt x="256" y="83"/>
                  </a:cubicBezTo>
                  <a:cubicBezTo>
                    <a:pt x="262" y="76"/>
                    <a:pt x="262" y="65"/>
                    <a:pt x="266" y="56"/>
                  </a:cubicBezTo>
                  <a:cubicBezTo>
                    <a:pt x="268" y="49"/>
                    <a:pt x="272" y="44"/>
                    <a:pt x="275" y="37"/>
                  </a:cubicBezTo>
                  <a:cubicBezTo>
                    <a:pt x="280" y="42"/>
                    <a:pt x="287" y="47"/>
                    <a:pt x="289" y="53"/>
                  </a:cubicBezTo>
                  <a:cubicBezTo>
                    <a:pt x="296" y="70"/>
                    <a:pt x="293" y="86"/>
                    <a:pt x="281" y="100"/>
                  </a:cubicBezTo>
                  <a:cubicBezTo>
                    <a:pt x="259" y="125"/>
                    <a:pt x="231" y="141"/>
                    <a:pt x="198" y="143"/>
                  </a:cubicBezTo>
                  <a:cubicBezTo>
                    <a:pt x="174" y="145"/>
                    <a:pt x="156" y="132"/>
                    <a:pt x="143" y="113"/>
                  </a:cubicBezTo>
                  <a:cubicBezTo>
                    <a:pt x="130" y="95"/>
                    <a:pt x="131" y="74"/>
                    <a:pt x="144" y="55"/>
                  </a:cubicBezTo>
                  <a:cubicBezTo>
                    <a:pt x="147" y="50"/>
                    <a:pt x="150" y="43"/>
                    <a:pt x="155" y="39"/>
                  </a:cubicBezTo>
                  <a:cubicBezTo>
                    <a:pt x="159" y="36"/>
                    <a:pt x="166" y="35"/>
                    <a:pt x="172" y="34"/>
                  </a:cubicBezTo>
                  <a:cubicBezTo>
                    <a:pt x="176" y="33"/>
                    <a:pt x="179" y="35"/>
                    <a:pt x="183" y="36"/>
                  </a:cubicBezTo>
                  <a:cubicBezTo>
                    <a:pt x="183" y="33"/>
                    <a:pt x="184" y="30"/>
                    <a:pt x="183" y="29"/>
                  </a:cubicBezTo>
                  <a:cubicBezTo>
                    <a:pt x="180" y="26"/>
                    <a:pt x="175" y="22"/>
                    <a:pt x="173" y="22"/>
                  </a:cubicBezTo>
                  <a:cubicBezTo>
                    <a:pt x="164" y="25"/>
                    <a:pt x="156" y="28"/>
                    <a:pt x="149" y="34"/>
                  </a:cubicBezTo>
                  <a:cubicBezTo>
                    <a:pt x="134" y="46"/>
                    <a:pt x="120" y="61"/>
                    <a:pt x="105" y="74"/>
                  </a:cubicBezTo>
                  <a:cubicBezTo>
                    <a:pt x="79" y="96"/>
                    <a:pt x="68" y="123"/>
                    <a:pt x="70" y="156"/>
                  </a:cubicBezTo>
                  <a:cubicBezTo>
                    <a:pt x="71" y="167"/>
                    <a:pt x="70" y="178"/>
                    <a:pt x="68" y="189"/>
                  </a:cubicBezTo>
                  <a:cubicBezTo>
                    <a:pt x="66" y="196"/>
                    <a:pt x="59" y="203"/>
                    <a:pt x="54" y="210"/>
                  </a:cubicBezTo>
                  <a:cubicBezTo>
                    <a:pt x="47" y="204"/>
                    <a:pt x="36" y="201"/>
                    <a:pt x="34" y="194"/>
                  </a:cubicBezTo>
                  <a:cubicBezTo>
                    <a:pt x="30" y="185"/>
                    <a:pt x="32" y="174"/>
                    <a:pt x="46" y="170"/>
                  </a:cubicBezTo>
                  <a:cubicBezTo>
                    <a:pt x="56" y="167"/>
                    <a:pt x="57" y="162"/>
                    <a:pt x="50" y="154"/>
                  </a:cubicBezTo>
                  <a:cubicBezTo>
                    <a:pt x="31" y="135"/>
                    <a:pt x="12" y="115"/>
                    <a:pt x="28" y="84"/>
                  </a:cubicBezTo>
                  <a:cubicBezTo>
                    <a:pt x="29" y="84"/>
                    <a:pt x="28" y="82"/>
                    <a:pt x="28" y="81"/>
                  </a:cubicBezTo>
                  <a:cubicBezTo>
                    <a:pt x="28" y="81"/>
                    <a:pt x="27" y="80"/>
                    <a:pt x="26" y="77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44"/>
            <p:cNvSpPr>
              <a:spLocks noEditPoints="1"/>
            </p:cNvSpPr>
            <p:nvPr/>
          </p:nvSpPr>
          <p:spPr bwMode="auto">
            <a:xfrm>
              <a:off x="21994813" y="4781550"/>
              <a:ext cx="644525" cy="865188"/>
            </a:xfrm>
            <a:custGeom>
              <a:avLst/>
              <a:gdLst>
                <a:gd name="T0" fmla="*/ 175 w 204"/>
                <a:gd name="T1" fmla="*/ 81 h 274"/>
                <a:gd name="T2" fmla="*/ 150 w 204"/>
                <a:gd name="T3" fmla="*/ 103 h 274"/>
                <a:gd name="T4" fmla="*/ 69 w 204"/>
                <a:gd name="T5" fmla="*/ 223 h 274"/>
                <a:gd name="T6" fmla="*/ 77 w 204"/>
                <a:gd name="T7" fmla="*/ 252 h 274"/>
                <a:gd name="T8" fmla="*/ 86 w 204"/>
                <a:gd name="T9" fmla="*/ 271 h 274"/>
                <a:gd name="T10" fmla="*/ 63 w 204"/>
                <a:gd name="T11" fmla="*/ 266 h 274"/>
                <a:gd name="T12" fmla="*/ 36 w 204"/>
                <a:gd name="T13" fmla="*/ 224 h 274"/>
                <a:gd name="T14" fmla="*/ 36 w 204"/>
                <a:gd name="T15" fmla="*/ 214 h 274"/>
                <a:gd name="T16" fmla="*/ 31 w 204"/>
                <a:gd name="T17" fmla="*/ 183 h 274"/>
                <a:gd name="T18" fmla="*/ 2 w 204"/>
                <a:gd name="T19" fmla="*/ 136 h 274"/>
                <a:gd name="T20" fmla="*/ 1 w 204"/>
                <a:gd name="T21" fmla="*/ 122 h 274"/>
                <a:gd name="T22" fmla="*/ 9 w 204"/>
                <a:gd name="T23" fmla="*/ 83 h 274"/>
                <a:gd name="T24" fmla="*/ 17 w 204"/>
                <a:gd name="T25" fmla="*/ 76 h 274"/>
                <a:gd name="T26" fmla="*/ 30 w 204"/>
                <a:gd name="T27" fmla="*/ 63 h 274"/>
                <a:gd name="T28" fmla="*/ 31 w 204"/>
                <a:gd name="T29" fmla="*/ 52 h 274"/>
                <a:gd name="T30" fmla="*/ 39 w 204"/>
                <a:gd name="T31" fmla="*/ 42 h 274"/>
                <a:gd name="T32" fmla="*/ 47 w 204"/>
                <a:gd name="T33" fmla="*/ 51 h 274"/>
                <a:gd name="T34" fmla="*/ 64 w 204"/>
                <a:gd name="T35" fmla="*/ 69 h 274"/>
                <a:gd name="T36" fmla="*/ 72 w 204"/>
                <a:gd name="T37" fmla="*/ 42 h 274"/>
                <a:gd name="T38" fmla="*/ 81 w 204"/>
                <a:gd name="T39" fmla="*/ 5 h 274"/>
                <a:gd name="T40" fmla="*/ 123 w 204"/>
                <a:gd name="T41" fmla="*/ 27 h 274"/>
                <a:gd name="T42" fmla="*/ 134 w 204"/>
                <a:gd name="T43" fmla="*/ 65 h 274"/>
                <a:gd name="T44" fmla="*/ 140 w 204"/>
                <a:gd name="T45" fmla="*/ 78 h 274"/>
                <a:gd name="T46" fmla="*/ 151 w 204"/>
                <a:gd name="T47" fmla="*/ 71 h 274"/>
                <a:gd name="T48" fmla="*/ 166 w 204"/>
                <a:gd name="T49" fmla="*/ 55 h 274"/>
                <a:gd name="T50" fmla="*/ 192 w 204"/>
                <a:gd name="T51" fmla="*/ 49 h 274"/>
                <a:gd name="T52" fmla="*/ 203 w 204"/>
                <a:gd name="T53" fmla="*/ 70 h 274"/>
                <a:gd name="T54" fmla="*/ 175 w 204"/>
                <a:gd name="T55" fmla="*/ 81 h 274"/>
                <a:gd name="T56" fmla="*/ 100 w 204"/>
                <a:gd name="T57" fmla="*/ 59 h 274"/>
                <a:gd name="T58" fmla="*/ 108 w 204"/>
                <a:gd name="T59" fmla="*/ 57 h 274"/>
                <a:gd name="T60" fmla="*/ 116 w 204"/>
                <a:gd name="T61" fmla="*/ 45 h 274"/>
                <a:gd name="T62" fmla="*/ 98 w 204"/>
                <a:gd name="T63" fmla="*/ 29 h 274"/>
                <a:gd name="T64" fmla="*/ 87 w 204"/>
                <a:gd name="T65" fmla="*/ 37 h 274"/>
                <a:gd name="T66" fmla="*/ 94 w 204"/>
                <a:gd name="T67" fmla="*/ 82 h 274"/>
                <a:gd name="T68" fmla="*/ 104 w 204"/>
                <a:gd name="T69" fmla="*/ 102 h 274"/>
                <a:gd name="T70" fmla="*/ 113 w 204"/>
                <a:gd name="T71" fmla="*/ 112 h 274"/>
                <a:gd name="T72" fmla="*/ 121 w 204"/>
                <a:gd name="T73" fmla="*/ 107 h 274"/>
                <a:gd name="T74" fmla="*/ 118 w 204"/>
                <a:gd name="T75" fmla="*/ 95 h 274"/>
                <a:gd name="T76" fmla="*/ 100 w 204"/>
                <a:gd name="T77" fmla="*/ 59 h 274"/>
                <a:gd name="T78" fmla="*/ 56 w 204"/>
                <a:gd name="T79" fmla="*/ 185 h 274"/>
                <a:gd name="T80" fmla="*/ 61 w 204"/>
                <a:gd name="T81" fmla="*/ 184 h 274"/>
                <a:gd name="T82" fmla="*/ 61 w 204"/>
                <a:gd name="T83" fmla="*/ 175 h 274"/>
                <a:gd name="T84" fmla="*/ 35 w 204"/>
                <a:gd name="T85" fmla="*/ 135 h 274"/>
                <a:gd name="T86" fmla="*/ 24 w 204"/>
                <a:gd name="T87" fmla="*/ 139 h 274"/>
                <a:gd name="T88" fmla="*/ 29 w 204"/>
                <a:gd name="T89" fmla="*/ 156 h 274"/>
                <a:gd name="T90" fmla="*/ 56 w 204"/>
                <a:gd name="T91" fmla="*/ 185 h 274"/>
                <a:gd name="T92" fmla="*/ 59 w 204"/>
                <a:gd name="T93" fmla="*/ 100 h 274"/>
                <a:gd name="T94" fmla="*/ 61 w 204"/>
                <a:gd name="T95" fmla="*/ 140 h 274"/>
                <a:gd name="T96" fmla="*/ 67 w 204"/>
                <a:gd name="T97" fmla="*/ 141 h 274"/>
                <a:gd name="T98" fmla="*/ 71 w 204"/>
                <a:gd name="T99" fmla="*/ 133 h 274"/>
                <a:gd name="T100" fmla="*/ 59 w 204"/>
                <a:gd name="T101" fmla="*/ 100 h 274"/>
                <a:gd name="T102" fmla="*/ 77 w 204"/>
                <a:gd name="T103" fmla="*/ 117 h 274"/>
                <a:gd name="T104" fmla="*/ 91 w 204"/>
                <a:gd name="T105" fmla="*/ 131 h 274"/>
                <a:gd name="T106" fmla="*/ 96 w 204"/>
                <a:gd name="T107" fmla="*/ 122 h 274"/>
                <a:gd name="T108" fmla="*/ 85 w 204"/>
                <a:gd name="T109" fmla="*/ 107 h 274"/>
                <a:gd name="T110" fmla="*/ 77 w 204"/>
                <a:gd name="T111" fmla="*/ 117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4" h="274">
                  <a:moveTo>
                    <a:pt x="175" y="81"/>
                  </a:moveTo>
                  <a:cubicBezTo>
                    <a:pt x="167" y="88"/>
                    <a:pt x="156" y="94"/>
                    <a:pt x="150" y="103"/>
                  </a:cubicBezTo>
                  <a:cubicBezTo>
                    <a:pt x="122" y="142"/>
                    <a:pt x="96" y="183"/>
                    <a:pt x="69" y="223"/>
                  </a:cubicBezTo>
                  <a:cubicBezTo>
                    <a:pt x="62" y="235"/>
                    <a:pt x="69" y="244"/>
                    <a:pt x="77" y="252"/>
                  </a:cubicBezTo>
                  <a:cubicBezTo>
                    <a:pt x="83" y="257"/>
                    <a:pt x="96" y="261"/>
                    <a:pt x="86" y="271"/>
                  </a:cubicBezTo>
                  <a:cubicBezTo>
                    <a:pt x="83" y="274"/>
                    <a:pt x="68" y="271"/>
                    <a:pt x="63" y="266"/>
                  </a:cubicBezTo>
                  <a:cubicBezTo>
                    <a:pt x="53" y="254"/>
                    <a:pt x="45" y="239"/>
                    <a:pt x="36" y="224"/>
                  </a:cubicBezTo>
                  <a:cubicBezTo>
                    <a:pt x="35" y="222"/>
                    <a:pt x="35" y="216"/>
                    <a:pt x="36" y="214"/>
                  </a:cubicBezTo>
                  <a:cubicBezTo>
                    <a:pt x="48" y="201"/>
                    <a:pt x="37" y="193"/>
                    <a:pt x="31" y="183"/>
                  </a:cubicBezTo>
                  <a:cubicBezTo>
                    <a:pt x="21" y="168"/>
                    <a:pt x="11" y="152"/>
                    <a:pt x="2" y="136"/>
                  </a:cubicBezTo>
                  <a:cubicBezTo>
                    <a:pt x="0" y="132"/>
                    <a:pt x="1" y="126"/>
                    <a:pt x="1" y="122"/>
                  </a:cubicBezTo>
                  <a:cubicBezTo>
                    <a:pt x="3" y="109"/>
                    <a:pt x="6" y="96"/>
                    <a:pt x="9" y="83"/>
                  </a:cubicBezTo>
                  <a:cubicBezTo>
                    <a:pt x="9" y="80"/>
                    <a:pt x="14" y="76"/>
                    <a:pt x="17" y="76"/>
                  </a:cubicBezTo>
                  <a:cubicBezTo>
                    <a:pt x="28" y="77"/>
                    <a:pt x="30" y="71"/>
                    <a:pt x="30" y="63"/>
                  </a:cubicBezTo>
                  <a:cubicBezTo>
                    <a:pt x="30" y="59"/>
                    <a:pt x="29" y="55"/>
                    <a:pt x="31" y="52"/>
                  </a:cubicBezTo>
                  <a:cubicBezTo>
                    <a:pt x="33" y="49"/>
                    <a:pt x="36" y="46"/>
                    <a:pt x="39" y="42"/>
                  </a:cubicBezTo>
                  <a:cubicBezTo>
                    <a:pt x="42" y="45"/>
                    <a:pt x="46" y="48"/>
                    <a:pt x="47" y="51"/>
                  </a:cubicBezTo>
                  <a:cubicBezTo>
                    <a:pt x="51" y="59"/>
                    <a:pt x="50" y="73"/>
                    <a:pt x="64" y="69"/>
                  </a:cubicBezTo>
                  <a:cubicBezTo>
                    <a:pt x="77" y="65"/>
                    <a:pt x="74" y="52"/>
                    <a:pt x="72" y="42"/>
                  </a:cubicBezTo>
                  <a:cubicBezTo>
                    <a:pt x="69" y="28"/>
                    <a:pt x="64" y="14"/>
                    <a:pt x="81" y="5"/>
                  </a:cubicBezTo>
                  <a:cubicBezTo>
                    <a:pt x="92" y="0"/>
                    <a:pt x="117" y="12"/>
                    <a:pt x="123" y="27"/>
                  </a:cubicBezTo>
                  <a:cubicBezTo>
                    <a:pt x="129" y="39"/>
                    <a:pt x="130" y="52"/>
                    <a:pt x="134" y="65"/>
                  </a:cubicBezTo>
                  <a:cubicBezTo>
                    <a:pt x="135" y="70"/>
                    <a:pt x="138" y="74"/>
                    <a:pt x="140" y="78"/>
                  </a:cubicBezTo>
                  <a:cubicBezTo>
                    <a:pt x="144" y="76"/>
                    <a:pt x="148" y="74"/>
                    <a:pt x="151" y="71"/>
                  </a:cubicBezTo>
                  <a:cubicBezTo>
                    <a:pt x="156" y="66"/>
                    <a:pt x="161" y="60"/>
                    <a:pt x="166" y="55"/>
                  </a:cubicBezTo>
                  <a:cubicBezTo>
                    <a:pt x="173" y="47"/>
                    <a:pt x="182" y="39"/>
                    <a:pt x="192" y="49"/>
                  </a:cubicBezTo>
                  <a:cubicBezTo>
                    <a:pt x="198" y="54"/>
                    <a:pt x="204" y="64"/>
                    <a:pt x="203" y="70"/>
                  </a:cubicBezTo>
                  <a:cubicBezTo>
                    <a:pt x="201" y="81"/>
                    <a:pt x="190" y="86"/>
                    <a:pt x="175" y="81"/>
                  </a:cubicBezTo>
                  <a:close/>
                  <a:moveTo>
                    <a:pt x="100" y="59"/>
                  </a:moveTo>
                  <a:cubicBezTo>
                    <a:pt x="103" y="58"/>
                    <a:pt x="107" y="58"/>
                    <a:pt x="108" y="57"/>
                  </a:cubicBezTo>
                  <a:cubicBezTo>
                    <a:pt x="112" y="53"/>
                    <a:pt x="117" y="46"/>
                    <a:pt x="116" y="45"/>
                  </a:cubicBezTo>
                  <a:cubicBezTo>
                    <a:pt x="111" y="39"/>
                    <a:pt x="105" y="33"/>
                    <a:pt x="98" y="29"/>
                  </a:cubicBezTo>
                  <a:cubicBezTo>
                    <a:pt x="97" y="28"/>
                    <a:pt x="88" y="33"/>
                    <a:pt x="87" y="37"/>
                  </a:cubicBezTo>
                  <a:cubicBezTo>
                    <a:pt x="85" y="52"/>
                    <a:pt x="82" y="68"/>
                    <a:pt x="94" y="82"/>
                  </a:cubicBezTo>
                  <a:cubicBezTo>
                    <a:pt x="98" y="88"/>
                    <a:pt x="100" y="95"/>
                    <a:pt x="104" y="102"/>
                  </a:cubicBezTo>
                  <a:cubicBezTo>
                    <a:pt x="107" y="106"/>
                    <a:pt x="110" y="110"/>
                    <a:pt x="113" y="112"/>
                  </a:cubicBezTo>
                  <a:cubicBezTo>
                    <a:pt x="114" y="113"/>
                    <a:pt x="121" y="109"/>
                    <a:pt x="121" y="107"/>
                  </a:cubicBezTo>
                  <a:cubicBezTo>
                    <a:pt x="122" y="103"/>
                    <a:pt x="120" y="99"/>
                    <a:pt x="118" y="95"/>
                  </a:cubicBezTo>
                  <a:cubicBezTo>
                    <a:pt x="113" y="83"/>
                    <a:pt x="107" y="72"/>
                    <a:pt x="100" y="59"/>
                  </a:cubicBezTo>
                  <a:close/>
                  <a:moveTo>
                    <a:pt x="56" y="185"/>
                  </a:moveTo>
                  <a:cubicBezTo>
                    <a:pt x="57" y="185"/>
                    <a:pt x="59" y="184"/>
                    <a:pt x="61" y="184"/>
                  </a:cubicBezTo>
                  <a:cubicBezTo>
                    <a:pt x="61" y="181"/>
                    <a:pt x="62" y="177"/>
                    <a:pt x="61" y="175"/>
                  </a:cubicBezTo>
                  <a:cubicBezTo>
                    <a:pt x="53" y="161"/>
                    <a:pt x="45" y="147"/>
                    <a:pt x="35" y="135"/>
                  </a:cubicBezTo>
                  <a:cubicBezTo>
                    <a:pt x="31" y="129"/>
                    <a:pt x="24" y="131"/>
                    <a:pt x="24" y="139"/>
                  </a:cubicBezTo>
                  <a:cubicBezTo>
                    <a:pt x="24" y="145"/>
                    <a:pt x="26" y="151"/>
                    <a:pt x="29" y="156"/>
                  </a:cubicBezTo>
                  <a:cubicBezTo>
                    <a:pt x="37" y="166"/>
                    <a:pt x="47" y="175"/>
                    <a:pt x="56" y="185"/>
                  </a:cubicBezTo>
                  <a:close/>
                  <a:moveTo>
                    <a:pt x="59" y="100"/>
                  </a:moveTo>
                  <a:cubicBezTo>
                    <a:pt x="48" y="112"/>
                    <a:pt x="50" y="133"/>
                    <a:pt x="61" y="140"/>
                  </a:cubicBezTo>
                  <a:cubicBezTo>
                    <a:pt x="62" y="141"/>
                    <a:pt x="66" y="142"/>
                    <a:pt x="67" y="141"/>
                  </a:cubicBezTo>
                  <a:cubicBezTo>
                    <a:pt x="69" y="139"/>
                    <a:pt x="71" y="135"/>
                    <a:pt x="71" y="133"/>
                  </a:cubicBezTo>
                  <a:cubicBezTo>
                    <a:pt x="68" y="123"/>
                    <a:pt x="64" y="113"/>
                    <a:pt x="59" y="100"/>
                  </a:cubicBezTo>
                  <a:close/>
                  <a:moveTo>
                    <a:pt x="77" y="117"/>
                  </a:moveTo>
                  <a:cubicBezTo>
                    <a:pt x="82" y="122"/>
                    <a:pt x="87" y="127"/>
                    <a:pt x="91" y="131"/>
                  </a:cubicBezTo>
                  <a:cubicBezTo>
                    <a:pt x="93" y="128"/>
                    <a:pt x="97" y="124"/>
                    <a:pt x="96" y="122"/>
                  </a:cubicBezTo>
                  <a:cubicBezTo>
                    <a:pt x="94" y="117"/>
                    <a:pt x="89" y="112"/>
                    <a:pt x="85" y="107"/>
                  </a:cubicBezTo>
                  <a:cubicBezTo>
                    <a:pt x="83" y="110"/>
                    <a:pt x="81" y="112"/>
                    <a:pt x="77" y="117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45"/>
            <p:cNvSpPr/>
            <p:nvPr/>
          </p:nvSpPr>
          <p:spPr bwMode="auto">
            <a:xfrm>
              <a:off x="22690138" y="498475"/>
              <a:ext cx="820737" cy="619125"/>
            </a:xfrm>
            <a:custGeom>
              <a:avLst/>
              <a:gdLst>
                <a:gd name="T0" fmla="*/ 71 w 260"/>
                <a:gd name="T1" fmla="*/ 154 h 196"/>
                <a:gd name="T2" fmla="*/ 96 w 260"/>
                <a:gd name="T3" fmla="*/ 151 h 196"/>
                <a:gd name="T4" fmla="*/ 226 w 260"/>
                <a:gd name="T5" fmla="*/ 130 h 196"/>
                <a:gd name="T6" fmla="*/ 257 w 260"/>
                <a:gd name="T7" fmla="*/ 160 h 196"/>
                <a:gd name="T8" fmla="*/ 248 w 260"/>
                <a:gd name="T9" fmla="*/ 166 h 196"/>
                <a:gd name="T10" fmla="*/ 172 w 260"/>
                <a:gd name="T11" fmla="*/ 177 h 196"/>
                <a:gd name="T12" fmla="*/ 38 w 260"/>
                <a:gd name="T13" fmla="*/ 194 h 196"/>
                <a:gd name="T14" fmla="*/ 16 w 260"/>
                <a:gd name="T15" fmla="*/ 182 h 196"/>
                <a:gd name="T16" fmla="*/ 16 w 260"/>
                <a:gd name="T17" fmla="*/ 147 h 196"/>
                <a:gd name="T18" fmla="*/ 172 w 260"/>
                <a:gd name="T19" fmla="*/ 11 h 196"/>
                <a:gd name="T20" fmla="*/ 194 w 260"/>
                <a:gd name="T21" fmla="*/ 17 h 196"/>
                <a:gd name="T22" fmla="*/ 186 w 260"/>
                <a:gd name="T23" fmla="*/ 54 h 196"/>
                <a:gd name="T24" fmla="*/ 80 w 260"/>
                <a:gd name="T25" fmla="*/ 139 h 196"/>
                <a:gd name="T26" fmla="*/ 69 w 260"/>
                <a:gd name="T27" fmla="*/ 149 h 196"/>
                <a:gd name="T28" fmla="*/ 71 w 260"/>
                <a:gd name="T29" fmla="*/ 15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0" h="196">
                  <a:moveTo>
                    <a:pt x="71" y="154"/>
                  </a:moveTo>
                  <a:cubicBezTo>
                    <a:pt x="79" y="153"/>
                    <a:pt x="88" y="153"/>
                    <a:pt x="96" y="151"/>
                  </a:cubicBezTo>
                  <a:cubicBezTo>
                    <a:pt x="140" y="144"/>
                    <a:pt x="183" y="137"/>
                    <a:pt x="226" y="130"/>
                  </a:cubicBezTo>
                  <a:cubicBezTo>
                    <a:pt x="242" y="128"/>
                    <a:pt x="260" y="145"/>
                    <a:pt x="257" y="160"/>
                  </a:cubicBezTo>
                  <a:cubicBezTo>
                    <a:pt x="257" y="163"/>
                    <a:pt x="251" y="166"/>
                    <a:pt x="248" y="166"/>
                  </a:cubicBezTo>
                  <a:cubicBezTo>
                    <a:pt x="222" y="170"/>
                    <a:pt x="197" y="174"/>
                    <a:pt x="172" y="177"/>
                  </a:cubicBezTo>
                  <a:cubicBezTo>
                    <a:pt x="127" y="183"/>
                    <a:pt x="83" y="188"/>
                    <a:pt x="38" y="194"/>
                  </a:cubicBezTo>
                  <a:cubicBezTo>
                    <a:pt x="28" y="196"/>
                    <a:pt x="20" y="194"/>
                    <a:pt x="16" y="182"/>
                  </a:cubicBezTo>
                  <a:cubicBezTo>
                    <a:pt x="13" y="171"/>
                    <a:pt x="0" y="160"/>
                    <a:pt x="16" y="147"/>
                  </a:cubicBezTo>
                  <a:cubicBezTo>
                    <a:pt x="68" y="102"/>
                    <a:pt x="120" y="57"/>
                    <a:pt x="172" y="11"/>
                  </a:cubicBezTo>
                  <a:cubicBezTo>
                    <a:pt x="186" y="0"/>
                    <a:pt x="186" y="0"/>
                    <a:pt x="194" y="17"/>
                  </a:cubicBezTo>
                  <a:cubicBezTo>
                    <a:pt x="204" y="39"/>
                    <a:pt x="204" y="39"/>
                    <a:pt x="186" y="54"/>
                  </a:cubicBezTo>
                  <a:cubicBezTo>
                    <a:pt x="151" y="82"/>
                    <a:pt x="115" y="111"/>
                    <a:pt x="80" y="139"/>
                  </a:cubicBezTo>
                  <a:cubicBezTo>
                    <a:pt x="76" y="142"/>
                    <a:pt x="73" y="146"/>
                    <a:pt x="69" y="149"/>
                  </a:cubicBezTo>
                  <a:cubicBezTo>
                    <a:pt x="70" y="151"/>
                    <a:pt x="70" y="152"/>
                    <a:pt x="71" y="154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46"/>
            <p:cNvSpPr/>
            <p:nvPr/>
          </p:nvSpPr>
          <p:spPr bwMode="auto">
            <a:xfrm>
              <a:off x="22875875" y="1225550"/>
              <a:ext cx="795337" cy="571500"/>
            </a:xfrm>
            <a:custGeom>
              <a:avLst/>
              <a:gdLst>
                <a:gd name="T0" fmla="*/ 251 w 252"/>
                <a:gd name="T1" fmla="*/ 107 h 181"/>
                <a:gd name="T2" fmla="*/ 233 w 252"/>
                <a:gd name="T3" fmla="*/ 120 h 181"/>
                <a:gd name="T4" fmla="*/ 219 w 252"/>
                <a:gd name="T5" fmla="*/ 111 h 181"/>
                <a:gd name="T6" fmla="*/ 206 w 252"/>
                <a:gd name="T7" fmla="*/ 62 h 181"/>
                <a:gd name="T8" fmla="*/ 188 w 252"/>
                <a:gd name="T9" fmla="*/ 50 h 181"/>
                <a:gd name="T10" fmla="*/ 158 w 252"/>
                <a:gd name="T11" fmla="*/ 58 h 181"/>
                <a:gd name="T12" fmla="*/ 145 w 252"/>
                <a:gd name="T13" fmla="*/ 81 h 181"/>
                <a:gd name="T14" fmla="*/ 157 w 252"/>
                <a:gd name="T15" fmla="*/ 123 h 181"/>
                <a:gd name="T16" fmla="*/ 145 w 252"/>
                <a:gd name="T17" fmla="*/ 140 h 181"/>
                <a:gd name="T18" fmla="*/ 126 w 252"/>
                <a:gd name="T19" fmla="*/ 131 h 181"/>
                <a:gd name="T20" fmla="*/ 113 w 252"/>
                <a:gd name="T21" fmla="*/ 85 h 181"/>
                <a:gd name="T22" fmla="*/ 97 w 252"/>
                <a:gd name="T23" fmla="*/ 75 h 181"/>
                <a:gd name="T24" fmla="*/ 55 w 252"/>
                <a:gd name="T25" fmla="*/ 87 h 181"/>
                <a:gd name="T26" fmla="*/ 45 w 252"/>
                <a:gd name="T27" fmla="*/ 104 h 181"/>
                <a:gd name="T28" fmla="*/ 60 w 252"/>
                <a:gd name="T29" fmla="*/ 156 h 181"/>
                <a:gd name="T30" fmla="*/ 52 w 252"/>
                <a:gd name="T31" fmla="*/ 173 h 181"/>
                <a:gd name="T32" fmla="*/ 30 w 252"/>
                <a:gd name="T33" fmla="*/ 166 h 181"/>
                <a:gd name="T34" fmla="*/ 3 w 252"/>
                <a:gd name="T35" fmla="*/ 68 h 181"/>
                <a:gd name="T36" fmla="*/ 16 w 252"/>
                <a:gd name="T37" fmla="*/ 56 h 181"/>
                <a:gd name="T38" fmla="*/ 137 w 252"/>
                <a:gd name="T39" fmla="*/ 23 h 181"/>
                <a:gd name="T40" fmla="*/ 207 w 252"/>
                <a:gd name="T41" fmla="*/ 3 h 181"/>
                <a:gd name="T42" fmla="*/ 226 w 252"/>
                <a:gd name="T43" fmla="*/ 14 h 181"/>
                <a:gd name="T44" fmla="*/ 249 w 252"/>
                <a:gd name="T45" fmla="*/ 95 h 181"/>
                <a:gd name="T46" fmla="*/ 251 w 252"/>
                <a:gd name="T47" fmla="*/ 10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2" h="181">
                  <a:moveTo>
                    <a:pt x="251" y="107"/>
                  </a:moveTo>
                  <a:cubicBezTo>
                    <a:pt x="252" y="120"/>
                    <a:pt x="241" y="118"/>
                    <a:pt x="233" y="120"/>
                  </a:cubicBezTo>
                  <a:cubicBezTo>
                    <a:pt x="226" y="122"/>
                    <a:pt x="221" y="119"/>
                    <a:pt x="219" y="111"/>
                  </a:cubicBezTo>
                  <a:cubicBezTo>
                    <a:pt x="216" y="94"/>
                    <a:pt x="211" y="78"/>
                    <a:pt x="206" y="62"/>
                  </a:cubicBezTo>
                  <a:cubicBezTo>
                    <a:pt x="204" y="51"/>
                    <a:pt x="199" y="47"/>
                    <a:pt x="188" y="50"/>
                  </a:cubicBezTo>
                  <a:cubicBezTo>
                    <a:pt x="178" y="54"/>
                    <a:pt x="168" y="57"/>
                    <a:pt x="158" y="58"/>
                  </a:cubicBezTo>
                  <a:cubicBezTo>
                    <a:pt x="143" y="61"/>
                    <a:pt x="142" y="69"/>
                    <a:pt x="145" y="81"/>
                  </a:cubicBezTo>
                  <a:cubicBezTo>
                    <a:pt x="149" y="95"/>
                    <a:pt x="153" y="109"/>
                    <a:pt x="157" y="123"/>
                  </a:cubicBezTo>
                  <a:cubicBezTo>
                    <a:pt x="160" y="134"/>
                    <a:pt x="155" y="138"/>
                    <a:pt x="145" y="140"/>
                  </a:cubicBezTo>
                  <a:cubicBezTo>
                    <a:pt x="136" y="143"/>
                    <a:pt x="129" y="143"/>
                    <a:pt x="126" y="131"/>
                  </a:cubicBezTo>
                  <a:cubicBezTo>
                    <a:pt x="122" y="115"/>
                    <a:pt x="117" y="100"/>
                    <a:pt x="113" y="85"/>
                  </a:cubicBezTo>
                  <a:cubicBezTo>
                    <a:pt x="111" y="76"/>
                    <a:pt x="106" y="73"/>
                    <a:pt x="97" y="75"/>
                  </a:cubicBezTo>
                  <a:cubicBezTo>
                    <a:pt x="83" y="80"/>
                    <a:pt x="69" y="83"/>
                    <a:pt x="55" y="87"/>
                  </a:cubicBezTo>
                  <a:cubicBezTo>
                    <a:pt x="45" y="89"/>
                    <a:pt x="43" y="95"/>
                    <a:pt x="45" y="104"/>
                  </a:cubicBezTo>
                  <a:cubicBezTo>
                    <a:pt x="50" y="122"/>
                    <a:pt x="55" y="139"/>
                    <a:pt x="60" y="156"/>
                  </a:cubicBezTo>
                  <a:cubicBezTo>
                    <a:pt x="63" y="164"/>
                    <a:pt x="63" y="171"/>
                    <a:pt x="52" y="173"/>
                  </a:cubicBezTo>
                  <a:cubicBezTo>
                    <a:pt x="43" y="175"/>
                    <a:pt x="34" y="181"/>
                    <a:pt x="30" y="166"/>
                  </a:cubicBezTo>
                  <a:cubicBezTo>
                    <a:pt x="21" y="134"/>
                    <a:pt x="11" y="101"/>
                    <a:pt x="3" y="68"/>
                  </a:cubicBezTo>
                  <a:cubicBezTo>
                    <a:pt x="0" y="57"/>
                    <a:pt x="10" y="57"/>
                    <a:pt x="16" y="56"/>
                  </a:cubicBezTo>
                  <a:cubicBezTo>
                    <a:pt x="56" y="44"/>
                    <a:pt x="96" y="34"/>
                    <a:pt x="137" y="23"/>
                  </a:cubicBezTo>
                  <a:cubicBezTo>
                    <a:pt x="160" y="16"/>
                    <a:pt x="184" y="10"/>
                    <a:pt x="207" y="3"/>
                  </a:cubicBezTo>
                  <a:cubicBezTo>
                    <a:pt x="218" y="0"/>
                    <a:pt x="224" y="2"/>
                    <a:pt x="226" y="14"/>
                  </a:cubicBezTo>
                  <a:cubicBezTo>
                    <a:pt x="233" y="41"/>
                    <a:pt x="241" y="68"/>
                    <a:pt x="249" y="95"/>
                  </a:cubicBezTo>
                  <a:cubicBezTo>
                    <a:pt x="250" y="99"/>
                    <a:pt x="251" y="103"/>
                    <a:pt x="251" y="107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47"/>
            <p:cNvSpPr/>
            <p:nvPr/>
          </p:nvSpPr>
          <p:spPr bwMode="auto">
            <a:xfrm>
              <a:off x="15305088" y="3802063"/>
              <a:ext cx="814387" cy="654050"/>
            </a:xfrm>
            <a:custGeom>
              <a:avLst/>
              <a:gdLst>
                <a:gd name="T0" fmla="*/ 119 w 258"/>
                <a:gd name="T1" fmla="*/ 134 h 207"/>
                <a:gd name="T2" fmla="*/ 96 w 258"/>
                <a:gd name="T3" fmla="*/ 79 h 207"/>
                <a:gd name="T4" fmla="*/ 103 w 258"/>
                <a:gd name="T5" fmla="*/ 59 h 207"/>
                <a:gd name="T6" fmla="*/ 125 w 258"/>
                <a:gd name="T7" fmla="*/ 66 h 207"/>
                <a:gd name="T8" fmla="*/ 144 w 258"/>
                <a:gd name="T9" fmla="*/ 109 h 207"/>
                <a:gd name="T10" fmla="*/ 161 w 258"/>
                <a:gd name="T11" fmla="*/ 116 h 207"/>
                <a:gd name="T12" fmla="*/ 203 w 258"/>
                <a:gd name="T13" fmla="*/ 98 h 207"/>
                <a:gd name="T14" fmla="*/ 209 w 258"/>
                <a:gd name="T15" fmla="*/ 82 h 207"/>
                <a:gd name="T16" fmla="*/ 185 w 258"/>
                <a:gd name="T17" fmla="*/ 29 h 207"/>
                <a:gd name="T18" fmla="*/ 193 w 258"/>
                <a:gd name="T19" fmla="*/ 12 h 207"/>
                <a:gd name="T20" fmla="*/ 214 w 258"/>
                <a:gd name="T21" fmla="*/ 15 h 207"/>
                <a:gd name="T22" fmla="*/ 254 w 258"/>
                <a:gd name="T23" fmla="*/ 105 h 207"/>
                <a:gd name="T24" fmla="*/ 247 w 258"/>
                <a:gd name="T25" fmla="*/ 123 h 207"/>
                <a:gd name="T26" fmla="*/ 60 w 258"/>
                <a:gd name="T27" fmla="*/ 204 h 207"/>
                <a:gd name="T28" fmla="*/ 43 w 258"/>
                <a:gd name="T29" fmla="*/ 197 h 207"/>
                <a:gd name="T30" fmla="*/ 5 w 258"/>
                <a:gd name="T31" fmla="*/ 110 h 207"/>
                <a:gd name="T32" fmla="*/ 13 w 258"/>
                <a:gd name="T33" fmla="*/ 94 h 207"/>
                <a:gd name="T34" fmla="*/ 33 w 258"/>
                <a:gd name="T35" fmla="*/ 96 h 207"/>
                <a:gd name="T36" fmla="*/ 55 w 258"/>
                <a:gd name="T37" fmla="*/ 146 h 207"/>
                <a:gd name="T38" fmla="*/ 70 w 258"/>
                <a:gd name="T39" fmla="*/ 155 h 207"/>
                <a:gd name="T40" fmla="*/ 119 w 258"/>
                <a:gd name="T41" fmla="*/ 13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8" h="207">
                  <a:moveTo>
                    <a:pt x="119" y="134"/>
                  </a:moveTo>
                  <a:cubicBezTo>
                    <a:pt x="111" y="114"/>
                    <a:pt x="103" y="97"/>
                    <a:pt x="96" y="79"/>
                  </a:cubicBezTo>
                  <a:cubicBezTo>
                    <a:pt x="92" y="70"/>
                    <a:pt x="91" y="63"/>
                    <a:pt x="103" y="59"/>
                  </a:cubicBezTo>
                  <a:cubicBezTo>
                    <a:pt x="112" y="56"/>
                    <a:pt x="120" y="53"/>
                    <a:pt x="125" y="66"/>
                  </a:cubicBezTo>
                  <a:cubicBezTo>
                    <a:pt x="130" y="81"/>
                    <a:pt x="138" y="94"/>
                    <a:pt x="144" y="109"/>
                  </a:cubicBezTo>
                  <a:cubicBezTo>
                    <a:pt x="147" y="118"/>
                    <a:pt x="152" y="120"/>
                    <a:pt x="161" y="116"/>
                  </a:cubicBezTo>
                  <a:cubicBezTo>
                    <a:pt x="175" y="110"/>
                    <a:pt x="189" y="104"/>
                    <a:pt x="203" y="98"/>
                  </a:cubicBezTo>
                  <a:cubicBezTo>
                    <a:pt x="211" y="95"/>
                    <a:pt x="212" y="90"/>
                    <a:pt x="209" y="82"/>
                  </a:cubicBezTo>
                  <a:cubicBezTo>
                    <a:pt x="201" y="65"/>
                    <a:pt x="194" y="47"/>
                    <a:pt x="185" y="29"/>
                  </a:cubicBezTo>
                  <a:cubicBezTo>
                    <a:pt x="181" y="20"/>
                    <a:pt x="184" y="15"/>
                    <a:pt x="193" y="12"/>
                  </a:cubicBezTo>
                  <a:cubicBezTo>
                    <a:pt x="200" y="10"/>
                    <a:pt x="208" y="0"/>
                    <a:pt x="214" y="15"/>
                  </a:cubicBezTo>
                  <a:cubicBezTo>
                    <a:pt x="227" y="45"/>
                    <a:pt x="241" y="75"/>
                    <a:pt x="254" y="105"/>
                  </a:cubicBezTo>
                  <a:cubicBezTo>
                    <a:pt x="258" y="114"/>
                    <a:pt x="256" y="119"/>
                    <a:pt x="247" y="123"/>
                  </a:cubicBezTo>
                  <a:cubicBezTo>
                    <a:pt x="185" y="149"/>
                    <a:pt x="123" y="176"/>
                    <a:pt x="60" y="204"/>
                  </a:cubicBezTo>
                  <a:cubicBezTo>
                    <a:pt x="52" y="207"/>
                    <a:pt x="47" y="207"/>
                    <a:pt x="43" y="197"/>
                  </a:cubicBezTo>
                  <a:cubicBezTo>
                    <a:pt x="30" y="168"/>
                    <a:pt x="18" y="139"/>
                    <a:pt x="5" y="110"/>
                  </a:cubicBezTo>
                  <a:cubicBezTo>
                    <a:pt x="0" y="100"/>
                    <a:pt x="6" y="97"/>
                    <a:pt x="13" y="94"/>
                  </a:cubicBezTo>
                  <a:cubicBezTo>
                    <a:pt x="20" y="91"/>
                    <a:pt x="28" y="85"/>
                    <a:pt x="33" y="96"/>
                  </a:cubicBezTo>
                  <a:cubicBezTo>
                    <a:pt x="40" y="113"/>
                    <a:pt x="48" y="129"/>
                    <a:pt x="55" y="146"/>
                  </a:cubicBezTo>
                  <a:cubicBezTo>
                    <a:pt x="58" y="153"/>
                    <a:pt x="62" y="159"/>
                    <a:pt x="70" y="155"/>
                  </a:cubicBezTo>
                  <a:cubicBezTo>
                    <a:pt x="86" y="149"/>
                    <a:pt x="102" y="141"/>
                    <a:pt x="119" y="134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48"/>
            <p:cNvSpPr/>
            <p:nvPr/>
          </p:nvSpPr>
          <p:spPr bwMode="auto">
            <a:xfrm>
              <a:off x="21043900" y="5637213"/>
              <a:ext cx="506412" cy="1017588"/>
            </a:xfrm>
            <a:custGeom>
              <a:avLst/>
              <a:gdLst>
                <a:gd name="T0" fmla="*/ 47 w 160"/>
                <a:gd name="T1" fmla="*/ 202 h 322"/>
                <a:gd name="T2" fmla="*/ 29 w 160"/>
                <a:gd name="T3" fmla="*/ 207 h 322"/>
                <a:gd name="T4" fmla="*/ 5 w 160"/>
                <a:gd name="T5" fmla="*/ 201 h 322"/>
                <a:gd name="T6" fmla="*/ 3 w 160"/>
                <a:gd name="T7" fmla="*/ 178 h 322"/>
                <a:gd name="T8" fmla="*/ 29 w 160"/>
                <a:gd name="T9" fmla="*/ 146 h 322"/>
                <a:gd name="T10" fmla="*/ 68 w 160"/>
                <a:gd name="T11" fmla="*/ 80 h 322"/>
                <a:gd name="T12" fmla="*/ 101 w 160"/>
                <a:gd name="T13" fmla="*/ 11 h 322"/>
                <a:gd name="T14" fmla="*/ 124 w 160"/>
                <a:gd name="T15" fmla="*/ 3 h 322"/>
                <a:gd name="T16" fmla="*/ 133 w 160"/>
                <a:gd name="T17" fmla="*/ 31 h 322"/>
                <a:gd name="T18" fmla="*/ 116 w 160"/>
                <a:gd name="T19" fmla="*/ 60 h 322"/>
                <a:gd name="T20" fmla="*/ 107 w 160"/>
                <a:gd name="T21" fmla="*/ 74 h 322"/>
                <a:gd name="T22" fmla="*/ 111 w 160"/>
                <a:gd name="T23" fmla="*/ 87 h 322"/>
                <a:gd name="T24" fmla="*/ 121 w 160"/>
                <a:gd name="T25" fmla="*/ 81 h 322"/>
                <a:gd name="T26" fmla="*/ 152 w 160"/>
                <a:gd name="T27" fmla="*/ 69 h 322"/>
                <a:gd name="T28" fmla="*/ 144 w 160"/>
                <a:gd name="T29" fmla="*/ 103 h 322"/>
                <a:gd name="T30" fmla="*/ 143 w 160"/>
                <a:gd name="T31" fmla="*/ 104 h 322"/>
                <a:gd name="T32" fmla="*/ 79 w 160"/>
                <a:gd name="T33" fmla="*/ 217 h 322"/>
                <a:gd name="T34" fmla="*/ 43 w 160"/>
                <a:gd name="T35" fmla="*/ 302 h 322"/>
                <a:gd name="T36" fmla="*/ 41 w 160"/>
                <a:gd name="T37" fmla="*/ 304 h 322"/>
                <a:gd name="T38" fmla="*/ 15 w 160"/>
                <a:gd name="T39" fmla="*/ 313 h 322"/>
                <a:gd name="T40" fmla="*/ 20 w 160"/>
                <a:gd name="T41" fmla="*/ 289 h 322"/>
                <a:gd name="T42" fmla="*/ 49 w 160"/>
                <a:gd name="T43" fmla="*/ 214 h 322"/>
                <a:gd name="T44" fmla="*/ 49 w 160"/>
                <a:gd name="T45" fmla="*/ 208 h 322"/>
                <a:gd name="T46" fmla="*/ 47 w 160"/>
                <a:gd name="T47" fmla="*/ 20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0" h="322">
                  <a:moveTo>
                    <a:pt x="47" y="202"/>
                  </a:moveTo>
                  <a:cubicBezTo>
                    <a:pt x="41" y="204"/>
                    <a:pt x="35" y="207"/>
                    <a:pt x="29" y="207"/>
                  </a:cubicBezTo>
                  <a:cubicBezTo>
                    <a:pt x="20" y="207"/>
                    <a:pt x="10" y="206"/>
                    <a:pt x="5" y="201"/>
                  </a:cubicBezTo>
                  <a:cubicBezTo>
                    <a:pt x="1" y="196"/>
                    <a:pt x="0" y="184"/>
                    <a:pt x="3" y="178"/>
                  </a:cubicBezTo>
                  <a:cubicBezTo>
                    <a:pt x="10" y="166"/>
                    <a:pt x="18" y="152"/>
                    <a:pt x="29" y="146"/>
                  </a:cubicBezTo>
                  <a:cubicBezTo>
                    <a:pt x="56" y="131"/>
                    <a:pt x="62" y="105"/>
                    <a:pt x="68" y="80"/>
                  </a:cubicBezTo>
                  <a:cubicBezTo>
                    <a:pt x="74" y="54"/>
                    <a:pt x="80" y="29"/>
                    <a:pt x="101" y="11"/>
                  </a:cubicBezTo>
                  <a:cubicBezTo>
                    <a:pt x="107" y="6"/>
                    <a:pt x="119" y="0"/>
                    <a:pt x="124" y="3"/>
                  </a:cubicBezTo>
                  <a:cubicBezTo>
                    <a:pt x="133" y="7"/>
                    <a:pt x="138" y="19"/>
                    <a:pt x="133" y="31"/>
                  </a:cubicBezTo>
                  <a:cubicBezTo>
                    <a:pt x="129" y="41"/>
                    <a:pt x="122" y="50"/>
                    <a:pt x="116" y="60"/>
                  </a:cubicBezTo>
                  <a:cubicBezTo>
                    <a:pt x="113" y="65"/>
                    <a:pt x="109" y="69"/>
                    <a:pt x="107" y="74"/>
                  </a:cubicBezTo>
                  <a:cubicBezTo>
                    <a:pt x="106" y="78"/>
                    <a:pt x="109" y="83"/>
                    <a:pt x="111" y="87"/>
                  </a:cubicBezTo>
                  <a:cubicBezTo>
                    <a:pt x="114" y="85"/>
                    <a:pt x="118" y="84"/>
                    <a:pt x="121" y="81"/>
                  </a:cubicBezTo>
                  <a:cubicBezTo>
                    <a:pt x="133" y="66"/>
                    <a:pt x="144" y="62"/>
                    <a:pt x="152" y="69"/>
                  </a:cubicBezTo>
                  <a:cubicBezTo>
                    <a:pt x="160" y="76"/>
                    <a:pt x="156" y="92"/>
                    <a:pt x="144" y="103"/>
                  </a:cubicBezTo>
                  <a:cubicBezTo>
                    <a:pt x="144" y="104"/>
                    <a:pt x="144" y="104"/>
                    <a:pt x="143" y="104"/>
                  </a:cubicBezTo>
                  <a:cubicBezTo>
                    <a:pt x="98" y="128"/>
                    <a:pt x="91" y="173"/>
                    <a:pt x="79" y="217"/>
                  </a:cubicBezTo>
                  <a:cubicBezTo>
                    <a:pt x="71" y="246"/>
                    <a:pt x="55" y="273"/>
                    <a:pt x="43" y="302"/>
                  </a:cubicBezTo>
                  <a:cubicBezTo>
                    <a:pt x="43" y="302"/>
                    <a:pt x="42" y="303"/>
                    <a:pt x="41" y="304"/>
                  </a:cubicBezTo>
                  <a:cubicBezTo>
                    <a:pt x="34" y="312"/>
                    <a:pt x="26" y="322"/>
                    <a:pt x="15" y="313"/>
                  </a:cubicBezTo>
                  <a:cubicBezTo>
                    <a:pt x="5" y="305"/>
                    <a:pt x="14" y="296"/>
                    <a:pt x="20" y="289"/>
                  </a:cubicBezTo>
                  <a:cubicBezTo>
                    <a:pt x="38" y="267"/>
                    <a:pt x="43" y="241"/>
                    <a:pt x="49" y="214"/>
                  </a:cubicBezTo>
                  <a:cubicBezTo>
                    <a:pt x="49" y="212"/>
                    <a:pt x="49" y="210"/>
                    <a:pt x="49" y="208"/>
                  </a:cubicBezTo>
                  <a:cubicBezTo>
                    <a:pt x="49" y="207"/>
                    <a:pt x="48" y="206"/>
                    <a:pt x="47" y="202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49"/>
            <p:cNvSpPr/>
            <p:nvPr/>
          </p:nvSpPr>
          <p:spPr bwMode="auto">
            <a:xfrm>
              <a:off x="23039388" y="2473325"/>
              <a:ext cx="755650" cy="447675"/>
            </a:xfrm>
            <a:custGeom>
              <a:avLst/>
              <a:gdLst>
                <a:gd name="T0" fmla="*/ 42 w 239"/>
                <a:gd name="T1" fmla="*/ 10 h 142"/>
                <a:gd name="T2" fmla="*/ 35 w 239"/>
                <a:gd name="T3" fmla="*/ 65 h 142"/>
                <a:gd name="T4" fmla="*/ 56 w 239"/>
                <a:gd name="T5" fmla="*/ 92 h 142"/>
                <a:gd name="T6" fmla="*/ 88 w 239"/>
                <a:gd name="T7" fmla="*/ 84 h 142"/>
                <a:gd name="T8" fmla="*/ 115 w 239"/>
                <a:gd name="T9" fmla="*/ 44 h 142"/>
                <a:gd name="T10" fmla="*/ 175 w 239"/>
                <a:gd name="T11" fmla="*/ 8 h 142"/>
                <a:gd name="T12" fmla="*/ 230 w 239"/>
                <a:gd name="T13" fmla="*/ 47 h 142"/>
                <a:gd name="T14" fmla="*/ 230 w 239"/>
                <a:gd name="T15" fmla="*/ 120 h 142"/>
                <a:gd name="T16" fmla="*/ 203 w 239"/>
                <a:gd name="T17" fmla="*/ 126 h 142"/>
                <a:gd name="T18" fmla="*/ 200 w 239"/>
                <a:gd name="T19" fmla="*/ 110 h 142"/>
                <a:gd name="T20" fmla="*/ 204 w 239"/>
                <a:gd name="T21" fmla="*/ 81 h 142"/>
                <a:gd name="T22" fmla="*/ 185 w 239"/>
                <a:gd name="T23" fmla="*/ 52 h 142"/>
                <a:gd name="T24" fmla="*/ 151 w 239"/>
                <a:gd name="T25" fmla="*/ 64 h 142"/>
                <a:gd name="T26" fmla="*/ 130 w 239"/>
                <a:gd name="T27" fmla="*/ 98 h 142"/>
                <a:gd name="T28" fmla="*/ 44 w 239"/>
                <a:gd name="T29" fmla="*/ 132 h 142"/>
                <a:gd name="T30" fmla="*/ 0 w 239"/>
                <a:gd name="T31" fmla="*/ 63 h 142"/>
                <a:gd name="T32" fmla="*/ 4 w 239"/>
                <a:gd name="T33" fmla="*/ 30 h 142"/>
                <a:gd name="T34" fmla="*/ 42 w 239"/>
                <a:gd name="T35" fmla="*/ 1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9" h="142">
                  <a:moveTo>
                    <a:pt x="42" y="10"/>
                  </a:moveTo>
                  <a:cubicBezTo>
                    <a:pt x="39" y="29"/>
                    <a:pt x="36" y="47"/>
                    <a:pt x="35" y="65"/>
                  </a:cubicBezTo>
                  <a:cubicBezTo>
                    <a:pt x="34" y="80"/>
                    <a:pt x="44" y="87"/>
                    <a:pt x="56" y="92"/>
                  </a:cubicBezTo>
                  <a:cubicBezTo>
                    <a:pt x="69" y="97"/>
                    <a:pt x="80" y="94"/>
                    <a:pt x="88" y="84"/>
                  </a:cubicBezTo>
                  <a:cubicBezTo>
                    <a:pt x="98" y="72"/>
                    <a:pt x="107" y="58"/>
                    <a:pt x="115" y="44"/>
                  </a:cubicBezTo>
                  <a:cubicBezTo>
                    <a:pt x="129" y="22"/>
                    <a:pt x="147" y="7"/>
                    <a:pt x="175" y="8"/>
                  </a:cubicBezTo>
                  <a:cubicBezTo>
                    <a:pt x="201" y="9"/>
                    <a:pt x="222" y="22"/>
                    <a:pt x="230" y="47"/>
                  </a:cubicBezTo>
                  <a:cubicBezTo>
                    <a:pt x="239" y="71"/>
                    <a:pt x="238" y="96"/>
                    <a:pt x="230" y="120"/>
                  </a:cubicBezTo>
                  <a:cubicBezTo>
                    <a:pt x="224" y="134"/>
                    <a:pt x="212" y="128"/>
                    <a:pt x="203" y="126"/>
                  </a:cubicBezTo>
                  <a:cubicBezTo>
                    <a:pt x="201" y="126"/>
                    <a:pt x="199" y="116"/>
                    <a:pt x="200" y="110"/>
                  </a:cubicBezTo>
                  <a:cubicBezTo>
                    <a:pt x="200" y="101"/>
                    <a:pt x="204" y="91"/>
                    <a:pt x="204" y="81"/>
                  </a:cubicBezTo>
                  <a:cubicBezTo>
                    <a:pt x="205" y="67"/>
                    <a:pt x="199" y="56"/>
                    <a:pt x="185" y="52"/>
                  </a:cubicBezTo>
                  <a:cubicBezTo>
                    <a:pt x="172" y="48"/>
                    <a:pt x="159" y="51"/>
                    <a:pt x="151" y="64"/>
                  </a:cubicBezTo>
                  <a:cubicBezTo>
                    <a:pt x="144" y="75"/>
                    <a:pt x="136" y="87"/>
                    <a:pt x="130" y="98"/>
                  </a:cubicBezTo>
                  <a:cubicBezTo>
                    <a:pt x="111" y="131"/>
                    <a:pt x="82" y="142"/>
                    <a:pt x="44" y="132"/>
                  </a:cubicBezTo>
                  <a:cubicBezTo>
                    <a:pt x="19" y="125"/>
                    <a:pt x="0" y="94"/>
                    <a:pt x="0" y="63"/>
                  </a:cubicBezTo>
                  <a:cubicBezTo>
                    <a:pt x="0" y="52"/>
                    <a:pt x="2" y="41"/>
                    <a:pt x="4" y="30"/>
                  </a:cubicBezTo>
                  <a:cubicBezTo>
                    <a:pt x="9" y="4"/>
                    <a:pt x="17" y="0"/>
                    <a:pt x="42" y="10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50"/>
            <p:cNvSpPr/>
            <p:nvPr/>
          </p:nvSpPr>
          <p:spPr bwMode="auto">
            <a:xfrm>
              <a:off x="15024100" y="2678113"/>
              <a:ext cx="754062" cy="501650"/>
            </a:xfrm>
            <a:custGeom>
              <a:avLst/>
              <a:gdLst>
                <a:gd name="T0" fmla="*/ 239 w 239"/>
                <a:gd name="T1" fmla="*/ 90 h 159"/>
                <a:gd name="T2" fmla="*/ 238 w 239"/>
                <a:gd name="T3" fmla="*/ 105 h 159"/>
                <a:gd name="T4" fmla="*/ 208 w 239"/>
                <a:gd name="T5" fmla="*/ 127 h 159"/>
                <a:gd name="T6" fmla="*/ 203 w 239"/>
                <a:gd name="T7" fmla="*/ 111 h 159"/>
                <a:gd name="T8" fmla="*/ 203 w 239"/>
                <a:gd name="T9" fmla="*/ 66 h 159"/>
                <a:gd name="T10" fmla="*/ 178 w 239"/>
                <a:gd name="T11" fmla="*/ 48 h 159"/>
                <a:gd name="T12" fmla="*/ 148 w 239"/>
                <a:gd name="T13" fmla="*/ 59 h 159"/>
                <a:gd name="T14" fmla="*/ 126 w 239"/>
                <a:gd name="T15" fmla="*/ 102 h 159"/>
                <a:gd name="T16" fmla="*/ 31 w 239"/>
                <a:gd name="T17" fmla="*/ 134 h 159"/>
                <a:gd name="T18" fmla="*/ 5 w 239"/>
                <a:gd name="T19" fmla="*/ 94 h 159"/>
                <a:gd name="T20" fmla="*/ 4 w 239"/>
                <a:gd name="T21" fmla="*/ 42 h 159"/>
                <a:gd name="T22" fmla="*/ 16 w 239"/>
                <a:gd name="T23" fmla="*/ 31 h 159"/>
                <a:gd name="T24" fmla="*/ 34 w 239"/>
                <a:gd name="T25" fmla="*/ 49 h 159"/>
                <a:gd name="T26" fmla="*/ 34 w 239"/>
                <a:gd name="T27" fmla="*/ 79 h 159"/>
                <a:gd name="T28" fmla="*/ 55 w 239"/>
                <a:gd name="T29" fmla="*/ 102 h 159"/>
                <a:gd name="T30" fmla="*/ 86 w 239"/>
                <a:gd name="T31" fmla="*/ 89 h 159"/>
                <a:gd name="T32" fmla="*/ 106 w 239"/>
                <a:gd name="T33" fmla="*/ 47 h 159"/>
                <a:gd name="T34" fmla="*/ 184 w 239"/>
                <a:gd name="T35" fmla="*/ 6 h 159"/>
                <a:gd name="T36" fmla="*/ 238 w 239"/>
                <a:gd name="T37" fmla="*/ 69 h 159"/>
                <a:gd name="T38" fmla="*/ 239 w 239"/>
                <a:gd name="T39" fmla="*/ 90 h 159"/>
                <a:gd name="T40" fmla="*/ 239 w 239"/>
                <a:gd name="T41" fmla="*/ 9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9" h="159">
                  <a:moveTo>
                    <a:pt x="239" y="90"/>
                  </a:moveTo>
                  <a:cubicBezTo>
                    <a:pt x="239" y="95"/>
                    <a:pt x="239" y="100"/>
                    <a:pt x="238" y="105"/>
                  </a:cubicBezTo>
                  <a:cubicBezTo>
                    <a:pt x="237" y="125"/>
                    <a:pt x="227" y="133"/>
                    <a:pt x="208" y="127"/>
                  </a:cubicBezTo>
                  <a:cubicBezTo>
                    <a:pt x="205" y="126"/>
                    <a:pt x="202" y="116"/>
                    <a:pt x="203" y="111"/>
                  </a:cubicBezTo>
                  <a:cubicBezTo>
                    <a:pt x="208" y="95"/>
                    <a:pt x="209" y="81"/>
                    <a:pt x="203" y="66"/>
                  </a:cubicBezTo>
                  <a:cubicBezTo>
                    <a:pt x="198" y="53"/>
                    <a:pt x="189" y="49"/>
                    <a:pt x="178" y="48"/>
                  </a:cubicBezTo>
                  <a:cubicBezTo>
                    <a:pt x="166" y="46"/>
                    <a:pt x="154" y="47"/>
                    <a:pt x="148" y="59"/>
                  </a:cubicBezTo>
                  <a:cubicBezTo>
                    <a:pt x="140" y="73"/>
                    <a:pt x="133" y="87"/>
                    <a:pt x="126" y="102"/>
                  </a:cubicBezTo>
                  <a:cubicBezTo>
                    <a:pt x="108" y="142"/>
                    <a:pt x="63" y="159"/>
                    <a:pt x="31" y="134"/>
                  </a:cubicBezTo>
                  <a:cubicBezTo>
                    <a:pt x="19" y="125"/>
                    <a:pt x="9" y="109"/>
                    <a:pt x="5" y="94"/>
                  </a:cubicBezTo>
                  <a:cubicBezTo>
                    <a:pt x="0" y="78"/>
                    <a:pt x="2" y="60"/>
                    <a:pt x="4" y="42"/>
                  </a:cubicBezTo>
                  <a:cubicBezTo>
                    <a:pt x="4" y="38"/>
                    <a:pt x="11" y="32"/>
                    <a:pt x="16" y="31"/>
                  </a:cubicBezTo>
                  <a:cubicBezTo>
                    <a:pt x="35" y="28"/>
                    <a:pt x="36" y="30"/>
                    <a:pt x="34" y="49"/>
                  </a:cubicBezTo>
                  <a:cubicBezTo>
                    <a:pt x="33" y="59"/>
                    <a:pt x="33" y="69"/>
                    <a:pt x="34" y="79"/>
                  </a:cubicBezTo>
                  <a:cubicBezTo>
                    <a:pt x="36" y="91"/>
                    <a:pt x="42" y="100"/>
                    <a:pt x="55" y="102"/>
                  </a:cubicBezTo>
                  <a:cubicBezTo>
                    <a:pt x="68" y="104"/>
                    <a:pt x="80" y="101"/>
                    <a:pt x="86" y="89"/>
                  </a:cubicBezTo>
                  <a:cubicBezTo>
                    <a:pt x="93" y="75"/>
                    <a:pt x="100" y="61"/>
                    <a:pt x="106" y="47"/>
                  </a:cubicBezTo>
                  <a:cubicBezTo>
                    <a:pt x="123" y="13"/>
                    <a:pt x="149" y="0"/>
                    <a:pt x="184" y="6"/>
                  </a:cubicBezTo>
                  <a:cubicBezTo>
                    <a:pt x="213" y="11"/>
                    <a:pt x="234" y="36"/>
                    <a:pt x="238" y="69"/>
                  </a:cubicBezTo>
                  <a:cubicBezTo>
                    <a:pt x="239" y="76"/>
                    <a:pt x="238" y="83"/>
                    <a:pt x="239" y="90"/>
                  </a:cubicBezTo>
                  <a:cubicBezTo>
                    <a:pt x="239" y="90"/>
                    <a:pt x="239" y="90"/>
                    <a:pt x="239" y="90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51"/>
            <p:cNvSpPr/>
            <p:nvPr/>
          </p:nvSpPr>
          <p:spPr bwMode="auto">
            <a:xfrm>
              <a:off x="15144750" y="1139825"/>
              <a:ext cx="795337" cy="593725"/>
            </a:xfrm>
            <a:custGeom>
              <a:avLst/>
              <a:gdLst>
                <a:gd name="T0" fmla="*/ 72 w 252"/>
                <a:gd name="T1" fmla="*/ 8 h 188"/>
                <a:gd name="T2" fmla="*/ 67 w 252"/>
                <a:gd name="T3" fmla="*/ 17 h 188"/>
                <a:gd name="T4" fmla="*/ 96 w 252"/>
                <a:gd name="T5" fmla="*/ 126 h 188"/>
                <a:gd name="T6" fmla="*/ 136 w 252"/>
                <a:gd name="T7" fmla="*/ 138 h 188"/>
                <a:gd name="T8" fmla="*/ 219 w 252"/>
                <a:gd name="T9" fmla="*/ 66 h 188"/>
                <a:gd name="T10" fmla="*/ 226 w 252"/>
                <a:gd name="T11" fmla="*/ 52 h 188"/>
                <a:gd name="T12" fmla="*/ 252 w 252"/>
                <a:gd name="T13" fmla="*/ 67 h 188"/>
                <a:gd name="T14" fmla="*/ 174 w 252"/>
                <a:gd name="T15" fmla="*/ 178 h 188"/>
                <a:gd name="T16" fmla="*/ 33 w 252"/>
                <a:gd name="T17" fmla="*/ 132 h 188"/>
                <a:gd name="T18" fmla="*/ 37 w 252"/>
                <a:gd name="T19" fmla="*/ 4 h 188"/>
                <a:gd name="T20" fmla="*/ 49 w 252"/>
                <a:gd name="T21" fmla="*/ 0 h 188"/>
                <a:gd name="T22" fmla="*/ 72 w 252"/>
                <a:gd name="T23" fmla="*/ 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2" h="188">
                  <a:moveTo>
                    <a:pt x="72" y="8"/>
                  </a:moveTo>
                  <a:cubicBezTo>
                    <a:pt x="70" y="12"/>
                    <a:pt x="69" y="15"/>
                    <a:pt x="67" y="17"/>
                  </a:cubicBezTo>
                  <a:cubicBezTo>
                    <a:pt x="34" y="61"/>
                    <a:pt x="46" y="106"/>
                    <a:pt x="96" y="126"/>
                  </a:cubicBezTo>
                  <a:cubicBezTo>
                    <a:pt x="109" y="132"/>
                    <a:pt x="123" y="136"/>
                    <a:pt x="136" y="138"/>
                  </a:cubicBezTo>
                  <a:cubicBezTo>
                    <a:pt x="186" y="145"/>
                    <a:pt x="219" y="116"/>
                    <a:pt x="219" y="66"/>
                  </a:cubicBezTo>
                  <a:cubicBezTo>
                    <a:pt x="220" y="61"/>
                    <a:pt x="223" y="52"/>
                    <a:pt x="226" y="52"/>
                  </a:cubicBezTo>
                  <a:cubicBezTo>
                    <a:pt x="238" y="49"/>
                    <a:pt x="252" y="58"/>
                    <a:pt x="252" y="67"/>
                  </a:cubicBezTo>
                  <a:cubicBezTo>
                    <a:pt x="252" y="109"/>
                    <a:pt x="231" y="168"/>
                    <a:pt x="174" y="178"/>
                  </a:cubicBezTo>
                  <a:cubicBezTo>
                    <a:pt x="120" y="188"/>
                    <a:pt x="70" y="175"/>
                    <a:pt x="33" y="132"/>
                  </a:cubicBezTo>
                  <a:cubicBezTo>
                    <a:pt x="0" y="93"/>
                    <a:pt x="12" y="39"/>
                    <a:pt x="37" y="4"/>
                  </a:cubicBezTo>
                  <a:cubicBezTo>
                    <a:pt x="39" y="1"/>
                    <a:pt x="45" y="0"/>
                    <a:pt x="49" y="0"/>
                  </a:cubicBezTo>
                  <a:cubicBezTo>
                    <a:pt x="57" y="1"/>
                    <a:pt x="63" y="5"/>
                    <a:pt x="72" y="8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52"/>
            <p:cNvSpPr/>
            <p:nvPr/>
          </p:nvSpPr>
          <p:spPr bwMode="auto">
            <a:xfrm>
              <a:off x="22726650" y="3941763"/>
              <a:ext cx="806450" cy="593725"/>
            </a:xfrm>
            <a:custGeom>
              <a:avLst/>
              <a:gdLst>
                <a:gd name="T0" fmla="*/ 255 w 255"/>
                <a:gd name="T1" fmla="*/ 29 h 188"/>
                <a:gd name="T2" fmla="*/ 241 w 255"/>
                <a:gd name="T3" fmla="*/ 60 h 188"/>
                <a:gd name="T4" fmla="*/ 225 w 255"/>
                <a:gd name="T5" fmla="*/ 68 h 188"/>
                <a:gd name="T6" fmla="*/ 156 w 255"/>
                <a:gd name="T7" fmla="*/ 72 h 188"/>
                <a:gd name="T8" fmla="*/ 141 w 255"/>
                <a:gd name="T9" fmla="*/ 77 h 188"/>
                <a:gd name="T10" fmla="*/ 149 w 255"/>
                <a:gd name="T11" fmla="*/ 89 h 188"/>
                <a:gd name="T12" fmla="*/ 192 w 255"/>
                <a:gd name="T13" fmla="*/ 137 h 188"/>
                <a:gd name="T14" fmla="*/ 196 w 255"/>
                <a:gd name="T15" fmla="*/ 167 h 188"/>
                <a:gd name="T16" fmla="*/ 185 w 255"/>
                <a:gd name="T17" fmla="*/ 188 h 188"/>
                <a:gd name="T18" fmla="*/ 152 w 255"/>
                <a:gd name="T19" fmla="*/ 151 h 188"/>
                <a:gd name="T20" fmla="*/ 127 w 255"/>
                <a:gd name="T21" fmla="*/ 121 h 188"/>
                <a:gd name="T22" fmla="*/ 24 w 255"/>
                <a:gd name="T23" fmla="*/ 46 h 188"/>
                <a:gd name="T24" fmla="*/ 11 w 255"/>
                <a:gd name="T25" fmla="*/ 13 h 188"/>
                <a:gd name="T26" fmla="*/ 19 w 255"/>
                <a:gd name="T27" fmla="*/ 0 h 188"/>
                <a:gd name="T28" fmla="*/ 84 w 255"/>
                <a:gd name="T29" fmla="*/ 27 h 188"/>
                <a:gd name="T30" fmla="*/ 124 w 255"/>
                <a:gd name="T31" fmla="*/ 34 h 188"/>
                <a:gd name="T32" fmla="*/ 237 w 255"/>
                <a:gd name="T33" fmla="*/ 29 h 188"/>
                <a:gd name="T34" fmla="*/ 255 w 255"/>
                <a:gd name="T35" fmla="*/ 2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5" h="188">
                  <a:moveTo>
                    <a:pt x="255" y="29"/>
                  </a:moveTo>
                  <a:cubicBezTo>
                    <a:pt x="249" y="42"/>
                    <a:pt x="246" y="52"/>
                    <a:pt x="241" y="60"/>
                  </a:cubicBezTo>
                  <a:cubicBezTo>
                    <a:pt x="238" y="64"/>
                    <a:pt x="230" y="67"/>
                    <a:pt x="225" y="68"/>
                  </a:cubicBezTo>
                  <a:cubicBezTo>
                    <a:pt x="202" y="70"/>
                    <a:pt x="179" y="71"/>
                    <a:pt x="156" y="72"/>
                  </a:cubicBezTo>
                  <a:cubicBezTo>
                    <a:pt x="151" y="73"/>
                    <a:pt x="146" y="75"/>
                    <a:pt x="141" y="77"/>
                  </a:cubicBezTo>
                  <a:cubicBezTo>
                    <a:pt x="144" y="81"/>
                    <a:pt x="145" y="85"/>
                    <a:pt x="149" y="89"/>
                  </a:cubicBezTo>
                  <a:cubicBezTo>
                    <a:pt x="163" y="105"/>
                    <a:pt x="177" y="121"/>
                    <a:pt x="192" y="137"/>
                  </a:cubicBezTo>
                  <a:cubicBezTo>
                    <a:pt x="201" y="146"/>
                    <a:pt x="203" y="155"/>
                    <a:pt x="196" y="167"/>
                  </a:cubicBezTo>
                  <a:cubicBezTo>
                    <a:pt x="192" y="173"/>
                    <a:pt x="190" y="179"/>
                    <a:pt x="185" y="188"/>
                  </a:cubicBezTo>
                  <a:cubicBezTo>
                    <a:pt x="173" y="174"/>
                    <a:pt x="162" y="163"/>
                    <a:pt x="152" y="151"/>
                  </a:cubicBezTo>
                  <a:cubicBezTo>
                    <a:pt x="143" y="141"/>
                    <a:pt x="134" y="132"/>
                    <a:pt x="127" y="121"/>
                  </a:cubicBezTo>
                  <a:cubicBezTo>
                    <a:pt x="102" y="83"/>
                    <a:pt x="66" y="61"/>
                    <a:pt x="24" y="46"/>
                  </a:cubicBezTo>
                  <a:cubicBezTo>
                    <a:pt x="0" y="37"/>
                    <a:pt x="0" y="36"/>
                    <a:pt x="11" y="13"/>
                  </a:cubicBezTo>
                  <a:cubicBezTo>
                    <a:pt x="13" y="9"/>
                    <a:pt x="16" y="5"/>
                    <a:pt x="19" y="0"/>
                  </a:cubicBezTo>
                  <a:cubicBezTo>
                    <a:pt x="41" y="10"/>
                    <a:pt x="62" y="19"/>
                    <a:pt x="84" y="27"/>
                  </a:cubicBezTo>
                  <a:cubicBezTo>
                    <a:pt x="97" y="32"/>
                    <a:pt x="111" y="34"/>
                    <a:pt x="124" y="34"/>
                  </a:cubicBezTo>
                  <a:cubicBezTo>
                    <a:pt x="162" y="34"/>
                    <a:pt x="199" y="31"/>
                    <a:pt x="237" y="29"/>
                  </a:cubicBezTo>
                  <a:cubicBezTo>
                    <a:pt x="241" y="29"/>
                    <a:pt x="246" y="29"/>
                    <a:pt x="255" y="29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53"/>
            <p:cNvSpPr/>
            <p:nvPr/>
          </p:nvSpPr>
          <p:spPr bwMode="auto">
            <a:xfrm>
              <a:off x="22926675" y="3430588"/>
              <a:ext cx="760412" cy="457200"/>
            </a:xfrm>
            <a:custGeom>
              <a:avLst/>
              <a:gdLst>
                <a:gd name="T0" fmla="*/ 241 w 241"/>
                <a:gd name="T1" fmla="*/ 14 h 145"/>
                <a:gd name="T2" fmla="*/ 220 w 241"/>
                <a:gd name="T3" fmla="*/ 96 h 145"/>
                <a:gd name="T4" fmla="*/ 210 w 241"/>
                <a:gd name="T5" fmla="*/ 133 h 145"/>
                <a:gd name="T6" fmla="*/ 191 w 241"/>
                <a:gd name="T7" fmla="*/ 141 h 145"/>
                <a:gd name="T8" fmla="*/ 179 w 241"/>
                <a:gd name="T9" fmla="*/ 125 h 145"/>
                <a:gd name="T10" fmla="*/ 183 w 241"/>
                <a:gd name="T11" fmla="*/ 109 h 145"/>
                <a:gd name="T12" fmla="*/ 167 w 241"/>
                <a:gd name="T13" fmla="*/ 81 h 145"/>
                <a:gd name="T14" fmla="*/ 16 w 241"/>
                <a:gd name="T15" fmla="*/ 42 h 145"/>
                <a:gd name="T16" fmla="*/ 0 w 241"/>
                <a:gd name="T17" fmla="*/ 32 h 145"/>
                <a:gd name="T18" fmla="*/ 8 w 241"/>
                <a:gd name="T19" fmla="*/ 2 h 145"/>
                <a:gd name="T20" fmla="*/ 20 w 241"/>
                <a:gd name="T21" fmla="*/ 1 h 145"/>
                <a:gd name="T22" fmla="*/ 184 w 241"/>
                <a:gd name="T23" fmla="*/ 44 h 145"/>
                <a:gd name="T24" fmla="*/ 203 w 241"/>
                <a:gd name="T25" fmla="*/ 33 h 145"/>
                <a:gd name="T26" fmla="*/ 209 w 241"/>
                <a:gd name="T27" fmla="*/ 13 h 145"/>
                <a:gd name="T28" fmla="*/ 217 w 241"/>
                <a:gd name="T29" fmla="*/ 0 h 145"/>
                <a:gd name="T30" fmla="*/ 239 w 241"/>
                <a:gd name="T31" fmla="*/ 6 h 145"/>
                <a:gd name="T32" fmla="*/ 241 w 241"/>
                <a:gd name="T33" fmla="*/ 1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1" h="145">
                  <a:moveTo>
                    <a:pt x="241" y="14"/>
                  </a:moveTo>
                  <a:cubicBezTo>
                    <a:pt x="234" y="42"/>
                    <a:pt x="227" y="69"/>
                    <a:pt x="220" y="96"/>
                  </a:cubicBezTo>
                  <a:cubicBezTo>
                    <a:pt x="217" y="108"/>
                    <a:pt x="212" y="121"/>
                    <a:pt x="210" y="133"/>
                  </a:cubicBezTo>
                  <a:cubicBezTo>
                    <a:pt x="207" y="145"/>
                    <a:pt x="199" y="143"/>
                    <a:pt x="191" y="141"/>
                  </a:cubicBezTo>
                  <a:cubicBezTo>
                    <a:pt x="183" y="139"/>
                    <a:pt x="175" y="137"/>
                    <a:pt x="179" y="125"/>
                  </a:cubicBezTo>
                  <a:cubicBezTo>
                    <a:pt x="180" y="120"/>
                    <a:pt x="182" y="115"/>
                    <a:pt x="183" y="109"/>
                  </a:cubicBezTo>
                  <a:cubicBezTo>
                    <a:pt x="189" y="88"/>
                    <a:pt x="188" y="86"/>
                    <a:pt x="167" y="81"/>
                  </a:cubicBezTo>
                  <a:cubicBezTo>
                    <a:pt x="117" y="68"/>
                    <a:pt x="66" y="55"/>
                    <a:pt x="16" y="42"/>
                  </a:cubicBezTo>
                  <a:cubicBezTo>
                    <a:pt x="10" y="40"/>
                    <a:pt x="0" y="35"/>
                    <a:pt x="0" y="32"/>
                  </a:cubicBezTo>
                  <a:cubicBezTo>
                    <a:pt x="0" y="22"/>
                    <a:pt x="4" y="12"/>
                    <a:pt x="8" y="2"/>
                  </a:cubicBezTo>
                  <a:cubicBezTo>
                    <a:pt x="8" y="0"/>
                    <a:pt x="16" y="0"/>
                    <a:pt x="20" y="1"/>
                  </a:cubicBezTo>
                  <a:cubicBezTo>
                    <a:pt x="75" y="15"/>
                    <a:pt x="130" y="29"/>
                    <a:pt x="184" y="44"/>
                  </a:cubicBezTo>
                  <a:cubicBezTo>
                    <a:pt x="195" y="47"/>
                    <a:pt x="202" y="45"/>
                    <a:pt x="203" y="33"/>
                  </a:cubicBezTo>
                  <a:cubicBezTo>
                    <a:pt x="205" y="26"/>
                    <a:pt x="207" y="19"/>
                    <a:pt x="209" y="13"/>
                  </a:cubicBezTo>
                  <a:cubicBezTo>
                    <a:pt x="211" y="8"/>
                    <a:pt x="214" y="0"/>
                    <a:pt x="217" y="0"/>
                  </a:cubicBezTo>
                  <a:cubicBezTo>
                    <a:pt x="224" y="1"/>
                    <a:pt x="232" y="4"/>
                    <a:pt x="239" y="6"/>
                  </a:cubicBezTo>
                  <a:cubicBezTo>
                    <a:pt x="241" y="7"/>
                    <a:pt x="241" y="12"/>
                    <a:pt x="241" y="14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54"/>
            <p:cNvSpPr/>
            <p:nvPr/>
          </p:nvSpPr>
          <p:spPr bwMode="auto">
            <a:xfrm>
              <a:off x="15017750" y="2103438"/>
              <a:ext cx="750887" cy="460375"/>
            </a:xfrm>
            <a:custGeom>
              <a:avLst/>
              <a:gdLst>
                <a:gd name="T0" fmla="*/ 6 w 238"/>
                <a:gd name="T1" fmla="*/ 72 h 146"/>
                <a:gd name="T2" fmla="*/ 6 w 238"/>
                <a:gd name="T3" fmla="*/ 15 h 146"/>
                <a:gd name="T4" fmla="*/ 21 w 238"/>
                <a:gd name="T5" fmla="*/ 1 h 146"/>
                <a:gd name="T6" fmla="*/ 37 w 238"/>
                <a:gd name="T7" fmla="*/ 16 h 146"/>
                <a:gd name="T8" fmla="*/ 75 w 238"/>
                <a:gd name="T9" fmla="*/ 56 h 146"/>
                <a:gd name="T10" fmla="*/ 218 w 238"/>
                <a:gd name="T11" fmla="*/ 62 h 146"/>
                <a:gd name="T12" fmla="*/ 234 w 238"/>
                <a:gd name="T13" fmla="*/ 85 h 146"/>
                <a:gd name="T14" fmla="*/ 216 w 238"/>
                <a:gd name="T15" fmla="*/ 103 h 146"/>
                <a:gd name="T16" fmla="*/ 53 w 238"/>
                <a:gd name="T17" fmla="*/ 94 h 146"/>
                <a:gd name="T18" fmla="*/ 33 w 238"/>
                <a:gd name="T19" fmla="*/ 112 h 146"/>
                <a:gd name="T20" fmla="*/ 32 w 238"/>
                <a:gd name="T21" fmla="*/ 126 h 146"/>
                <a:gd name="T22" fmla="*/ 16 w 238"/>
                <a:gd name="T23" fmla="*/ 145 h 146"/>
                <a:gd name="T24" fmla="*/ 1 w 238"/>
                <a:gd name="T25" fmla="*/ 124 h 146"/>
                <a:gd name="T26" fmla="*/ 3 w 238"/>
                <a:gd name="T27" fmla="*/ 72 h 146"/>
                <a:gd name="T28" fmla="*/ 6 w 238"/>
                <a:gd name="T29" fmla="*/ 72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146">
                  <a:moveTo>
                    <a:pt x="6" y="72"/>
                  </a:moveTo>
                  <a:cubicBezTo>
                    <a:pt x="6" y="53"/>
                    <a:pt x="6" y="34"/>
                    <a:pt x="6" y="15"/>
                  </a:cubicBezTo>
                  <a:cubicBezTo>
                    <a:pt x="5" y="4"/>
                    <a:pt x="10" y="0"/>
                    <a:pt x="21" y="1"/>
                  </a:cubicBezTo>
                  <a:cubicBezTo>
                    <a:pt x="32" y="1"/>
                    <a:pt x="38" y="3"/>
                    <a:pt x="37" y="16"/>
                  </a:cubicBezTo>
                  <a:cubicBezTo>
                    <a:pt x="36" y="54"/>
                    <a:pt x="27" y="54"/>
                    <a:pt x="75" y="56"/>
                  </a:cubicBezTo>
                  <a:cubicBezTo>
                    <a:pt x="123" y="57"/>
                    <a:pt x="171" y="61"/>
                    <a:pt x="218" y="62"/>
                  </a:cubicBezTo>
                  <a:cubicBezTo>
                    <a:pt x="238" y="63"/>
                    <a:pt x="234" y="74"/>
                    <a:pt x="234" y="85"/>
                  </a:cubicBezTo>
                  <a:cubicBezTo>
                    <a:pt x="234" y="98"/>
                    <a:pt x="230" y="104"/>
                    <a:pt x="216" y="103"/>
                  </a:cubicBezTo>
                  <a:cubicBezTo>
                    <a:pt x="161" y="100"/>
                    <a:pt x="107" y="98"/>
                    <a:pt x="53" y="94"/>
                  </a:cubicBezTo>
                  <a:cubicBezTo>
                    <a:pt x="38" y="93"/>
                    <a:pt x="32" y="98"/>
                    <a:pt x="33" y="112"/>
                  </a:cubicBezTo>
                  <a:cubicBezTo>
                    <a:pt x="33" y="117"/>
                    <a:pt x="33" y="121"/>
                    <a:pt x="32" y="126"/>
                  </a:cubicBezTo>
                  <a:cubicBezTo>
                    <a:pt x="32" y="136"/>
                    <a:pt x="32" y="146"/>
                    <a:pt x="16" y="145"/>
                  </a:cubicBezTo>
                  <a:cubicBezTo>
                    <a:pt x="2" y="144"/>
                    <a:pt x="0" y="137"/>
                    <a:pt x="1" y="124"/>
                  </a:cubicBezTo>
                  <a:cubicBezTo>
                    <a:pt x="2" y="107"/>
                    <a:pt x="3" y="90"/>
                    <a:pt x="3" y="72"/>
                  </a:cubicBezTo>
                  <a:cubicBezTo>
                    <a:pt x="4" y="72"/>
                    <a:pt x="5" y="72"/>
                    <a:pt x="6" y="72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55"/>
            <p:cNvSpPr/>
            <p:nvPr/>
          </p:nvSpPr>
          <p:spPr bwMode="auto">
            <a:xfrm>
              <a:off x="20959763" y="-1406525"/>
              <a:ext cx="450850" cy="828675"/>
            </a:xfrm>
            <a:custGeom>
              <a:avLst/>
              <a:gdLst>
                <a:gd name="T0" fmla="*/ 143 w 143"/>
                <a:gd name="T1" fmla="*/ 25 h 262"/>
                <a:gd name="T2" fmla="*/ 137 w 143"/>
                <a:gd name="T3" fmla="*/ 36 h 262"/>
                <a:gd name="T4" fmla="*/ 60 w 143"/>
                <a:gd name="T5" fmla="*/ 183 h 262"/>
                <a:gd name="T6" fmla="*/ 68 w 143"/>
                <a:gd name="T7" fmla="*/ 207 h 262"/>
                <a:gd name="T8" fmla="*/ 109 w 143"/>
                <a:gd name="T9" fmla="*/ 229 h 262"/>
                <a:gd name="T10" fmla="*/ 113 w 143"/>
                <a:gd name="T11" fmla="*/ 247 h 262"/>
                <a:gd name="T12" fmla="*/ 95 w 143"/>
                <a:gd name="T13" fmla="*/ 257 h 262"/>
                <a:gd name="T14" fmla="*/ 12 w 143"/>
                <a:gd name="T15" fmla="*/ 214 h 262"/>
                <a:gd name="T16" fmla="*/ 9 w 143"/>
                <a:gd name="T17" fmla="*/ 192 h 262"/>
                <a:gd name="T18" fmla="*/ 63 w 143"/>
                <a:gd name="T19" fmla="*/ 90 h 262"/>
                <a:gd name="T20" fmla="*/ 97 w 143"/>
                <a:gd name="T21" fmla="*/ 26 h 262"/>
                <a:gd name="T22" fmla="*/ 132 w 143"/>
                <a:gd name="T23" fmla="*/ 17 h 262"/>
                <a:gd name="T24" fmla="*/ 143 w 143"/>
                <a:gd name="T25" fmla="*/ 2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3" h="262">
                  <a:moveTo>
                    <a:pt x="143" y="25"/>
                  </a:moveTo>
                  <a:cubicBezTo>
                    <a:pt x="141" y="30"/>
                    <a:pt x="139" y="33"/>
                    <a:pt x="137" y="36"/>
                  </a:cubicBezTo>
                  <a:cubicBezTo>
                    <a:pt x="112" y="85"/>
                    <a:pt x="86" y="134"/>
                    <a:pt x="60" y="183"/>
                  </a:cubicBezTo>
                  <a:cubicBezTo>
                    <a:pt x="53" y="195"/>
                    <a:pt x="56" y="201"/>
                    <a:pt x="68" y="207"/>
                  </a:cubicBezTo>
                  <a:cubicBezTo>
                    <a:pt x="82" y="214"/>
                    <a:pt x="95" y="222"/>
                    <a:pt x="109" y="229"/>
                  </a:cubicBezTo>
                  <a:cubicBezTo>
                    <a:pt x="118" y="234"/>
                    <a:pt x="117" y="240"/>
                    <a:pt x="113" y="247"/>
                  </a:cubicBezTo>
                  <a:cubicBezTo>
                    <a:pt x="109" y="254"/>
                    <a:pt x="105" y="262"/>
                    <a:pt x="95" y="257"/>
                  </a:cubicBezTo>
                  <a:cubicBezTo>
                    <a:pt x="67" y="242"/>
                    <a:pt x="40" y="228"/>
                    <a:pt x="12" y="214"/>
                  </a:cubicBezTo>
                  <a:cubicBezTo>
                    <a:pt x="0" y="207"/>
                    <a:pt x="5" y="199"/>
                    <a:pt x="9" y="192"/>
                  </a:cubicBezTo>
                  <a:cubicBezTo>
                    <a:pt x="27" y="157"/>
                    <a:pt x="45" y="124"/>
                    <a:pt x="63" y="90"/>
                  </a:cubicBezTo>
                  <a:cubicBezTo>
                    <a:pt x="74" y="69"/>
                    <a:pt x="86" y="48"/>
                    <a:pt x="97" y="26"/>
                  </a:cubicBezTo>
                  <a:cubicBezTo>
                    <a:pt x="111" y="0"/>
                    <a:pt x="109" y="4"/>
                    <a:pt x="132" y="17"/>
                  </a:cubicBezTo>
                  <a:cubicBezTo>
                    <a:pt x="136" y="19"/>
                    <a:pt x="139" y="22"/>
                    <a:pt x="143" y="25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56"/>
            <p:cNvSpPr/>
            <p:nvPr/>
          </p:nvSpPr>
          <p:spPr bwMode="auto">
            <a:xfrm>
              <a:off x="22301200" y="5195888"/>
              <a:ext cx="431800" cy="536575"/>
            </a:xfrm>
            <a:custGeom>
              <a:avLst/>
              <a:gdLst>
                <a:gd name="T0" fmla="*/ 37 w 137"/>
                <a:gd name="T1" fmla="*/ 42 h 170"/>
                <a:gd name="T2" fmla="*/ 32 w 137"/>
                <a:gd name="T3" fmla="*/ 72 h 170"/>
                <a:gd name="T4" fmla="*/ 23 w 137"/>
                <a:gd name="T5" fmla="*/ 94 h 170"/>
                <a:gd name="T6" fmla="*/ 9 w 137"/>
                <a:gd name="T7" fmla="*/ 98 h 170"/>
                <a:gd name="T8" fmla="*/ 1 w 137"/>
                <a:gd name="T9" fmla="*/ 85 h 170"/>
                <a:gd name="T10" fmla="*/ 3 w 137"/>
                <a:gd name="T11" fmla="*/ 72 h 170"/>
                <a:gd name="T12" fmla="*/ 50 w 137"/>
                <a:gd name="T13" fmla="*/ 8 h 170"/>
                <a:gd name="T14" fmla="*/ 72 w 137"/>
                <a:gd name="T15" fmla="*/ 8 h 170"/>
                <a:gd name="T16" fmla="*/ 74 w 137"/>
                <a:gd name="T17" fmla="*/ 28 h 170"/>
                <a:gd name="T18" fmla="*/ 69 w 137"/>
                <a:gd name="T19" fmla="*/ 40 h 170"/>
                <a:gd name="T20" fmla="*/ 71 w 137"/>
                <a:gd name="T21" fmla="*/ 52 h 170"/>
                <a:gd name="T22" fmla="*/ 82 w 137"/>
                <a:gd name="T23" fmla="*/ 47 h 170"/>
                <a:gd name="T24" fmla="*/ 105 w 137"/>
                <a:gd name="T25" fmla="*/ 16 h 170"/>
                <a:gd name="T26" fmla="*/ 118 w 137"/>
                <a:gd name="T27" fmla="*/ 8 h 170"/>
                <a:gd name="T28" fmla="*/ 132 w 137"/>
                <a:gd name="T29" fmla="*/ 14 h 170"/>
                <a:gd name="T30" fmla="*/ 130 w 137"/>
                <a:gd name="T31" fmla="*/ 29 h 170"/>
                <a:gd name="T32" fmla="*/ 113 w 137"/>
                <a:gd name="T33" fmla="*/ 48 h 170"/>
                <a:gd name="T34" fmla="*/ 113 w 137"/>
                <a:gd name="T35" fmla="*/ 67 h 170"/>
                <a:gd name="T36" fmla="*/ 132 w 137"/>
                <a:gd name="T37" fmla="*/ 152 h 170"/>
                <a:gd name="T38" fmla="*/ 114 w 137"/>
                <a:gd name="T39" fmla="*/ 168 h 170"/>
                <a:gd name="T40" fmla="*/ 100 w 137"/>
                <a:gd name="T41" fmla="*/ 163 h 170"/>
                <a:gd name="T42" fmla="*/ 102 w 137"/>
                <a:gd name="T43" fmla="*/ 146 h 170"/>
                <a:gd name="T44" fmla="*/ 99 w 137"/>
                <a:gd name="T45" fmla="*/ 95 h 170"/>
                <a:gd name="T46" fmla="*/ 87 w 137"/>
                <a:gd name="T47" fmla="*/ 87 h 170"/>
                <a:gd name="T48" fmla="*/ 82 w 137"/>
                <a:gd name="T49" fmla="*/ 96 h 170"/>
                <a:gd name="T50" fmla="*/ 61 w 137"/>
                <a:gd name="T51" fmla="*/ 131 h 170"/>
                <a:gd name="T52" fmla="*/ 47 w 137"/>
                <a:gd name="T53" fmla="*/ 134 h 170"/>
                <a:gd name="T54" fmla="*/ 39 w 137"/>
                <a:gd name="T55" fmla="*/ 121 h 170"/>
                <a:gd name="T56" fmla="*/ 50 w 137"/>
                <a:gd name="T57" fmla="*/ 88 h 170"/>
                <a:gd name="T58" fmla="*/ 37 w 137"/>
                <a:gd name="T59" fmla="*/ 4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7" h="170">
                  <a:moveTo>
                    <a:pt x="37" y="42"/>
                  </a:moveTo>
                  <a:cubicBezTo>
                    <a:pt x="35" y="55"/>
                    <a:pt x="34" y="64"/>
                    <a:pt x="32" y="72"/>
                  </a:cubicBezTo>
                  <a:cubicBezTo>
                    <a:pt x="30" y="80"/>
                    <a:pt x="27" y="88"/>
                    <a:pt x="23" y="94"/>
                  </a:cubicBezTo>
                  <a:cubicBezTo>
                    <a:pt x="21" y="97"/>
                    <a:pt x="13" y="99"/>
                    <a:pt x="9" y="98"/>
                  </a:cubicBezTo>
                  <a:cubicBezTo>
                    <a:pt x="5" y="96"/>
                    <a:pt x="2" y="89"/>
                    <a:pt x="1" y="85"/>
                  </a:cubicBezTo>
                  <a:cubicBezTo>
                    <a:pt x="0" y="81"/>
                    <a:pt x="1" y="75"/>
                    <a:pt x="3" y="72"/>
                  </a:cubicBezTo>
                  <a:cubicBezTo>
                    <a:pt x="18" y="50"/>
                    <a:pt x="34" y="29"/>
                    <a:pt x="50" y="8"/>
                  </a:cubicBezTo>
                  <a:cubicBezTo>
                    <a:pt x="56" y="0"/>
                    <a:pt x="67" y="1"/>
                    <a:pt x="72" y="8"/>
                  </a:cubicBezTo>
                  <a:cubicBezTo>
                    <a:pt x="76" y="12"/>
                    <a:pt x="75" y="21"/>
                    <a:pt x="74" y="28"/>
                  </a:cubicBezTo>
                  <a:cubicBezTo>
                    <a:pt x="74" y="32"/>
                    <a:pt x="70" y="35"/>
                    <a:pt x="69" y="40"/>
                  </a:cubicBezTo>
                  <a:cubicBezTo>
                    <a:pt x="68" y="43"/>
                    <a:pt x="70" y="48"/>
                    <a:pt x="71" y="52"/>
                  </a:cubicBezTo>
                  <a:cubicBezTo>
                    <a:pt x="75" y="50"/>
                    <a:pt x="80" y="50"/>
                    <a:pt x="82" y="47"/>
                  </a:cubicBezTo>
                  <a:cubicBezTo>
                    <a:pt x="90" y="37"/>
                    <a:pt x="97" y="26"/>
                    <a:pt x="105" y="16"/>
                  </a:cubicBezTo>
                  <a:cubicBezTo>
                    <a:pt x="108" y="12"/>
                    <a:pt x="113" y="8"/>
                    <a:pt x="118" y="8"/>
                  </a:cubicBezTo>
                  <a:cubicBezTo>
                    <a:pt x="123" y="8"/>
                    <a:pt x="130" y="10"/>
                    <a:pt x="132" y="14"/>
                  </a:cubicBezTo>
                  <a:cubicBezTo>
                    <a:pt x="134" y="18"/>
                    <a:pt x="133" y="25"/>
                    <a:pt x="130" y="29"/>
                  </a:cubicBezTo>
                  <a:cubicBezTo>
                    <a:pt x="125" y="36"/>
                    <a:pt x="119" y="42"/>
                    <a:pt x="113" y="48"/>
                  </a:cubicBezTo>
                  <a:cubicBezTo>
                    <a:pt x="107" y="54"/>
                    <a:pt x="106" y="60"/>
                    <a:pt x="113" y="67"/>
                  </a:cubicBezTo>
                  <a:cubicBezTo>
                    <a:pt x="137" y="91"/>
                    <a:pt x="137" y="122"/>
                    <a:pt x="132" y="152"/>
                  </a:cubicBezTo>
                  <a:cubicBezTo>
                    <a:pt x="131" y="159"/>
                    <a:pt x="121" y="165"/>
                    <a:pt x="114" y="168"/>
                  </a:cubicBezTo>
                  <a:cubicBezTo>
                    <a:pt x="111" y="170"/>
                    <a:pt x="102" y="166"/>
                    <a:pt x="100" y="163"/>
                  </a:cubicBezTo>
                  <a:cubicBezTo>
                    <a:pt x="98" y="158"/>
                    <a:pt x="99" y="150"/>
                    <a:pt x="102" y="146"/>
                  </a:cubicBezTo>
                  <a:cubicBezTo>
                    <a:pt x="112" y="128"/>
                    <a:pt x="109" y="111"/>
                    <a:pt x="99" y="95"/>
                  </a:cubicBezTo>
                  <a:cubicBezTo>
                    <a:pt x="97" y="91"/>
                    <a:pt x="91" y="89"/>
                    <a:pt x="87" y="87"/>
                  </a:cubicBezTo>
                  <a:cubicBezTo>
                    <a:pt x="86" y="90"/>
                    <a:pt x="84" y="93"/>
                    <a:pt x="82" y="96"/>
                  </a:cubicBezTo>
                  <a:cubicBezTo>
                    <a:pt x="75" y="108"/>
                    <a:pt x="69" y="120"/>
                    <a:pt x="61" y="131"/>
                  </a:cubicBezTo>
                  <a:cubicBezTo>
                    <a:pt x="59" y="134"/>
                    <a:pt x="51" y="136"/>
                    <a:pt x="47" y="134"/>
                  </a:cubicBezTo>
                  <a:cubicBezTo>
                    <a:pt x="43" y="132"/>
                    <a:pt x="38" y="125"/>
                    <a:pt x="39" y="121"/>
                  </a:cubicBezTo>
                  <a:cubicBezTo>
                    <a:pt x="41" y="110"/>
                    <a:pt x="46" y="99"/>
                    <a:pt x="50" y="88"/>
                  </a:cubicBezTo>
                  <a:cubicBezTo>
                    <a:pt x="56" y="71"/>
                    <a:pt x="54" y="59"/>
                    <a:pt x="37" y="42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57"/>
            <p:cNvSpPr/>
            <p:nvPr/>
          </p:nvSpPr>
          <p:spPr bwMode="auto">
            <a:xfrm>
              <a:off x="23001288" y="3028950"/>
              <a:ext cx="742950" cy="230188"/>
            </a:xfrm>
            <a:custGeom>
              <a:avLst/>
              <a:gdLst>
                <a:gd name="T0" fmla="*/ 235 w 235"/>
                <a:gd name="T1" fmla="*/ 34 h 73"/>
                <a:gd name="T2" fmla="*/ 228 w 235"/>
                <a:gd name="T3" fmla="*/ 67 h 73"/>
                <a:gd name="T4" fmla="*/ 217 w 235"/>
                <a:gd name="T5" fmla="*/ 72 h 73"/>
                <a:gd name="T6" fmla="*/ 48 w 235"/>
                <a:gd name="T7" fmla="*/ 47 h 73"/>
                <a:gd name="T8" fmla="*/ 15 w 235"/>
                <a:gd name="T9" fmla="*/ 43 h 73"/>
                <a:gd name="T10" fmla="*/ 3 w 235"/>
                <a:gd name="T11" fmla="*/ 26 h 73"/>
                <a:gd name="T12" fmla="*/ 4 w 235"/>
                <a:gd name="T13" fmla="*/ 15 h 73"/>
                <a:gd name="T14" fmla="*/ 22 w 235"/>
                <a:gd name="T15" fmla="*/ 1 h 73"/>
                <a:gd name="T16" fmla="*/ 162 w 235"/>
                <a:gd name="T17" fmla="*/ 23 h 73"/>
                <a:gd name="T18" fmla="*/ 235 w 235"/>
                <a:gd name="T19" fmla="*/ 3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5" h="73">
                  <a:moveTo>
                    <a:pt x="235" y="34"/>
                  </a:moveTo>
                  <a:cubicBezTo>
                    <a:pt x="233" y="46"/>
                    <a:pt x="232" y="57"/>
                    <a:pt x="228" y="67"/>
                  </a:cubicBezTo>
                  <a:cubicBezTo>
                    <a:pt x="228" y="70"/>
                    <a:pt x="221" y="73"/>
                    <a:pt x="217" y="72"/>
                  </a:cubicBezTo>
                  <a:cubicBezTo>
                    <a:pt x="160" y="64"/>
                    <a:pt x="104" y="56"/>
                    <a:pt x="48" y="47"/>
                  </a:cubicBezTo>
                  <a:cubicBezTo>
                    <a:pt x="37" y="46"/>
                    <a:pt x="26" y="44"/>
                    <a:pt x="15" y="43"/>
                  </a:cubicBezTo>
                  <a:cubicBezTo>
                    <a:pt x="4" y="42"/>
                    <a:pt x="0" y="36"/>
                    <a:pt x="3" y="26"/>
                  </a:cubicBezTo>
                  <a:cubicBezTo>
                    <a:pt x="4" y="22"/>
                    <a:pt x="4" y="19"/>
                    <a:pt x="4" y="15"/>
                  </a:cubicBezTo>
                  <a:cubicBezTo>
                    <a:pt x="5" y="4"/>
                    <a:pt x="11" y="0"/>
                    <a:pt x="22" y="1"/>
                  </a:cubicBezTo>
                  <a:cubicBezTo>
                    <a:pt x="69" y="9"/>
                    <a:pt x="116" y="16"/>
                    <a:pt x="162" y="23"/>
                  </a:cubicBezTo>
                  <a:cubicBezTo>
                    <a:pt x="186" y="27"/>
                    <a:pt x="209" y="30"/>
                    <a:pt x="235" y="34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58"/>
            <p:cNvSpPr/>
            <p:nvPr/>
          </p:nvSpPr>
          <p:spPr bwMode="auto">
            <a:xfrm>
              <a:off x="22490113" y="239713"/>
              <a:ext cx="698500" cy="471488"/>
            </a:xfrm>
            <a:custGeom>
              <a:avLst/>
              <a:gdLst>
                <a:gd name="T0" fmla="*/ 221 w 221"/>
                <a:gd name="T1" fmla="*/ 33 h 149"/>
                <a:gd name="T2" fmla="*/ 208 w 221"/>
                <a:gd name="T3" fmla="*/ 38 h 149"/>
                <a:gd name="T4" fmla="*/ 32 w 221"/>
                <a:gd name="T5" fmla="*/ 144 h 149"/>
                <a:gd name="T6" fmla="*/ 15 w 221"/>
                <a:gd name="T7" fmla="*/ 140 h 149"/>
                <a:gd name="T8" fmla="*/ 23 w 221"/>
                <a:gd name="T9" fmla="*/ 102 h 149"/>
                <a:gd name="T10" fmla="*/ 180 w 221"/>
                <a:gd name="T11" fmla="*/ 8 h 149"/>
                <a:gd name="T12" fmla="*/ 198 w 221"/>
                <a:gd name="T13" fmla="*/ 2 h 149"/>
                <a:gd name="T14" fmla="*/ 216 w 221"/>
                <a:gd name="T15" fmla="*/ 27 h 149"/>
                <a:gd name="T16" fmla="*/ 221 w 221"/>
                <a:gd name="T17" fmla="*/ 3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1" h="149">
                  <a:moveTo>
                    <a:pt x="221" y="33"/>
                  </a:moveTo>
                  <a:cubicBezTo>
                    <a:pt x="216" y="35"/>
                    <a:pt x="212" y="36"/>
                    <a:pt x="208" y="38"/>
                  </a:cubicBezTo>
                  <a:cubicBezTo>
                    <a:pt x="149" y="73"/>
                    <a:pt x="91" y="109"/>
                    <a:pt x="32" y="144"/>
                  </a:cubicBezTo>
                  <a:cubicBezTo>
                    <a:pt x="25" y="149"/>
                    <a:pt x="20" y="148"/>
                    <a:pt x="15" y="140"/>
                  </a:cubicBezTo>
                  <a:cubicBezTo>
                    <a:pt x="0" y="117"/>
                    <a:pt x="0" y="117"/>
                    <a:pt x="23" y="102"/>
                  </a:cubicBezTo>
                  <a:cubicBezTo>
                    <a:pt x="75" y="71"/>
                    <a:pt x="127" y="39"/>
                    <a:pt x="180" y="8"/>
                  </a:cubicBezTo>
                  <a:cubicBezTo>
                    <a:pt x="185" y="4"/>
                    <a:pt x="195" y="0"/>
                    <a:pt x="198" y="2"/>
                  </a:cubicBezTo>
                  <a:cubicBezTo>
                    <a:pt x="205" y="9"/>
                    <a:pt x="210" y="18"/>
                    <a:pt x="216" y="27"/>
                  </a:cubicBezTo>
                  <a:cubicBezTo>
                    <a:pt x="218" y="29"/>
                    <a:pt x="219" y="31"/>
                    <a:pt x="221" y="33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59"/>
            <p:cNvSpPr/>
            <p:nvPr/>
          </p:nvSpPr>
          <p:spPr bwMode="auto">
            <a:xfrm>
              <a:off x="15687675" y="134938"/>
              <a:ext cx="671512" cy="509588"/>
            </a:xfrm>
            <a:custGeom>
              <a:avLst/>
              <a:gdLst>
                <a:gd name="T0" fmla="*/ 21 w 213"/>
                <a:gd name="T1" fmla="*/ 0 h 161"/>
                <a:gd name="T2" fmla="*/ 91 w 213"/>
                <a:gd name="T3" fmla="*/ 45 h 161"/>
                <a:gd name="T4" fmla="*/ 201 w 213"/>
                <a:gd name="T5" fmla="*/ 116 h 161"/>
                <a:gd name="T6" fmla="*/ 205 w 213"/>
                <a:gd name="T7" fmla="*/ 139 h 161"/>
                <a:gd name="T8" fmla="*/ 179 w 213"/>
                <a:gd name="T9" fmla="*/ 150 h 161"/>
                <a:gd name="T10" fmla="*/ 14 w 213"/>
                <a:gd name="T11" fmla="*/ 44 h 161"/>
                <a:gd name="T12" fmla="*/ 9 w 213"/>
                <a:gd name="T13" fmla="*/ 18 h 161"/>
                <a:gd name="T14" fmla="*/ 21 w 213"/>
                <a:gd name="T15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" h="161">
                  <a:moveTo>
                    <a:pt x="21" y="0"/>
                  </a:moveTo>
                  <a:cubicBezTo>
                    <a:pt x="45" y="15"/>
                    <a:pt x="68" y="30"/>
                    <a:pt x="91" y="45"/>
                  </a:cubicBezTo>
                  <a:cubicBezTo>
                    <a:pt x="128" y="68"/>
                    <a:pt x="164" y="93"/>
                    <a:pt x="201" y="116"/>
                  </a:cubicBezTo>
                  <a:cubicBezTo>
                    <a:pt x="213" y="123"/>
                    <a:pt x="212" y="130"/>
                    <a:pt x="205" y="139"/>
                  </a:cubicBezTo>
                  <a:cubicBezTo>
                    <a:pt x="198" y="147"/>
                    <a:pt x="196" y="161"/>
                    <a:pt x="179" y="150"/>
                  </a:cubicBezTo>
                  <a:cubicBezTo>
                    <a:pt x="125" y="114"/>
                    <a:pt x="70" y="79"/>
                    <a:pt x="14" y="44"/>
                  </a:cubicBezTo>
                  <a:cubicBezTo>
                    <a:pt x="1" y="36"/>
                    <a:pt x="0" y="29"/>
                    <a:pt x="9" y="18"/>
                  </a:cubicBezTo>
                  <a:cubicBezTo>
                    <a:pt x="13" y="13"/>
                    <a:pt x="16" y="8"/>
                    <a:pt x="21" y="0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60"/>
            <p:cNvSpPr/>
            <p:nvPr/>
          </p:nvSpPr>
          <p:spPr bwMode="auto">
            <a:xfrm>
              <a:off x="19791363" y="6102350"/>
              <a:ext cx="581025" cy="357188"/>
            </a:xfrm>
            <a:custGeom>
              <a:avLst/>
              <a:gdLst>
                <a:gd name="T0" fmla="*/ 36 w 184"/>
                <a:gd name="T1" fmla="*/ 68 h 113"/>
                <a:gd name="T2" fmla="*/ 126 w 184"/>
                <a:gd name="T3" fmla="*/ 9 h 113"/>
                <a:gd name="T4" fmla="*/ 134 w 184"/>
                <a:gd name="T5" fmla="*/ 2 h 113"/>
                <a:gd name="T6" fmla="*/ 148 w 184"/>
                <a:gd name="T7" fmla="*/ 2 h 113"/>
                <a:gd name="T8" fmla="*/ 150 w 184"/>
                <a:gd name="T9" fmla="*/ 14 h 113"/>
                <a:gd name="T10" fmla="*/ 147 w 184"/>
                <a:gd name="T11" fmla="*/ 31 h 113"/>
                <a:gd name="T12" fmla="*/ 155 w 184"/>
                <a:gd name="T13" fmla="*/ 29 h 113"/>
                <a:gd name="T14" fmla="*/ 178 w 184"/>
                <a:gd name="T15" fmla="*/ 33 h 113"/>
                <a:gd name="T16" fmla="*/ 170 w 184"/>
                <a:gd name="T17" fmla="*/ 54 h 113"/>
                <a:gd name="T18" fmla="*/ 150 w 184"/>
                <a:gd name="T19" fmla="*/ 79 h 113"/>
                <a:gd name="T20" fmla="*/ 138 w 184"/>
                <a:gd name="T21" fmla="*/ 91 h 113"/>
                <a:gd name="T22" fmla="*/ 130 w 184"/>
                <a:gd name="T23" fmla="*/ 85 h 113"/>
                <a:gd name="T24" fmla="*/ 133 w 184"/>
                <a:gd name="T25" fmla="*/ 67 h 113"/>
                <a:gd name="T26" fmla="*/ 125 w 184"/>
                <a:gd name="T27" fmla="*/ 33 h 113"/>
                <a:gd name="T28" fmla="*/ 111 w 184"/>
                <a:gd name="T29" fmla="*/ 38 h 113"/>
                <a:gd name="T30" fmla="*/ 77 w 184"/>
                <a:gd name="T31" fmla="*/ 83 h 113"/>
                <a:gd name="T32" fmla="*/ 68 w 184"/>
                <a:gd name="T33" fmla="*/ 99 h 113"/>
                <a:gd name="T34" fmla="*/ 52 w 184"/>
                <a:gd name="T35" fmla="*/ 102 h 113"/>
                <a:gd name="T36" fmla="*/ 31 w 184"/>
                <a:gd name="T37" fmla="*/ 105 h 113"/>
                <a:gd name="T38" fmla="*/ 14 w 184"/>
                <a:gd name="T39" fmla="*/ 111 h 113"/>
                <a:gd name="T40" fmla="*/ 2 w 184"/>
                <a:gd name="T41" fmla="*/ 92 h 113"/>
                <a:gd name="T42" fmla="*/ 32 w 184"/>
                <a:gd name="T43" fmla="*/ 25 h 113"/>
                <a:gd name="T44" fmla="*/ 53 w 184"/>
                <a:gd name="T45" fmla="*/ 20 h 113"/>
                <a:gd name="T46" fmla="*/ 50 w 184"/>
                <a:gd name="T47" fmla="*/ 41 h 113"/>
                <a:gd name="T48" fmla="*/ 36 w 184"/>
                <a:gd name="T49" fmla="*/ 68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4" h="113">
                  <a:moveTo>
                    <a:pt x="36" y="68"/>
                  </a:moveTo>
                  <a:cubicBezTo>
                    <a:pt x="70" y="52"/>
                    <a:pt x="103" y="37"/>
                    <a:pt x="126" y="9"/>
                  </a:cubicBezTo>
                  <a:cubicBezTo>
                    <a:pt x="128" y="6"/>
                    <a:pt x="131" y="3"/>
                    <a:pt x="134" y="2"/>
                  </a:cubicBezTo>
                  <a:cubicBezTo>
                    <a:pt x="138" y="1"/>
                    <a:pt x="144" y="0"/>
                    <a:pt x="148" y="2"/>
                  </a:cubicBezTo>
                  <a:cubicBezTo>
                    <a:pt x="150" y="4"/>
                    <a:pt x="150" y="10"/>
                    <a:pt x="150" y="14"/>
                  </a:cubicBezTo>
                  <a:cubicBezTo>
                    <a:pt x="150" y="19"/>
                    <a:pt x="148" y="24"/>
                    <a:pt x="147" y="31"/>
                  </a:cubicBezTo>
                  <a:cubicBezTo>
                    <a:pt x="152" y="30"/>
                    <a:pt x="154" y="30"/>
                    <a:pt x="155" y="29"/>
                  </a:cubicBezTo>
                  <a:cubicBezTo>
                    <a:pt x="164" y="23"/>
                    <a:pt x="173" y="23"/>
                    <a:pt x="178" y="33"/>
                  </a:cubicBezTo>
                  <a:cubicBezTo>
                    <a:pt x="184" y="43"/>
                    <a:pt x="176" y="48"/>
                    <a:pt x="170" y="54"/>
                  </a:cubicBezTo>
                  <a:cubicBezTo>
                    <a:pt x="162" y="61"/>
                    <a:pt x="157" y="71"/>
                    <a:pt x="150" y="79"/>
                  </a:cubicBezTo>
                  <a:cubicBezTo>
                    <a:pt x="147" y="83"/>
                    <a:pt x="143" y="88"/>
                    <a:pt x="138" y="91"/>
                  </a:cubicBezTo>
                  <a:cubicBezTo>
                    <a:pt x="137" y="92"/>
                    <a:pt x="130" y="87"/>
                    <a:pt x="130" y="85"/>
                  </a:cubicBezTo>
                  <a:cubicBezTo>
                    <a:pt x="129" y="79"/>
                    <a:pt x="130" y="72"/>
                    <a:pt x="133" y="67"/>
                  </a:cubicBezTo>
                  <a:cubicBezTo>
                    <a:pt x="139" y="58"/>
                    <a:pt x="135" y="36"/>
                    <a:pt x="125" y="33"/>
                  </a:cubicBezTo>
                  <a:cubicBezTo>
                    <a:pt x="121" y="32"/>
                    <a:pt x="114" y="34"/>
                    <a:pt x="111" y="38"/>
                  </a:cubicBezTo>
                  <a:cubicBezTo>
                    <a:pt x="99" y="52"/>
                    <a:pt x="88" y="68"/>
                    <a:pt x="77" y="83"/>
                  </a:cubicBezTo>
                  <a:cubicBezTo>
                    <a:pt x="74" y="88"/>
                    <a:pt x="71" y="94"/>
                    <a:pt x="68" y="99"/>
                  </a:cubicBezTo>
                  <a:cubicBezTo>
                    <a:pt x="64" y="105"/>
                    <a:pt x="59" y="107"/>
                    <a:pt x="52" y="102"/>
                  </a:cubicBezTo>
                  <a:cubicBezTo>
                    <a:pt x="45" y="98"/>
                    <a:pt x="38" y="97"/>
                    <a:pt x="31" y="105"/>
                  </a:cubicBezTo>
                  <a:cubicBezTo>
                    <a:pt x="27" y="109"/>
                    <a:pt x="17" y="113"/>
                    <a:pt x="14" y="111"/>
                  </a:cubicBezTo>
                  <a:cubicBezTo>
                    <a:pt x="9" y="106"/>
                    <a:pt x="0" y="96"/>
                    <a:pt x="2" y="92"/>
                  </a:cubicBezTo>
                  <a:cubicBezTo>
                    <a:pt x="10" y="69"/>
                    <a:pt x="21" y="47"/>
                    <a:pt x="32" y="25"/>
                  </a:cubicBezTo>
                  <a:cubicBezTo>
                    <a:pt x="36" y="18"/>
                    <a:pt x="45" y="12"/>
                    <a:pt x="53" y="20"/>
                  </a:cubicBezTo>
                  <a:cubicBezTo>
                    <a:pt x="62" y="28"/>
                    <a:pt x="53" y="34"/>
                    <a:pt x="50" y="41"/>
                  </a:cubicBezTo>
                  <a:cubicBezTo>
                    <a:pt x="45" y="50"/>
                    <a:pt x="40" y="59"/>
                    <a:pt x="36" y="68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61"/>
            <p:cNvSpPr/>
            <p:nvPr/>
          </p:nvSpPr>
          <p:spPr bwMode="auto">
            <a:xfrm>
              <a:off x="21404263" y="6054725"/>
              <a:ext cx="508000" cy="223838"/>
            </a:xfrm>
            <a:custGeom>
              <a:avLst/>
              <a:gdLst>
                <a:gd name="T0" fmla="*/ 59 w 161"/>
                <a:gd name="T1" fmla="*/ 68 h 71"/>
                <a:gd name="T2" fmla="*/ 3 w 161"/>
                <a:gd name="T3" fmla="*/ 42 h 71"/>
                <a:gd name="T4" fmla="*/ 17 w 161"/>
                <a:gd name="T5" fmla="*/ 27 h 71"/>
                <a:gd name="T6" fmla="*/ 115 w 161"/>
                <a:gd name="T7" fmla="*/ 7 h 71"/>
                <a:gd name="T8" fmla="*/ 146 w 161"/>
                <a:gd name="T9" fmla="*/ 2 h 71"/>
                <a:gd name="T10" fmla="*/ 152 w 161"/>
                <a:gd name="T11" fmla="*/ 26 h 71"/>
                <a:gd name="T12" fmla="*/ 59 w 161"/>
                <a:gd name="T13" fmla="*/ 6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1" h="71">
                  <a:moveTo>
                    <a:pt x="59" y="68"/>
                  </a:moveTo>
                  <a:cubicBezTo>
                    <a:pt x="22" y="68"/>
                    <a:pt x="8" y="59"/>
                    <a:pt x="3" y="42"/>
                  </a:cubicBezTo>
                  <a:cubicBezTo>
                    <a:pt x="0" y="30"/>
                    <a:pt x="4" y="25"/>
                    <a:pt x="17" y="27"/>
                  </a:cubicBezTo>
                  <a:cubicBezTo>
                    <a:pt x="52" y="32"/>
                    <a:pt x="84" y="24"/>
                    <a:pt x="115" y="7"/>
                  </a:cubicBezTo>
                  <a:cubicBezTo>
                    <a:pt x="123" y="2"/>
                    <a:pt x="135" y="0"/>
                    <a:pt x="146" y="2"/>
                  </a:cubicBezTo>
                  <a:cubicBezTo>
                    <a:pt x="157" y="3"/>
                    <a:pt x="161" y="19"/>
                    <a:pt x="152" y="26"/>
                  </a:cubicBezTo>
                  <a:cubicBezTo>
                    <a:pt x="121" y="50"/>
                    <a:pt x="89" y="71"/>
                    <a:pt x="59" y="68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62"/>
            <p:cNvSpPr/>
            <p:nvPr/>
          </p:nvSpPr>
          <p:spPr bwMode="auto">
            <a:xfrm>
              <a:off x="16486188" y="4778375"/>
              <a:ext cx="125412" cy="127000"/>
            </a:xfrm>
            <a:custGeom>
              <a:avLst/>
              <a:gdLst>
                <a:gd name="T0" fmla="*/ 40 w 40"/>
                <a:gd name="T1" fmla="*/ 30 h 40"/>
                <a:gd name="T2" fmla="*/ 29 w 40"/>
                <a:gd name="T3" fmla="*/ 39 h 40"/>
                <a:gd name="T4" fmla="*/ 2 w 40"/>
                <a:gd name="T5" fmla="*/ 14 h 40"/>
                <a:gd name="T6" fmla="*/ 16 w 40"/>
                <a:gd name="T7" fmla="*/ 3 h 40"/>
                <a:gd name="T8" fmla="*/ 40 w 40"/>
                <a:gd name="T9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40">
                  <a:moveTo>
                    <a:pt x="40" y="30"/>
                  </a:moveTo>
                  <a:cubicBezTo>
                    <a:pt x="37" y="32"/>
                    <a:pt x="34" y="38"/>
                    <a:pt x="29" y="39"/>
                  </a:cubicBezTo>
                  <a:cubicBezTo>
                    <a:pt x="19" y="40"/>
                    <a:pt x="0" y="23"/>
                    <a:pt x="2" y="14"/>
                  </a:cubicBezTo>
                  <a:cubicBezTo>
                    <a:pt x="3" y="9"/>
                    <a:pt x="10" y="4"/>
                    <a:pt x="16" y="3"/>
                  </a:cubicBezTo>
                  <a:cubicBezTo>
                    <a:pt x="27" y="0"/>
                    <a:pt x="39" y="14"/>
                    <a:pt x="40" y="30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63"/>
            <p:cNvSpPr/>
            <p:nvPr/>
          </p:nvSpPr>
          <p:spPr bwMode="auto">
            <a:xfrm>
              <a:off x="16652875" y="4943475"/>
              <a:ext cx="136525" cy="131763"/>
            </a:xfrm>
            <a:custGeom>
              <a:avLst/>
              <a:gdLst>
                <a:gd name="T0" fmla="*/ 43 w 43"/>
                <a:gd name="T1" fmla="*/ 28 h 42"/>
                <a:gd name="T2" fmla="*/ 24 w 43"/>
                <a:gd name="T3" fmla="*/ 37 h 42"/>
                <a:gd name="T4" fmla="*/ 1 w 43"/>
                <a:gd name="T5" fmla="*/ 18 h 42"/>
                <a:gd name="T6" fmla="*/ 2 w 43"/>
                <a:gd name="T7" fmla="*/ 7 h 42"/>
                <a:gd name="T8" fmla="*/ 43 w 43"/>
                <a:gd name="T9" fmla="*/ 2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2">
                  <a:moveTo>
                    <a:pt x="43" y="28"/>
                  </a:moveTo>
                  <a:cubicBezTo>
                    <a:pt x="43" y="37"/>
                    <a:pt x="34" y="42"/>
                    <a:pt x="24" y="37"/>
                  </a:cubicBezTo>
                  <a:cubicBezTo>
                    <a:pt x="16" y="32"/>
                    <a:pt x="8" y="25"/>
                    <a:pt x="1" y="18"/>
                  </a:cubicBezTo>
                  <a:cubicBezTo>
                    <a:pt x="0" y="16"/>
                    <a:pt x="0" y="9"/>
                    <a:pt x="2" y="7"/>
                  </a:cubicBezTo>
                  <a:cubicBezTo>
                    <a:pt x="13" y="0"/>
                    <a:pt x="42" y="15"/>
                    <a:pt x="43" y="28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83"/>
            <p:cNvSpPr>
              <a:spLocks noEditPoints="1"/>
            </p:cNvSpPr>
            <p:nvPr/>
          </p:nvSpPr>
          <p:spPr bwMode="auto">
            <a:xfrm>
              <a:off x="16368713" y="-493712"/>
              <a:ext cx="6076950" cy="6075363"/>
            </a:xfrm>
            <a:custGeom>
              <a:avLst/>
              <a:gdLst>
                <a:gd name="T0" fmla="*/ 1922 w 1925"/>
                <a:gd name="T1" fmla="*/ 963 h 1923"/>
                <a:gd name="T2" fmla="*/ 3 w 1925"/>
                <a:gd name="T3" fmla="*/ 955 h 1923"/>
                <a:gd name="T4" fmla="*/ 1027 w 1925"/>
                <a:gd name="T5" fmla="*/ 409 h 1923"/>
                <a:gd name="T6" fmla="*/ 1155 w 1925"/>
                <a:gd name="T7" fmla="*/ 498 h 1923"/>
                <a:gd name="T8" fmla="*/ 1499 w 1925"/>
                <a:gd name="T9" fmla="*/ 738 h 1923"/>
                <a:gd name="T10" fmla="*/ 1574 w 1925"/>
                <a:gd name="T11" fmla="*/ 643 h 1923"/>
                <a:gd name="T12" fmla="*/ 1461 w 1925"/>
                <a:gd name="T13" fmla="*/ 546 h 1923"/>
                <a:gd name="T14" fmla="*/ 1457 w 1925"/>
                <a:gd name="T15" fmla="*/ 403 h 1923"/>
                <a:gd name="T16" fmla="*/ 1338 w 1925"/>
                <a:gd name="T17" fmla="*/ 399 h 1923"/>
                <a:gd name="T18" fmla="*/ 1331 w 1925"/>
                <a:gd name="T19" fmla="*/ 472 h 1923"/>
                <a:gd name="T20" fmla="*/ 1038 w 1925"/>
                <a:gd name="T21" fmla="*/ 267 h 1923"/>
                <a:gd name="T22" fmla="*/ 1025 w 1925"/>
                <a:gd name="T23" fmla="*/ 127 h 1923"/>
                <a:gd name="T24" fmla="*/ 900 w 1925"/>
                <a:gd name="T25" fmla="*/ 128 h 1923"/>
                <a:gd name="T26" fmla="*/ 885 w 1925"/>
                <a:gd name="T27" fmla="*/ 269 h 1923"/>
                <a:gd name="T28" fmla="*/ 592 w 1925"/>
                <a:gd name="T29" fmla="*/ 471 h 1923"/>
                <a:gd name="T30" fmla="*/ 578 w 1925"/>
                <a:gd name="T31" fmla="*/ 382 h 1923"/>
                <a:gd name="T32" fmla="*/ 465 w 1925"/>
                <a:gd name="T33" fmla="*/ 420 h 1923"/>
                <a:gd name="T34" fmla="*/ 446 w 1925"/>
                <a:gd name="T35" fmla="*/ 576 h 1923"/>
                <a:gd name="T36" fmla="*/ 336 w 1925"/>
                <a:gd name="T37" fmla="*/ 717 h 1923"/>
                <a:gd name="T38" fmla="*/ 450 w 1925"/>
                <a:gd name="T39" fmla="*/ 721 h 1923"/>
                <a:gd name="T40" fmla="*/ 899 w 1925"/>
                <a:gd name="T41" fmla="*/ 408 h 1923"/>
                <a:gd name="T42" fmla="*/ 890 w 1925"/>
                <a:gd name="T43" fmla="*/ 507 h 1923"/>
                <a:gd name="T44" fmla="*/ 467 w 1925"/>
                <a:gd name="T45" fmla="*/ 803 h 1923"/>
                <a:gd name="T46" fmla="*/ 332 w 1925"/>
                <a:gd name="T47" fmla="*/ 953 h 1923"/>
                <a:gd name="T48" fmla="*/ 440 w 1925"/>
                <a:gd name="T49" fmla="*/ 971 h 1923"/>
                <a:gd name="T50" fmla="*/ 464 w 1925"/>
                <a:gd name="T51" fmla="*/ 1033 h 1923"/>
                <a:gd name="T52" fmla="*/ 355 w 1925"/>
                <a:gd name="T53" fmla="*/ 1124 h 1923"/>
                <a:gd name="T54" fmla="*/ 428 w 1925"/>
                <a:gd name="T55" fmla="*/ 1221 h 1923"/>
                <a:gd name="T56" fmla="*/ 464 w 1925"/>
                <a:gd name="T57" fmla="*/ 1208 h 1923"/>
                <a:gd name="T58" fmla="*/ 454 w 1925"/>
                <a:gd name="T59" fmla="*/ 1296 h 1923"/>
                <a:gd name="T60" fmla="*/ 331 w 1925"/>
                <a:gd name="T61" fmla="*/ 1401 h 1923"/>
                <a:gd name="T62" fmla="*/ 427 w 1925"/>
                <a:gd name="T63" fmla="*/ 1465 h 1923"/>
                <a:gd name="T64" fmla="*/ 831 w 1925"/>
                <a:gd name="T65" fmla="*/ 1182 h 1923"/>
                <a:gd name="T66" fmla="*/ 899 w 1925"/>
                <a:gd name="T67" fmla="*/ 1152 h 1923"/>
                <a:gd name="T68" fmla="*/ 887 w 1925"/>
                <a:gd name="T69" fmla="*/ 1236 h 1923"/>
                <a:gd name="T70" fmla="*/ 415 w 1925"/>
                <a:gd name="T71" fmla="*/ 1565 h 1923"/>
                <a:gd name="T72" fmla="*/ 490 w 1925"/>
                <a:gd name="T73" fmla="*/ 1661 h 1923"/>
                <a:gd name="T74" fmla="*/ 855 w 1925"/>
                <a:gd name="T75" fmla="*/ 1405 h 1923"/>
                <a:gd name="T76" fmla="*/ 899 w 1925"/>
                <a:gd name="T77" fmla="*/ 1395 h 1923"/>
                <a:gd name="T78" fmla="*/ 938 w 1925"/>
                <a:gd name="T79" fmla="*/ 1755 h 1923"/>
                <a:gd name="T80" fmla="*/ 1025 w 1925"/>
                <a:gd name="T81" fmla="*/ 1691 h 1923"/>
                <a:gd name="T82" fmla="*/ 1027 w 1925"/>
                <a:gd name="T83" fmla="*/ 1378 h 1923"/>
                <a:gd name="T84" fmla="*/ 1333 w 1925"/>
                <a:gd name="T85" fmla="*/ 1590 h 1923"/>
                <a:gd name="T86" fmla="*/ 1526 w 1925"/>
                <a:gd name="T87" fmla="*/ 1649 h 1923"/>
                <a:gd name="T88" fmla="*/ 1482 w 1925"/>
                <a:gd name="T89" fmla="*/ 1545 h 1923"/>
                <a:gd name="T90" fmla="*/ 1025 w 1925"/>
                <a:gd name="T91" fmla="*/ 1181 h 1923"/>
                <a:gd name="T92" fmla="*/ 1037 w 1925"/>
                <a:gd name="T93" fmla="*/ 1143 h 1923"/>
                <a:gd name="T94" fmla="*/ 1302 w 1925"/>
                <a:gd name="T95" fmla="*/ 1327 h 1923"/>
                <a:gd name="T96" fmla="*/ 1540 w 1925"/>
                <a:gd name="T97" fmla="*/ 1477 h 1923"/>
                <a:gd name="T98" fmla="*/ 1569 w 1925"/>
                <a:gd name="T99" fmla="*/ 1365 h 1923"/>
                <a:gd name="T100" fmla="*/ 1460 w 1925"/>
                <a:gd name="T101" fmla="*/ 1237 h 1923"/>
                <a:gd name="T102" fmla="*/ 1465 w 1925"/>
                <a:gd name="T103" fmla="*/ 1199 h 1923"/>
                <a:gd name="T104" fmla="*/ 1587 w 1925"/>
                <a:gd name="T105" fmla="*/ 1208 h 1923"/>
                <a:gd name="T106" fmla="*/ 1491 w 1925"/>
                <a:gd name="T107" fmla="*/ 1070 h 1923"/>
                <a:gd name="T108" fmla="*/ 1461 w 1925"/>
                <a:gd name="T109" fmla="*/ 959 h 1923"/>
                <a:gd name="T110" fmla="*/ 1497 w 1925"/>
                <a:gd name="T111" fmla="*/ 980 h 1923"/>
                <a:gd name="T112" fmla="*/ 1568 w 1925"/>
                <a:gd name="T113" fmla="*/ 880 h 1923"/>
                <a:gd name="T114" fmla="*/ 1062 w 1925"/>
                <a:gd name="T115" fmla="*/ 526 h 1923"/>
                <a:gd name="T116" fmla="*/ 1025 w 1925"/>
                <a:gd name="T117" fmla="*/ 424 h 1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25" h="1923">
                  <a:moveTo>
                    <a:pt x="961" y="0"/>
                  </a:moveTo>
                  <a:cubicBezTo>
                    <a:pt x="1503" y="3"/>
                    <a:pt x="1925" y="439"/>
                    <a:pt x="1922" y="963"/>
                  </a:cubicBezTo>
                  <a:cubicBezTo>
                    <a:pt x="1919" y="1496"/>
                    <a:pt x="1485" y="1923"/>
                    <a:pt x="954" y="1918"/>
                  </a:cubicBezTo>
                  <a:cubicBezTo>
                    <a:pt x="427" y="1913"/>
                    <a:pt x="0" y="1486"/>
                    <a:pt x="3" y="955"/>
                  </a:cubicBezTo>
                  <a:cubicBezTo>
                    <a:pt x="6" y="419"/>
                    <a:pt x="439" y="3"/>
                    <a:pt x="961" y="0"/>
                  </a:cubicBezTo>
                  <a:close/>
                  <a:moveTo>
                    <a:pt x="1027" y="409"/>
                  </a:moveTo>
                  <a:cubicBezTo>
                    <a:pt x="1034" y="413"/>
                    <a:pt x="1039" y="416"/>
                    <a:pt x="1044" y="420"/>
                  </a:cubicBezTo>
                  <a:cubicBezTo>
                    <a:pt x="1081" y="446"/>
                    <a:pt x="1118" y="472"/>
                    <a:pt x="1155" y="498"/>
                  </a:cubicBezTo>
                  <a:cubicBezTo>
                    <a:pt x="1237" y="555"/>
                    <a:pt x="1319" y="613"/>
                    <a:pt x="1401" y="670"/>
                  </a:cubicBezTo>
                  <a:cubicBezTo>
                    <a:pt x="1434" y="693"/>
                    <a:pt x="1466" y="716"/>
                    <a:pt x="1499" y="738"/>
                  </a:cubicBezTo>
                  <a:cubicBezTo>
                    <a:pt x="1531" y="760"/>
                    <a:pt x="1572" y="750"/>
                    <a:pt x="1589" y="718"/>
                  </a:cubicBezTo>
                  <a:cubicBezTo>
                    <a:pt x="1603" y="692"/>
                    <a:pt x="1598" y="661"/>
                    <a:pt x="1574" y="643"/>
                  </a:cubicBezTo>
                  <a:cubicBezTo>
                    <a:pt x="1542" y="619"/>
                    <a:pt x="1508" y="595"/>
                    <a:pt x="1474" y="572"/>
                  </a:cubicBezTo>
                  <a:cubicBezTo>
                    <a:pt x="1465" y="566"/>
                    <a:pt x="1460" y="558"/>
                    <a:pt x="1461" y="546"/>
                  </a:cubicBezTo>
                  <a:cubicBezTo>
                    <a:pt x="1461" y="509"/>
                    <a:pt x="1461" y="472"/>
                    <a:pt x="1461" y="435"/>
                  </a:cubicBezTo>
                  <a:cubicBezTo>
                    <a:pt x="1461" y="424"/>
                    <a:pt x="1460" y="413"/>
                    <a:pt x="1457" y="403"/>
                  </a:cubicBezTo>
                  <a:cubicBezTo>
                    <a:pt x="1451" y="377"/>
                    <a:pt x="1425" y="357"/>
                    <a:pt x="1399" y="357"/>
                  </a:cubicBezTo>
                  <a:cubicBezTo>
                    <a:pt x="1372" y="356"/>
                    <a:pt x="1345" y="373"/>
                    <a:pt x="1338" y="399"/>
                  </a:cubicBezTo>
                  <a:cubicBezTo>
                    <a:pt x="1334" y="415"/>
                    <a:pt x="1335" y="433"/>
                    <a:pt x="1333" y="451"/>
                  </a:cubicBezTo>
                  <a:cubicBezTo>
                    <a:pt x="1333" y="456"/>
                    <a:pt x="1332" y="462"/>
                    <a:pt x="1331" y="472"/>
                  </a:cubicBezTo>
                  <a:cubicBezTo>
                    <a:pt x="1318" y="462"/>
                    <a:pt x="1309" y="455"/>
                    <a:pt x="1299" y="448"/>
                  </a:cubicBezTo>
                  <a:cubicBezTo>
                    <a:pt x="1212" y="388"/>
                    <a:pt x="1125" y="327"/>
                    <a:pt x="1038" y="267"/>
                  </a:cubicBezTo>
                  <a:cubicBezTo>
                    <a:pt x="1028" y="260"/>
                    <a:pt x="1025" y="253"/>
                    <a:pt x="1025" y="242"/>
                  </a:cubicBezTo>
                  <a:cubicBezTo>
                    <a:pt x="1026" y="204"/>
                    <a:pt x="1026" y="165"/>
                    <a:pt x="1025" y="127"/>
                  </a:cubicBezTo>
                  <a:cubicBezTo>
                    <a:pt x="1025" y="88"/>
                    <a:pt x="998" y="61"/>
                    <a:pt x="962" y="62"/>
                  </a:cubicBezTo>
                  <a:cubicBezTo>
                    <a:pt x="926" y="62"/>
                    <a:pt x="900" y="89"/>
                    <a:pt x="900" y="128"/>
                  </a:cubicBezTo>
                  <a:cubicBezTo>
                    <a:pt x="899" y="165"/>
                    <a:pt x="899" y="203"/>
                    <a:pt x="900" y="240"/>
                  </a:cubicBezTo>
                  <a:cubicBezTo>
                    <a:pt x="900" y="253"/>
                    <a:pt x="896" y="261"/>
                    <a:pt x="885" y="269"/>
                  </a:cubicBezTo>
                  <a:cubicBezTo>
                    <a:pt x="794" y="331"/>
                    <a:pt x="704" y="395"/>
                    <a:pt x="614" y="458"/>
                  </a:cubicBezTo>
                  <a:cubicBezTo>
                    <a:pt x="608" y="462"/>
                    <a:pt x="602" y="466"/>
                    <a:pt x="592" y="471"/>
                  </a:cubicBezTo>
                  <a:cubicBezTo>
                    <a:pt x="592" y="456"/>
                    <a:pt x="593" y="444"/>
                    <a:pt x="591" y="433"/>
                  </a:cubicBezTo>
                  <a:cubicBezTo>
                    <a:pt x="588" y="416"/>
                    <a:pt x="587" y="397"/>
                    <a:pt x="578" y="382"/>
                  </a:cubicBezTo>
                  <a:cubicBezTo>
                    <a:pt x="564" y="359"/>
                    <a:pt x="535" y="352"/>
                    <a:pt x="507" y="360"/>
                  </a:cubicBezTo>
                  <a:cubicBezTo>
                    <a:pt x="484" y="367"/>
                    <a:pt x="466" y="391"/>
                    <a:pt x="465" y="420"/>
                  </a:cubicBezTo>
                  <a:cubicBezTo>
                    <a:pt x="464" y="459"/>
                    <a:pt x="464" y="499"/>
                    <a:pt x="465" y="538"/>
                  </a:cubicBezTo>
                  <a:cubicBezTo>
                    <a:pt x="465" y="555"/>
                    <a:pt x="460" y="566"/>
                    <a:pt x="446" y="576"/>
                  </a:cubicBezTo>
                  <a:cubicBezTo>
                    <a:pt x="413" y="598"/>
                    <a:pt x="380" y="621"/>
                    <a:pt x="349" y="646"/>
                  </a:cubicBezTo>
                  <a:cubicBezTo>
                    <a:pt x="326" y="663"/>
                    <a:pt x="323" y="692"/>
                    <a:pt x="336" y="717"/>
                  </a:cubicBezTo>
                  <a:cubicBezTo>
                    <a:pt x="349" y="742"/>
                    <a:pt x="374" y="756"/>
                    <a:pt x="401" y="748"/>
                  </a:cubicBezTo>
                  <a:cubicBezTo>
                    <a:pt x="418" y="742"/>
                    <a:pt x="435" y="732"/>
                    <a:pt x="450" y="721"/>
                  </a:cubicBezTo>
                  <a:cubicBezTo>
                    <a:pt x="588" y="625"/>
                    <a:pt x="726" y="528"/>
                    <a:pt x="864" y="432"/>
                  </a:cubicBezTo>
                  <a:cubicBezTo>
                    <a:pt x="874" y="424"/>
                    <a:pt x="885" y="417"/>
                    <a:pt x="899" y="408"/>
                  </a:cubicBezTo>
                  <a:cubicBezTo>
                    <a:pt x="899" y="440"/>
                    <a:pt x="900" y="468"/>
                    <a:pt x="899" y="496"/>
                  </a:cubicBezTo>
                  <a:cubicBezTo>
                    <a:pt x="899" y="499"/>
                    <a:pt x="894" y="504"/>
                    <a:pt x="890" y="507"/>
                  </a:cubicBezTo>
                  <a:cubicBezTo>
                    <a:pt x="865" y="525"/>
                    <a:pt x="840" y="542"/>
                    <a:pt x="814" y="560"/>
                  </a:cubicBezTo>
                  <a:cubicBezTo>
                    <a:pt x="699" y="641"/>
                    <a:pt x="583" y="722"/>
                    <a:pt x="467" y="803"/>
                  </a:cubicBezTo>
                  <a:cubicBezTo>
                    <a:pt x="429" y="830"/>
                    <a:pt x="390" y="857"/>
                    <a:pt x="352" y="884"/>
                  </a:cubicBezTo>
                  <a:cubicBezTo>
                    <a:pt x="330" y="900"/>
                    <a:pt x="323" y="928"/>
                    <a:pt x="332" y="953"/>
                  </a:cubicBezTo>
                  <a:cubicBezTo>
                    <a:pt x="341" y="977"/>
                    <a:pt x="362" y="991"/>
                    <a:pt x="388" y="992"/>
                  </a:cubicBezTo>
                  <a:cubicBezTo>
                    <a:pt x="409" y="992"/>
                    <a:pt x="425" y="982"/>
                    <a:pt x="440" y="971"/>
                  </a:cubicBezTo>
                  <a:cubicBezTo>
                    <a:pt x="447" y="966"/>
                    <a:pt x="454" y="962"/>
                    <a:pt x="464" y="955"/>
                  </a:cubicBezTo>
                  <a:cubicBezTo>
                    <a:pt x="464" y="984"/>
                    <a:pt x="464" y="1009"/>
                    <a:pt x="464" y="1033"/>
                  </a:cubicBezTo>
                  <a:cubicBezTo>
                    <a:pt x="465" y="1043"/>
                    <a:pt x="462" y="1049"/>
                    <a:pt x="453" y="1055"/>
                  </a:cubicBezTo>
                  <a:cubicBezTo>
                    <a:pt x="420" y="1078"/>
                    <a:pt x="388" y="1101"/>
                    <a:pt x="355" y="1124"/>
                  </a:cubicBezTo>
                  <a:cubicBezTo>
                    <a:pt x="328" y="1143"/>
                    <a:pt x="320" y="1179"/>
                    <a:pt x="338" y="1206"/>
                  </a:cubicBezTo>
                  <a:cubicBezTo>
                    <a:pt x="357" y="1237"/>
                    <a:pt x="395" y="1244"/>
                    <a:pt x="428" y="1221"/>
                  </a:cubicBezTo>
                  <a:cubicBezTo>
                    <a:pt x="439" y="1214"/>
                    <a:pt x="449" y="1207"/>
                    <a:pt x="461" y="1199"/>
                  </a:cubicBezTo>
                  <a:cubicBezTo>
                    <a:pt x="462" y="1203"/>
                    <a:pt x="464" y="1205"/>
                    <a:pt x="464" y="1208"/>
                  </a:cubicBezTo>
                  <a:cubicBezTo>
                    <a:pt x="464" y="1232"/>
                    <a:pt x="465" y="1257"/>
                    <a:pt x="464" y="1281"/>
                  </a:cubicBezTo>
                  <a:cubicBezTo>
                    <a:pt x="464" y="1286"/>
                    <a:pt x="459" y="1293"/>
                    <a:pt x="454" y="1296"/>
                  </a:cubicBezTo>
                  <a:cubicBezTo>
                    <a:pt x="422" y="1320"/>
                    <a:pt x="388" y="1341"/>
                    <a:pt x="357" y="1366"/>
                  </a:cubicBezTo>
                  <a:cubicBezTo>
                    <a:pt x="346" y="1375"/>
                    <a:pt x="336" y="1388"/>
                    <a:pt x="331" y="1401"/>
                  </a:cubicBezTo>
                  <a:cubicBezTo>
                    <a:pt x="323" y="1425"/>
                    <a:pt x="334" y="1452"/>
                    <a:pt x="354" y="1466"/>
                  </a:cubicBezTo>
                  <a:cubicBezTo>
                    <a:pt x="376" y="1482"/>
                    <a:pt x="403" y="1481"/>
                    <a:pt x="427" y="1465"/>
                  </a:cubicBezTo>
                  <a:cubicBezTo>
                    <a:pt x="474" y="1431"/>
                    <a:pt x="522" y="1398"/>
                    <a:pt x="569" y="1365"/>
                  </a:cubicBezTo>
                  <a:cubicBezTo>
                    <a:pt x="656" y="1304"/>
                    <a:pt x="744" y="1243"/>
                    <a:pt x="831" y="1182"/>
                  </a:cubicBezTo>
                  <a:cubicBezTo>
                    <a:pt x="852" y="1167"/>
                    <a:pt x="874" y="1152"/>
                    <a:pt x="898" y="1135"/>
                  </a:cubicBezTo>
                  <a:cubicBezTo>
                    <a:pt x="899" y="1143"/>
                    <a:pt x="899" y="1148"/>
                    <a:pt x="899" y="1152"/>
                  </a:cubicBezTo>
                  <a:cubicBezTo>
                    <a:pt x="899" y="1171"/>
                    <a:pt x="899" y="1190"/>
                    <a:pt x="900" y="1209"/>
                  </a:cubicBezTo>
                  <a:cubicBezTo>
                    <a:pt x="900" y="1221"/>
                    <a:pt x="896" y="1229"/>
                    <a:pt x="887" y="1236"/>
                  </a:cubicBezTo>
                  <a:cubicBezTo>
                    <a:pt x="793" y="1301"/>
                    <a:pt x="699" y="1366"/>
                    <a:pt x="605" y="1432"/>
                  </a:cubicBezTo>
                  <a:cubicBezTo>
                    <a:pt x="542" y="1476"/>
                    <a:pt x="478" y="1520"/>
                    <a:pt x="415" y="1565"/>
                  </a:cubicBezTo>
                  <a:cubicBezTo>
                    <a:pt x="392" y="1582"/>
                    <a:pt x="383" y="1610"/>
                    <a:pt x="392" y="1634"/>
                  </a:cubicBezTo>
                  <a:cubicBezTo>
                    <a:pt x="408" y="1676"/>
                    <a:pt x="451" y="1688"/>
                    <a:pt x="490" y="1661"/>
                  </a:cubicBezTo>
                  <a:cubicBezTo>
                    <a:pt x="550" y="1619"/>
                    <a:pt x="611" y="1577"/>
                    <a:pt x="671" y="1534"/>
                  </a:cubicBezTo>
                  <a:cubicBezTo>
                    <a:pt x="733" y="1491"/>
                    <a:pt x="794" y="1448"/>
                    <a:pt x="855" y="1405"/>
                  </a:cubicBezTo>
                  <a:cubicBezTo>
                    <a:pt x="869" y="1396"/>
                    <a:pt x="882" y="1387"/>
                    <a:pt x="898" y="1376"/>
                  </a:cubicBezTo>
                  <a:cubicBezTo>
                    <a:pt x="899" y="1384"/>
                    <a:pt x="899" y="1390"/>
                    <a:pt x="899" y="1395"/>
                  </a:cubicBezTo>
                  <a:cubicBezTo>
                    <a:pt x="899" y="1496"/>
                    <a:pt x="899" y="1597"/>
                    <a:pt x="900" y="1698"/>
                  </a:cubicBezTo>
                  <a:cubicBezTo>
                    <a:pt x="900" y="1725"/>
                    <a:pt x="913" y="1745"/>
                    <a:pt x="938" y="1755"/>
                  </a:cubicBezTo>
                  <a:cubicBezTo>
                    <a:pt x="961" y="1765"/>
                    <a:pt x="983" y="1762"/>
                    <a:pt x="1004" y="1745"/>
                  </a:cubicBezTo>
                  <a:cubicBezTo>
                    <a:pt x="1021" y="1731"/>
                    <a:pt x="1026" y="1712"/>
                    <a:pt x="1025" y="1691"/>
                  </a:cubicBezTo>
                  <a:cubicBezTo>
                    <a:pt x="1025" y="1592"/>
                    <a:pt x="1025" y="1493"/>
                    <a:pt x="1026" y="1394"/>
                  </a:cubicBezTo>
                  <a:cubicBezTo>
                    <a:pt x="1026" y="1389"/>
                    <a:pt x="1026" y="1384"/>
                    <a:pt x="1027" y="1378"/>
                  </a:cubicBezTo>
                  <a:cubicBezTo>
                    <a:pt x="1031" y="1379"/>
                    <a:pt x="1032" y="1380"/>
                    <a:pt x="1033" y="1381"/>
                  </a:cubicBezTo>
                  <a:cubicBezTo>
                    <a:pt x="1133" y="1450"/>
                    <a:pt x="1233" y="1520"/>
                    <a:pt x="1333" y="1590"/>
                  </a:cubicBezTo>
                  <a:cubicBezTo>
                    <a:pt x="1370" y="1615"/>
                    <a:pt x="1405" y="1641"/>
                    <a:pt x="1443" y="1666"/>
                  </a:cubicBezTo>
                  <a:cubicBezTo>
                    <a:pt x="1472" y="1685"/>
                    <a:pt x="1506" y="1677"/>
                    <a:pt x="1526" y="1649"/>
                  </a:cubicBezTo>
                  <a:cubicBezTo>
                    <a:pt x="1544" y="1622"/>
                    <a:pt x="1539" y="1588"/>
                    <a:pt x="1512" y="1567"/>
                  </a:cubicBezTo>
                  <a:cubicBezTo>
                    <a:pt x="1503" y="1559"/>
                    <a:pt x="1492" y="1553"/>
                    <a:pt x="1482" y="1545"/>
                  </a:cubicBezTo>
                  <a:cubicBezTo>
                    <a:pt x="1342" y="1447"/>
                    <a:pt x="1202" y="1348"/>
                    <a:pt x="1060" y="1251"/>
                  </a:cubicBezTo>
                  <a:cubicBezTo>
                    <a:pt x="1033" y="1233"/>
                    <a:pt x="1020" y="1214"/>
                    <a:pt x="1025" y="1181"/>
                  </a:cubicBezTo>
                  <a:cubicBezTo>
                    <a:pt x="1027" y="1167"/>
                    <a:pt x="1025" y="1153"/>
                    <a:pt x="1025" y="1136"/>
                  </a:cubicBezTo>
                  <a:cubicBezTo>
                    <a:pt x="1031" y="1140"/>
                    <a:pt x="1035" y="1141"/>
                    <a:pt x="1037" y="1143"/>
                  </a:cubicBezTo>
                  <a:cubicBezTo>
                    <a:pt x="1061" y="1159"/>
                    <a:pt x="1084" y="1175"/>
                    <a:pt x="1107" y="1191"/>
                  </a:cubicBezTo>
                  <a:cubicBezTo>
                    <a:pt x="1172" y="1237"/>
                    <a:pt x="1237" y="1282"/>
                    <a:pt x="1302" y="1327"/>
                  </a:cubicBezTo>
                  <a:cubicBezTo>
                    <a:pt x="1368" y="1373"/>
                    <a:pt x="1434" y="1420"/>
                    <a:pt x="1501" y="1466"/>
                  </a:cubicBezTo>
                  <a:cubicBezTo>
                    <a:pt x="1511" y="1473"/>
                    <a:pt x="1527" y="1477"/>
                    <a:pt x="1540" y="1477"/>
                  </a:cubicBezTo>
                  <a:cubicBezTo>
                    <a:pt x="1566" y="1476"/>
                    <a:pt x="1587" y="1458"/>
                    <a:pt x="1594" y="1434"/>
                  </a:cubicBezTo>
                  <a:cubicBezTo>
                    <a:pt x="1601" y="1407"/>
                    <a:pt x="1593" y="1383"/>
                    <a:pt x="1569" y="1365"/>
                  </a:cubicBezTo>
                  <a:cubicBezTo>
                    <a:pt x="1547" y="1349"/>
                    <a:pt x="1525" y="1331"/>
                    <a:pt x="1501" y="1319"/>
                  </a:cubicBezTo>
                  <a:cubicBezTo>
                    <a:pt x="1466" y="1301"/>
                    <a:pt x="1455" y="1274"/>
                    <a:pt x="1460" y="1237"/>
                  </a:cubicBezTo>
                  <a:cubicBezTo>
                    <a:pt x="1462" y="1226"/>
                    <a:pt x="1461" y="1213"/>
                    <a:pt x="1461" y="1201"/>
                  </a:cubicBezTo>
                  <a:cubicBezTo>
                    <a:pt x="1462" y="1201"/>
                    <a:pt x="1464" y="1200"/>
                    <a:pt x="1465" y="1199"/>
                  </a:cubicBezTo>
                  <a:cubicBezTo>
                    <a:pt x="1476" y="1207"/>
                    <a:pt x="1486" y="1214"/>
                    <a:pt x="1497" y="1221"/>
                  </a:cubicBezTo>
                  <a:cubicBezTo>
                    <a:pt x="1527" y="1243"/>
                    <a:pt x="1566" y="1238"/>
                    <a:pt x="1587" y="1208"/>
                  </a:cubicBezTo>
                  <a:cubicBezTo>
                    <a:pt x="1606" y="1180"/>
                    <a:pt x="1597" y="1142"/>
                    <a:pt x="1567" y="1121"/>
                  </a:cubicBezTo>
                  <a:cubicBezTo>
                    <a:pt x="1541" y="1104"/>
                    <a:pt x="1518" y="1084"/>
                    <a:pt x="1491" y="1070"/>
                  </a:cubicBezTo>
                  <a:cubicBezTo>
                    <a:pt x="1466" y="1055"/>
                    <a:pt x="1457" y="1037"/>
                    <a:pt x="1460" y="1009"/>
                  </a:cubicBezTo>
                  <a:cubicBezTo>
                    <a:pt x="1462" y="992"/>
                    <a:pt x="1461" y="975"/>
                    <a:pt x="1461" y="959"/>
                  </a:cubicBezTo>
                  <a:cubicBezTo>
                    <a:pt x="1462" y="958"/>
                    <a:pt x="1464" y="957"/>
                    <a:pt x="1465" y="957"/>
                  </a:cubicBezTo>
                  <a:cubicBezTo>
                    <a:pt x="1476" y="964"/>
                    <a:pt x="1486" y="972"/>
                    <a:pt x="1497" y="980"/>
                  </a:cubicBezTo>
                  <a:cubicBezTo>
                    <a:pt x="1526" y="1000"/>
                    <a:pt x="1566" y="995"/>
                    <a:pt x="1584" y="968"/>
                  </a:cubicBezTo>
                  <a:cubicBezTo>
                    <a:pt x="1605" y="939"/>
                    <a:pt x="1598" y="901"/>
                    <a:pt x="1568" y="880"/>
                  </a:cubicBezTo>
                  <a:cubicBezTo>
                    <a:pt x="1509" y="839"/>
                    <a:pt x="1451" y="798"/>
                    <a:pt x="1392" y="757"/>
                  </a:cubicBezTo>
                  <a:cubicBezTo>
                    <a:pt x="1282" y="680"/>
                    <a:pt x="1172" y="603"/>
                    <a:pt x="1062" y="526"/>
                  </a:cubicBezTo>
                  <a:cubicBezTo>
                    <a:pt x="1025" y="501"/>
                    <a:pt x="1025" y="501"/>
                    <a:pt x="1025" y="456"/>
                  </a:cubicBezTo>
                  <a:cubicBezTo>
                    <a:pt x="1025" y="445"/>
                    <a:pt x="1025" y="435"/>
                    <a:pt x="1025" y="424"/>
                  </a:cubicBezTo>
                  <a:cubicBezTo>
                    <a:pt x="1025" y="420"/>
                    <a:pt x="1026" y="416"/>
                    <a:pt x="1027" y="409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85"/>
            <p:cNvSpPr/>
            <p:nvPr/>
          </p:nvSpPr>
          <p:spPr bwMode="auto">
            <a:xfrm>
              <a:off x="18234025" y="2327275"/>
              <a:ext cx="992187" cy="966788"/>
            </a:xfrm>
            <a:custGeom>
              <a:avLst/>
              <a:gdLst>
                <a:gd name="T0" fmla="*/ 308 w 314"/>
                <a:gd name="T1" fmla="*/ 0 h 306"/>
                <a:gd name="T2" fmla="*/ 309 w 314"/>
                <a:gd name="T3" fmla="*/ 45 h 306"/>
                <a:gd name="T4" fmla="*/ 272 w 314"/>
                <a:gd name="T5" fmla="*/ 119 h 306"/>
                <a:gd name="T6" fmla="*/ 32 w 314"/>
                <a:gd name="T7" fmla="*/ 285 h 306"/>
                <a:gd name="T8" fmla="*/ 3 w 314"/>
                <a:gd name="T9" fmla="*/ 306 h 306"/>
                <a:gd name="T10" fmla="*/ 1 w 314"/>
                <a:gd name="T11" fmla="*/ 287 h 306"/>
                <a:gd name="T12" fmla="*/ 1 w 314"/>
                <a:gd name="T13" fmla="*/ 227 h 306"/>
                <a:gd name="T14" fmla="*/ 13 w 314"/>
                <a:gd name="T15" fmla="*/ 205 h 306"/>
                <a:gd name="T16" fmla="*/ 295 w 314"/>
                <a:gd name="T17" fmla="*/ 7 h 306"/>
                <a:gd name="T18" fmla="*/ 308 w 314"/>
                <a:gd name="T19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4" h="306">
                  <a:moveTo>
                    <a:pt x="308" y="0"/>
                  </a:moveTo>
                  <a:cubicBezTo>
                    <a:pt x="308" y="17"/>
                    <a:pt x="307" y="31"/>
                    <a:pt x="309" y="45"/>
                  </a:cubicBezTo>
                  <a:cubicBezTo>
                    <a:pt x="314" y="79"/>
                    <a:pt x="301" y="100"/>
                    <a:pt x="272" y="119"/>
                  </a:cubicBezTo>
                  <a:cubicBezTo>
                    <a:pt x="191" y="173"/>
                    <a:pt x="112" y="230"/>
                    <a:pt x="32" y="285"/>
                  </a:cubicBezTo>
                  <a:cubicBezTo>
                    <a:pt x="23" y="292"/>
                    <a:pt x="14" y="298"/>
                    <a:pt x="3" y="306"/>
                  </a:cubicBezTo>
                  <a:cubicBezTo>
                    <a:pt x="2" y="298"/>
                    <a:pt x="1" y="292"/>
                    <a:pt x="1" y="287"/>
                  </a:cubicBezTo>
                  <a:cubicBezTo>
                    <a:pt x="1" y="267"/>
                    <a:pt x="0" y="247"/>
                    <a:pt x="1" y="227"/>
                  </a:cubicBezTo>
                  <a:cubicBezTo>
                    <a:pt x="2" y="220"/>
                    <a:pt x="7" y="210"/>
                    <a:pt x="13" y="205"/>
                  </a:cubicBezTo>
                  <a:cubicBezTo>
                    <a:pt x="107" y="139"/>
                    <a:pt x="201" y="73"/>
                    <a:pt x="295" y="7"/>
                  </a:cubicBezTo>
                  <a:cubicBezTo>
                    <a:pt x="298" y="5"/>
                    <a:pt x="302" y="4"/>
                    <a:pt x="308" y="0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86"/>
            <p:cNvSpPr/>
            <p:nvPr/>
          </p:nvSpPr>
          <p:spPr bwMode="auto">
            <a:xfrm>
              <a:off x="18234025" y="1557338"/>
              <a:ext cx="976312" cy="969963"/>
            </a:xfrm>
            <a:custGeom>
              <a:avLst/>
              <a:gdLst>
                <a:gd name="T0" fmla="*/ 308 w 309"/>
                <a:gd name="T1" fmla="*/ 0 h 307"/>
                <a:gd name="T2" fmla="*/ 308 w 309"/>
                <a:gd name="T3" fmla="*/ 48 h 307"/>
                <a:gd name="T4" fmla="*/ 268 w 309"/>
                <a:gd name="T5" fmla="*/ 122 h 307"/>
                <a:gd name="T6" fmla="*/ 26 w 309"/>
                <a:gd name="T7" fmla="*/ 291 h 307"/>
                <a:gd name="T8" fmla="*/ 3 w 309"/>
                <a:gd name="T9" fmla="*/ 307 h 307"/>
                <a:gd name="T10" fmla="*/ 1 w 309"/>
                <a:gd name="T11" fmla="*/ 290 h 307"/>
                <a:gd name="T12" fmla="*/ 1 w 309"/>
                <a:gd name="T13" fmla="*/ 230 h 307"/>
                <a:gd name="T14" fmla="*/ 13 w 309"/>
                <a:gd name="T15" fmla="*/ 207 h 307"/>
                <a:gd name="T16" fmla="*/ 283 w 309"/>
                <a:gd name="T17" fmla="*/ 18 h 307"/>
                <a:gd name="T18" fmla="*/ 308 w 309"/>
                <a:gd name="T19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9" h="307">
                  <a:moveTo>
                    <a:pt x="308" y="0"/>
                  </a:moveTo>
                  <a:cubicBezTo>
                    <a:pt x="308" y="19"/>
                    <a:pt x="308" y="33"/>
                    <a:pt x="308" y="48"/>
                  </a:cubicBezTo>
                  <a:cubicBezTo>
                    <a:pt x="309" y="96"/>
                    <a:pt x="308" y="95"/>
                    <a:pt x="268" y="122"/>
                  </a:cubicBezTo>
                  <a:cubicBezTo>
                    <a:pt x="187" y="178"/>
                    <a:pt x="107" y="235"/>
                    <a:pt x="26" y="291"/>
                  </a:cubicBezTo>
                  <a:cubicBezTo>
                    <a:pt x="20" y="296"/>
                    <a:pt x="12" y="300"/>
                    <a:pt x="3" y="307"/>
                  </a:cubicBezTo>
                  <a:cubicBezTo>
                    <a:pt x="2" y="299"/>
                    <a:pt x="1" y="295"/>
                    <a:pt x="1" y="290"/>
                  </a:cubicBezTo>
                  <a:cubicBezTo>
                    <a:pt x="1" y="270"/>
                    <a:pt x="1" y="250"/>
                    <a:pt x="1" y="230"/>
                  </a:cubicBezTo>
                  <a:cubicBezTo>
                    <a:pt x="0" y="220"/>
                    <a:pt x="4" y="213"/>
                    <a:pt x="13" y="207"/>
                  </a:cubicBezTo>
                  <a:cubicBezTo>
                    <a:pt x="103" y="144"/>
                    <a:pt x="193" y="81"/>
                    <a:pt x="283" y="18"/>
                  </a:cubicBezTo>
                  <a:cubicBezTo>
                    <a:pt x="290" y="13"/>
                    <a:pt x="297" y="8"/>
                    <a:pt x="308" y="0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87"/>
            <p:cNvSpPr/>
            <p:nvPr/>
          </p:nvSpPr>
          <p:spPr bwMode="auto">
            <a:xfrm>
              <a:off x="19599275" y="2324100"/>
              <a:ext cx="984250" cy="963613"/>
            </a:xfrm>
            <a:custGeom>
              <a:avLst/>
              <a:gdLst>
                <a:gd name="T0" fmla="*/ 2 w 312"/>
                <a:gd name="T1" fmla="*/ 0 h 305"/>
                <a:gd name="T2" fmla="*/ 64 w 312"/>
                <a:gd name="T3" fmla="*/ 43 h 305"/>
                <a:gd name="T4" fmla="*/ 290 w 312"/>
                <a:gd name="T5" fmla="*/ 200 h 305"/>
                <a:gd name="T6" fmla="*/ 311 w 312"/>
                <a:gd name="T7" fmla="*/ 238 h 305"/>
                <a:gd name="T8" fmla="*/ 310 w 312"/>
                <a:gd name="T9" fmla="*/ 305 h 305"/>
                <a:gd name="T10" fmla="*/ 298 w 312"/>
                <a:gd name="T11" fmla="*/ 300 h 305"/>
                <a:gd name="T12" fmla="*/ 27 w 312"/>
                <a:gd name="T13" fmla="*/ 111 h 305"/>
                <a:gd name="T14" fmla="*/ 2 w 312"/>
                <a:gd name="T15" fmla="*/ 61 h 305"/>
                <a:gd name="T16" fmla="*/ 2 w 312"/>
                <a:gd name="T1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2" h="305">
                  <a:moveTo>
                    <a:pt x="2" y="0"/>
                  </a:moveTo>
                  <a:cubicBezTo>
                    <a:pt x="25" y="16"/>
                    <a:pt x="45" y="29"/>
                    <a:pt x="64" y="43"/>
                  </a:cubicBezTo>
                  <a:cubicBezTo>
                    <a:pt x="140" y="95"/>
                    <a:pt x="215" y="148"/>
                    <a:pt x="290" y="200"/>
                  </a:cubicBezTo>
                  <a:cubicBezTo>
                    <a:pt x="304" y="210"/>
                    <a:pt x="312" y="220"/>
                    <a:pt x="311" y="238"/>
                  </a:cubicBezTo>
                  <a:cubicBezTo>
                    <a:pt x="309" y="259"/>
                    <a:pt x="310" y="281"/>
                    <a:pt x="310" y="305"/>
                  </a:cubicBezTo>
                  <a:cubicBezTo>
                    <a:pt x="304" y="303"/>
                    <a:pt x="301" y="302"/>
                    <a:pt x="298" y="300"/>
                  </a:cubicBezTo>
                  <a:cubicBezTo>
                    <a:pt x="208" y="237"/>
                    <a:pt x="118" y="173"/>
                    <a:pt x="27" y="111"/>
                  </a:cubicBezTo>
                  <a:cubicBezTo>
                    <a:pt x="7" y="98"/>
                    <a:pt x="0" y="84"/>
                    <a:pt x="2" y="61"/>
                  </a:cubicBezTo>
                  <a:cubicBezTo>
                    <a:pt x="4" y="42"/>
                    <a:pt x="2" y="23"/>
                    <a:pt x="2" y="0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88"/>
            <p:cNvSpPr/>
            <p:nvPr/>
          </p:nvSpPr>
          <p:spPr bwMode="auto">
            <a:xfrm>
              <a:off x="19608800" y="1560513"/>
              <a:ext cx="974725" cy="960438"/>
            </a:xfrm>
            <a:custGeom>
              <a:avLst/>
              <a:gdLst>
                <a:gd name="T0" fmla="*/ 303 w 309"/>
                <a:gd name="T1" fmla="*/ 304 h 304"/>
                <a:gd name="T2" fmla="*/ 253 w 309"/>
                <a:gd name="T3" fmla="*/ 270 h 304"/>
                <a:gd name="T4" fmla="*/ 7 w 309"/>
                <a:gd name="T5" fmla="*/ 98 h 304"/>
                <a:gd name="T6" fmla="*/ 0 w 309"/>
                <a:gd name="T7" fmla="*/ 90 h 304"/>
                <a:gd name="T8" fmla="*/ 0 w 309"/>
                <a:gd name="T9" fmla="*/ 0 h 304"/>
                <a:gd name="T10" fmla="*/ 54 w 309"/>
                <a:gd name="T11" fmla="*/ 37 h 304"/>
                <a:gd name="T12" fmla="*/ 295 w 309"/>
                <a:gd name="T13" fmla="*/ 207 h 304"/>
                <a:gd name="T14" fmla="*/ 307 w 309"/>
                <a:gd name="T15" fmla="*/ 229 h 304"/>
                <a:gd name="T16" fmla="*/ 308 w 309"/>
                <a:gd name="T17" fmla="*/ 302 h 304"/>
                <a:gd name="T18" fmla="*/ 303 w 309"/>
                <a:gd name="T1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9" h="304">
                  <a:moveTo>
                    <a:pt x="303" y="304"/>
                  </a:moveTo>
                  <a:cubicBezTo>
                    <a:pt x="286" y="293"/>
                    <a:pt x="269" y="282"/>
                    <a:pt x="253" y="270"/>
                  </a:cubicBezTo>
                  <a:cubicBezTo>
                    <a:pt x="171" y="213"/>
                    <a:pt x="89" y="156"/>
                    <a:pt x="7" y="98"/>
                  </a:cubicBezTo>
                  <a:cubicBezTo>
                    <a:pt x="4" y="96"/>
                    <a:pt x="0" y="93"/>
                    <a:pt x="0" y="90"/>
                  </a:cubicBezTo>
                  <a:cubicBezTo>
                    <a:pt x="0" y="61"/>
                    <a:pt x="0" y="32"/>
                    <a:pt x="0" y="0"/>
                  </a:cubicBezTo>
                  <a:cubicBezTo>
                    <a:pt x="20" y="14"/>
                    <a:pt x="37" y="25"/>
                    <a:pt x="54" y="37"/>
                  </a:cubicBezTo>
                  <a:cubicBezTo>
                    <a:pt x="135" y="93"/>
                    <a:pt x="215" y="150"/>
                    <a:pt x="295" y="207"/>
                  </a:cubicBezTo>
                  <a:cubicBezTo>
                    <a:pt x="301" y="211"/>
                    <a:pt x="307" y="221"/>
                    <a:pt x="307" y="229"/>
                  </a:cubicBezTo>
                  <a:cubicBezTo>
                    <a:pt x="309" y="253"/>
                    <a:pt x="308" y="277"/>
                    <a:pt x="308" y="302"/>
                  </a:cubicBezTo>
                  <a:cubicBezTo>
                    <a:pt x="306" y="303"/>
                    <a:pt x="304" y="304"/>
                    <a:pt x="303" y="304"/>
                  </a:cubicBezTo>
                  <a:close/>
                </a:path>
              </a:pathLst>
            </a:custGeom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DBA34-7A7E-4808-AB87-0F41496EB64D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3.jpe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1"/>
              </a:gs>
            </a:gsLst>
            <a:lin ang="10800000" scaled="1"/>
          </a:gra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95616" y="487274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3694" y="2114028"/>
            <a:ext cx="105063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4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5616" y="548020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78127" y="5480206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78127" y="4872741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882972" y="4408013"/>
            <a:ext cx="103680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73692" y="3522137"/>
            <a:ext cx="80909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3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27143" y="846947"/>
            <a:ext cx="2063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4" name="组合 293"/>
          <p:cNvGrpSpPr/>
          <p:nvPr/>
        </p:nvGrpSpPr>
        <p:grpSpPr>
          <a:xfrm>
            <a:off x="267970" y="281940"/>
            <a:ext cx="3938905" cy="861060"/>
            <a:chOff x="987425" y="3353428"/>
            <a:chExt cx="19186255" cy="4173171"/>
          </a:xfrm>
          <a:solidFill>
            <a:schemeClr val="bg1"/>
          </a:solidFill>
        </p:grpSpPr>
        <p:grpSp>
          <p:nvGrpSpPr>
            <p:cNvPr id="295" name="组合 294"/>
            <p:cNvGrpSpPr/>
            <p:nvPr/>
          </p:nvGrpSpPr>
          <p:grpSpPr>
            <a:xfrm>
              <a:off x="6430693" y="3782450"/>
              <a:ext cx="13742987" cy="3322376"/>
              <a:chOff x="-1552275" y="861685"/>
              <a:chExt cx="13742987" cy="3322376"/>
            </a:xfrm>
            <a:grpFill/>
          </p:grpSpPr>
          <p:grpSp>
            <p:nvGrpSpPr>
              <p:cNvPr id="340" name="组合 339"/>
              <p:cNvGrpSpPr/>
              <p:nvPr/>
            </p:nvGrpSpPr>
            <p:grpSpPr>
              <a:xfrm>
                <a:off x="-1552275" y="3574984"/>
                <a:ext cx="13742987" cy="609077"/>
                <a:chOff x="-1550987" y="3295651"/>
                <a:chExt cx="25611137" cy="1135063"/>
              </a:xfrm>
              <a:grpFill/>
            </p:grpSpPr>
            <p:sp>
              <p:nvSpPr>
                <p:cNvPr id="352" name="Freeform 14"/>
                <p:cNvSpPr/>
                <p:nvPr/>
              </p:nvSpPr>
              <p:spPr bwMode="auto">
                <a:xfrm>
                  <a:off x="11171238" y="3387726"/>
                  <a:ext cx="1236663" cy="1017588"/>
                </a:xfrm>
                <a:custGeom>
                  <a:avLst/>
                  <a:gdLst>
                    <a:gd name="T0" fmla="*/ 196 w 392"/>
                    <a:gd name="T1" fmla="*/ 210 h 322"/>
                    <a:gd name="T2" fmla="*/ 210 w 392"/>
                    <a:gd name="T3" fmla="*/ 182 h 322"/>
                    <a:gd name="T4" fmla="*/ 271 w 392"/>
                    <a:gd name="T5" fmla="*/ 29 h 322"/>
                    <a:gd name="T6" fmla="*/ 311 w 392"/>
                    <a:gd name="T7" fmla="*/ 2 h 322"/>
                    <a:gd name="T8" fmla="*/ 379 w 392"/>
                    <a:gd name="T9" fmla="*/ 2 h 322"/>
                    <a:gd name="T10" fmla="*/ 392 w 392"/>
                    <a:gd name="T11" fmla="*/ 8 h 322"/>
                    <a:gd name="T12" fmla="*/ 381 w 392"/>
                    <a:gd name="T13" fmla="*/ 19 h 322"/>
                    <a:gd name="T14" fmla="*/ 356 w 392"/>
                    <a:gd name="T15" fmla="*/ 50 h 322"/>
                    <a:gd name="T16" fmla="*/ 356 w 392"/>
                    <a:gd name="T17" fmla="*/ 278 h 322"/>
                    <a:gd name="T18" fmla="*/ 379 w 392"/>
                    <a:gd name="T19" fmla="*/ 303 h 322"/>
                    <a:gd name="T20" fmla="*/ 392 w 392"/>
                    <a:gd name="T21" fmla="*/ 312 h 322"/>
                    <a:gd name="T22" fmla="*/ 377 w 392"/>
                    <a:gd name="T23" fmla="*/ 319 h 322"/>
                    <a:gd name="T24" fmla="*/ 266 w 392"/>
                    <a:gd name="T25" fmla="*/ 319 h 322"/>
                    <a:gd name="T26" fmla="*/ 250 w 392"/>
                    <a:gd name="T27" fmla="*/ 311 h 322"/>
                    <a:gd name="T28" fmla="*/ 264 w 392"/>
                    <a:gd name="T29" fmla="*/ 302 h 322"/>
                    <a:gd name="T30" fmla="*/ 288 w 392"/>
                    <a:gd name="T31" fmla="*/ 276 h 322"/>
                    <a:gd name="T32" fmla="*/ 288 w 392"/>
                    <a:gd name="T33" fmla="*/ 224 h 322"/>
                    <a:gd name="T34" fmla="*/ 290 w 392"/>
                    <a:gd name="T35" fmla="*/ 95 h 322"/>
                    <a:gd name="T36" fmla="*/ 287 w 392"/>
                    <a:gd name="T37" fmla="*/ 77 h 322"/>
                    <a:gd name="T38" fmla="*/ 282 w 392"/>
                    <a:gd name="T39" fmla="*/ 76 h 322"/>
                    <a:gd name="T40" fmla="*/ 272 w 392"/>
                    <a:gd name="T41" fmla="*/ 95 h 322"/>
                    <a:gd name="T42" fmla="*/ 245 w 392"/>
                    <a:gd name="T43" fmla="*/ 172 h 322"/>
                    <a:gd name="T44" fmla="*/ 210 w 392"/>
                    <a:gd name="T45" fmla="*/ 258 h 322"/>
                    <a:gd name="T46" fmla="*/ 190 w 392"/>
                    <a:gd name="T47" fmla="*/ 309 h 322"/>
                    <a:gd name="T48" fmla="*/ 178 w 392"/>
                    <a:gd name="T49" fmla="*/ 322 h 322"/>
                    <a:gd name="T50" fmla="*/ 164 w 392"/>
                    <a:gd name="T51" fmla="*/ 311 h 322"/>
                    <a:gd name="T52" fmla="*/ 149 w 392"/>
                    <a:gd name="T53" fmla="*/ 272 h 322"/>
                    <a:gd name="T54" fmla="*/ 98 w 392"/>
                    <a:gd name="T55" fmla="*/ 137 h 322"/>
                    <a:gd name="T56" fmla="*/ 78 w 392"/>
                    <a:gd name="T57" fmla="*/ 78 h 322"/>
                    <a:gd name="T58" fmla="*/ 73 w 392"/>
                    <a:gd name="T59" fmla="*/ 77 h 322"/>
                    <a:gd name="T60" fmla="*/ 69 w 392"/>
                    <a:gd name="T61" fmla="*/ 95 h 322"/>
                    <a:gd name="T62" fmla="*/ 70 w 392"/>
                    <a:gd name="T63" fmla="*/ 266 h 322"/>
                    <a:gd name="T64" fmla="*/ 95 w 392"/>
                    <a:gd name="T65" fmla="*/ 301 h 322"/>
                    <a:gd name="T66" fmla="*/ 102 w 392"/>
                    <a:gd name="T67" fmla="*/ 303 h 322"/>
                    <a:gd name="T68" fmla="*/ 110 w 392"/>
                    <a:gd name="T69" fmla="*/ 312 h 322"/>
                    <a:gd name="T70" fmla="*/ 99 w 392"/>
                    <a:gd name="T71" fmla="*/ 318 h 322"/>
                    <a:gd name="T72" fmla="*/ 53 w 392"/>
                    <a:gd name="T73" fmla="*/ 318 h 322"/>
                    <a:gd name="T74" fmla="*/ 12 w 392"/>
                    <a:gd name="T75" fmla="*/ 318 h 322"/>
                    <a:gd name="T76" fmla="*/ 0 w 392"/>
                    <a:gd name="T77" fmla="*/ 312 h 322"/>
                    <a:gd name="T78" fmla="*/ 9 w 392"/>
                    <a:gd name="T79" fmla="*/ 302 h 322"/>
                    <a:gd name="T80" fmla="*/ 41 w 392"/>
                    <a:gd name="T81" fmla="*/ 247 h 322"/>
                    <a:gd name="T82" fmla="*/ 40 w 392"/>
                    <a:gd name="T83" fmla="*/ 54 h 322"/>
                    <a:gd name="T84" fmla="*/ 11 w 392"/>
                    <a:gd name="T85" fmla="*/ 19 h 322"/>
                    <a:gd name="T86" fmla="*/ 0 w 392"/>
                    <a:gd name="T87" fmla="*/ 9 h 322"/>
                    <a:gd name="T88" fmla="*/ 12 w 392"/>
                    <a:gd name="T89" fmla="*/ 2 h 322"/>
                    <a:gd name="T90" fmla="*/ 102 w 392"/>
                    <a:gd name="T91" fmla="*/ 1 h 322"/>
                    <a:gd name="T92" fmla="*/ 124 w 392"/>
                    <a:gd name="T93" fmla="*/ 26 h 322"/>
                    <a:gd name="T94" fmla="*/ 163 w 392"/>
                    <a:gd name="T95" fmla="*/ 129 h 322"/>
                    <a:gd name="T96" fmla="*/ 188 w 392"/>
                    <a:gd name="T97" fmla="*/ 195 h 322"/>
                    <a:gd name="T98" fmla="*/ 196 w 392"/>
                    <a:gd name="T99" fmla="*/ 210 h 3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392" h="322">
                      <a:moveTo>
                        <a:pt x="196" y="210"/>
                      </a:moveTo>
                      <a:cubicBezTo>
                        <a:pt x="202" y="198"/>
                        <a:pt x="207" y="190"/>
                        <a:pt x="210" y="182"/>
                      </a:cubicBezTo>
                      <a:cubicBezTo>
                        <a:pt x="230" y="131"/>
                        <a:pt x="249" y="79"/>
                        <a:pt x="271" y="29"/>
                      </a:cubicBezTo>
                      <a:cubicBezTo>
                        <a:pt x="283" y="0"/>
                        <a:pt x="278" y="1"/>
                        <a:pt x="311" y="2"/>
                      </a:cubicBezTo>
                      <a:cubicBezTo>
                        <a:pt x="334" y="2"/>
                        <a:pt x="356" y="1"/>
                        <a:pt x="379" y="2"/>
                      </a:cubicBezTo>
                      <a:cubicBezTo>
                        <a:pt x="383" y="2"/>
                        <a:pt x="388" y="6"/>
                        <a:pt x="392" y="8"/>
                      </a:cubicBezTo>
                      <a:cubicBezTo>
                        <a:pt x="388" y="12"/>
                        <a:pt x="385" y="18"/>
                        <a:pt x="381" y="19"/>
                      </a:cubicBezTo>
                      <a:cubicBezTo>
                        <a:pt x="357" y="26"/>
                        <a:pt x="356" y="26"/>
                        <a:pt x="356" y="50"/>
                      </a:cubicBezTo>
                      <a:cubicBezTo>
                        <a:pt x="356" y="126"/>
                        <a:pt x="356" y="202"/>
                        <a:pt x="356" y="278"/>
                      </a:cubicBezTo>
                      <a:cubicBezTo>
                        <a:pt x="356" y="294"/>
                        <a:pt x="366" y="299"/>
                        <a:pt x="379" y="303"/>
                      </a:cubicBezTo>
                      <a:cubicBezTo>
                        <a:pt x="383" y="305"/>
                        <a:pt x="387" y="309"/>
                        <a:pt x="392" y="312"/>
                      </a:cubicBezTo>
                      <a:cubicBezTo>
                        <a:pt x="387" y="315"/>
                        <a:pt x="382" y="319"/>
                        <a:pt x="377" y="319"/>
                      </a:cubicBezTo>
                      <a:cubicBezTo>
                        <a:pt x="340" y="319"/>
                        <a:pt x="303" y="319"/>
                        <a:pt x="266" y="319"/>
                      </a:cubicBezTo>
                      <a:cubicBezTo>
                        <a:pt x="260" y="319"/>
                        <a:pt x="255" y="314"/>
                        <a:pt x="250" y="311"/>
                      </a:cubicBezTo>
                      <a:cubicBezTo>
                        <a:pt x="255" y="308"/>
                        <a:pt x="259" y="303"/>
                        <a:pt x="264" y="302"/>
                      </a:cubicBezTo>
                      <a:cubicBezTo>
                        <a:pt x="278" y="300"/>
                        <a:pt x="287" y="292"/>
                        <a:pt x="288" y="276"/>
                      </a:cubicBezTo>
                      <a:cubicBezTo>
                        <a:pt x="289" y="259"/>
                        <a:pt x="288" y="241"/>
                        <a:pt x="288" y="224"/>
                      </a:cubicBezTo>
                      <a:cubicBezTo>
                        <a:pt x="289" y="181"/>
                        <a:pt x="289" y="138"/>
                        <a:pt x="290" y="95"/>
                      </a:cubicBezTo>
                      <a:cubicBezTo>
                        <a:pt x="290" y="89"/>
                        <a:pt x="288" y="83"/>
                        <a:pt x="287" y="77"/>
                      </a:cubicBezTo>
                      <a:cubicBezTo>
                        <a:pt x="285" y="77"/>
                        <a:pt x="284" y="77"/>
                        <a:pt x="282" y="76"/>
                      </a:cubicBezTo>
                      <a:cubicBezTo>
                        <a:pt x="279" y="82"/>
                        <a:pt x="274" y="88"/>
                        <a:pt x="272" y="95"/>
                      </a:cubicBezTo>
                      <a:cubicBezTo>
                        <a:pt x="263" y="120"/>
                        <a:pt x="255" y="146"/>
                        <a:pt x="245" y="172"/>
                      </a:cubicBezTo>
                      <a:cubicBezTo>
                        <a:pt x="234" y="201"/>
                        <a:pt x="222" y="229"/>
                        <a:pt x="210" y="258"/>
                      </a:cubicBezTo>
                      <a:cubicBezTo>
                        <a:pt x="204" y="275"/>
                        <a:pt x="198" y="292"/>
                        <a:pt x="190" y="309"/>
                      </a:cubicBezTo>
                      <a:cubicBezTo>
                        <a:pt x="188" y="315"/>
                        <a:pt x="183" y="322"/>
                        <a:pt x="178" y="322"/>
                      </a:cubicBezTo>
                      <a:cubicBezTo>
                        <a:pt x="174" y="322"/>
                        <a:pt x="167" y="316"/>
                        <a:pt x="164" y="311"/>
                      </a:cubicBezTo>
                      <a:cubicBezTo>
                        <a:pt x="158" y="298"/>
                        <a:pt x="154" y="285"/>
                        <a:pt x="149" y="272"/>
                      </a:cubicBezTo>
                      <a:cubicBezTo>
                        <a:pt x="132" y="227"/>
                        <a:pt x="115" y="182"/>
                        <a:pt x="98" y="137"/>
                      </a:cubicBezTo>
                      <a:cubicBezTo>
                        <a:pt x="91" y="117"/>
                        <a:pt x="85" y="97"/>
                        <a:pt x="78" y="78"/>
                      </a:cubicBezTo>
                      <a:cubicBezTo>
                        <a:pt x="76" y="78"/>
                        <a:pt x="75" y="77"/>
                        <a:pt x="73" y="77"/>
                      </a:cubicBezTo>
                      <a:cubicBezTo>
                        <a:pt x="71" y="83"/>
                        <a:pt x="69" y="89"/>
                        <a:pt x="69" y="95"/>
                      </a:cubicBezTo>
                      <a:cubicBezTo>
                        <a:pt x="69" y="152"/>
                        <a:pt x="69" y="209"/>
                        <a:pt x="70" y="266"/>
                      </a:cubicBezTo>
                      <a:cubicBezTo>
                        <a:pt x="70" y="286"/>
                        <a:pt x="76" y="294"/>
                        <a:pt x="95" y="301"/>
                      </a:cubicBezTo>
                      <a:cubicBezTo>
                        <a:pt x="97" y="301"/>
                        <a:pt x="100" y="301"/>
                        <a:pt x="102" y="303"/>
                      </a:cubicBezTo>
                      <a:cubicBezTo>
                        <a:pt x="105" y="306"/>
                        <a:pt x="107" y="309"/>
                        <a:pt x="110" y="312"/>
                      </a:cubicBezTo>
                      <a:cubicBezTo>
                        <a:pt x="106" y="314"/>
                        <a:pt x="103" y="318"/>
                        <a:pt x="99" y="318"/>
                      </a:cubicBezTo>
                      <a:cubicBezTo>
                        <a:pt x="84" y="319"/>
                        <a:pt x="68" y="318"/>
                        <a:pt x="53" y="318"/>
                      </a:cubicBezTo>
                      <a:cubicBezTo>
                        <a:pt x="39" y="318"/>
                        <a:pt x="26" y="319"/>
                        <a:pt x="12" y="318"/>
                      </a:cubicBezTo>
                      <a:cubicBezTo>
                        <a:pt x="8" y="318"/>
                        <a:pt x="4" y="314"/>
                        <a:pt x="0" y="312"/>
                      </a:cubicBezTo>
                      <a:cubicBezTo>
                        <a:pt x="3" y="308"/>
                        <a:pt x="5" y="303"/>
                        <a:pt x="9" y="302"/>
                      </a:cubicBezTo>
                      <a:cubicBezTo>
                        <a:pt x="39" y="295"/>
                        <a:pt x="41" y="271"/>
                        <a:pt x="41" y="247"/>
                      </a:cubicBezTo>
                      <a:cubicBezTo>
                        <a:pt x="41" y="183"/>
                        <a:pt x="41" y="118"/>
                        <a:pt x="40" y="54"/>
                      </a:cubicBezTo>
                      <a:cubicBezTo>
                        <a:pt x="40" y="31"/>
                        <a:pt x="34" y="24"/>
                        <a:pt x="11" y="19"/>
                      </a:cubicBezTo>
                      <a:cubicBezTo>
                        <a:pt x="7" y="18"/>
                        <a:pt x="4" y="13"/>
                        <a:pt x="0" y="9"/>
                      </a:cubicBezTo>
                      <a:cubicBezTo>
                        <a:pt x="4" y="7"/>
                        <a:pt x="8" y="2"/>
                        <a:pt x="12" y="2"/>
                      </a:cubicBezTo>
                      <a:cubicBezTo>
                        <a:pt x="42" y="1"/>
                        <a:pt x="72" y="1"/>
                        <a:pt x="102" y="1"/>
                      </a:cubicBezTo>
                      <a:cubicBezTo>
                        <a:pt x="117" y="2"/>
                        <a:pt x="119" y="15"/>
                        <a:pt x="124" y="26"/>
                      </a:cubicBezTo>
                      <a:cubicBezTo>
                        <a:pt x="137" y="60"/>
                        <a:pt x="150" y="95"/>
                        <a:pt x="163" y="129"/>
                      </a:cubicBezTo>
                      <a:cubicBezTo>
                        <a:pt x="172" y="151"/>
                        <a:pt x="180" y="173"/>
                        <a:pt x="188" y="195"/>
                      </a:cubicBezTo>
                      <a:cubicBezTo>
                        <a:pt x="189" y="199"/>
                        <a:pt x="192" y="202"/>
                        <a:pt x="196" y="2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3" name="Freeform 15"/>
                <p:cNvSpPr/>
                <p:nvPr/>
              </p:nvSpPr>
              <p:spPr bwMode="auto">
                <a:xfrm>
                  <a:off x="3665538" y="3394076"/>
                  <a:ext cx="1085850" cy="1001713"/>
                </a:xfrm>
                <a:custGeom>
                  <a:avLst/>
                  <a:gdLst>
                    <a:gd name="T0" fmla="*/ 0 w 344"/>
                    <a:gd name="T1" fmla="*/ 307 h 317"/>
                    <a:gd name="T2" fmla="*/ 17 w 344"/>
                    <a:gd name="T3" fmla="*/ 300 h 317"/>
                    <a:gd name="T4" fmla="*/ 39 w 344"/>
                    <a:gd name="T5" fmla="*/ 274 h 317"/>
                    <a:gd name="T6" fmla="*/ 39 w 344"/>
                    <a:gd name="T7" fmla="*/ 44 h 317"/>
                    <a:gd name="T8" fmla="*/ 14 w 344"/>
                    <a:gd name="T9" fmla="*/ 17 h 317"/>
                    <a:gd name="T10" fmla="*/ 2 w 344"/>
                    <a:gd name="T11" fmla="*/ 9 h 317"/>
                    <a:gd name="T12" fmla="*/ 16 w 344"/>
                    <a:gd name="T13" fmla="*/ 0 h 317"/>
                    <a:gd name="T14" fmla="*/ 131 w 344"/>
                    <a:gd name="T15" fmla="*/ 0 h 317"/>
                    <a:gd name="T16" fmla="*/ 144 w 344"/>
                    <a:gd name="T17" fmla="*/ 8 h 317"/>
                    <a:gd name="T18" fmla="*/ 132 w 344"/>
                    <a:gd name="T19" fmla="*/ 17 h 317"/>
                    <a:gd name="T20" fmla="*/ 106 w 344"/>
                    <a:gd name="T21" fmla="*/ 49 h 317"/>
                    <a:gd name="T22" fmla="*/ 106 w 344"/>
                    <a:gd name="T23" fmla="*/ 122 h 317"/>
                    <a:gd name="T24" fmla="*/ 125 w 344"/>
                    <a:gd name="T25" fmla="*/ 141 h 317"/>
                    <a:gd name="T26" fmla="*/ 225 w 344"/>
                    <a:gd name="T27" fmla="*/ 141 h 317"/>
                    <a:gd name="T28" fmla="*/ 239 w 344"/>
                    <a:gd name="T29" fmla="*/ 126 h 317"/>
                    <a:gd name="T30" fmla="*/ 239 w 344"/>
                    <a:gd name="T31" fmla="*/ 42 h 317"/>
                    <a:gd name="T32" fmla="*/ 217 w 344"/>
                    <a:gd name="T33" fmla="*/ 18 h 317"/>
                    <a:gd name="T34" fmla="*/ 205 w 344"/>
                    <a:gd name="T35" fmla="*/ 8 h 317"/>
                    <a:gd name="T36" fmla="*/ 219 w 344"/>
                    <a:gd name="T37" fmla="*/ 0 h 317"/>
                    <a:gd name="T38" fmla="*/ 328 w 344"/>
                    <a:gd name="T39" fmla="*/ 0 h 317"/>
                    <a:gd name="T40" fmla="*/ 344 w 344"/>
                    <a:gd name="T41" fmla="*/ 8 h 317"/>
                    <a:gd name="T42" fmla="*/ 330 w 344"/>
                    <a:gd name="T43" fmla="*/ 18 h 317"/>
                    <a:gd name="T44" fmla="*/ 304 w 344"/>
                    <a:gd name="T45" fmla="*/ 47 h 317"/>
                    <a:gd name="T46" fmla="*/ 304 w 344"/>
                    <a:gd name="T47" fmla="*/ 92 h 317"/>
                    <a:gd name="T48" fmla="*/ 304 w 344"/>
                    <a:gd name="T49" fmla="*/ 263 h 317"/>
                    <a:gd name="T50" fmla="*/ 332 w 344"/>
                    <a:gd name="T51" fmla="*/ 301 h 317"/>
                    <a:gd name="T52" fmla="*/ 344 w 344"/>
                    <a:gd name="T53" fmla="*/ 310 h 317"/>
                    <a:gd name="T54" fmla="*/ 329 w 344"/>
                    <a:gd name="T55" fmla="*/ 316 h 317"/>
                    <a:gd name="T56" fmla="*/ 218 w 344"/>
                    <a:gd name="T57" fmla="*/ 316 h 317"/>
                    <a:gd name="T58" fmla="*/ 204 w 344"/>
                    <a:gd name="T59" fmla="*/ 310 h 317"/>
                    <a:gd name="T60" fmla="*/ 216 w 344"/>
                    <a:gd name="T61" fmla="*/ 300 h 317"/>
                    <a:gd name="T62" fmla="*/ 238 w 344"/>
                    <a:gd name="T63" fmla="*/ 276 h 317"/>
                    <a:gd name="T64" fmla="*/ 239 w 344"/>
                    <a:gd name="T65" fmla="*/ 184 h 317"/>
                    <a:gd name="T66" fmla="*/ 227 w 344"/>
                    <a:gd name="T67" fmla="*/ 171 h 317"/>
                    <a:gd name="T68" fmla="*/ 122 w 344"/>
                    <a:gd name="T69" fmla="*/ 171 h 317"/>
                    <a:gd name="T70" fmla="*/ 106 w 344"/>
                    <a:gd name="T71" fmla="*/ 187 h 317"/>
                    <a:gd name="T72" fmla="*/ 107 w 344"/>
                    <a:gd name="T73" fmla="*/ 273 h 317"/>
                    <a:gd name="T74" fmla="*/ 131 w 344"/>
                    <a:gd name="T75" fmla="*/ 301 h 317"/>
                    <a:gd name="T76" fmla="*/ 145 w 344"/>
                    <a:gd name="T77" fmla="*/ 309 h 317"/>
                    <a:gd name="T78" fmla="*/ 130 w 344"/>
                    <a:gd name="T79" fmla="*/ 317 h 317"/>
                    <a:gd name="T80" fmla="*/ 16 w 344"/>
                    <a:gd name="T81" fmla="*/ 317 h 317"/>
                    <a:gd name="T82" fmla="*/ 1 w 344"/>
                    <a:gd name="T83" fmla="*/ 313 h 317"/>
                    <a:gd name="T84" fmla="*/ 0 w 344"/>
                    <a:gd name="T85" fmla="*/ 307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44" h="317">
                      <a:moveTo>
                        <a:pt x="0" y="307"/>
                      </a:moveTo>
                      <a:cubicBezTo>
                        <a:pt x="5" y="305"/>
                        <a:pt x="11" y="301"/>
                        <a:pt x="17" y="300"/>
                      </a:cubicBezTo>
                      <a:cubicBezTo>
                        <a:pt x="32" y="297"/>
                        <a:pt x="38" y="288"/>
                        <a:pt x="39" y="274"/>
                      </a:cubicBezTo>
                      <a:cubicBezTo>
                        <a:pt x="39" y="197"/>
                        <a:pt x="39" y="121"/>
                        <a:pt x="39" y="44"/>
                      </a:cubicBezTo>
                      <a:cubicBezTo>
                        <a:pt x="39" y="25"/>
                        <a:pt x="33" y="21"/>
                        <a:pt x="14" y="17"/>
                      </a:cubicBezTo>
                      <a:cubicBezTo>
                        <a:pt x="10" y="16"/>
                        <a:pt x="6" y="12"/>
                        <a:pt x="2" y="9"/>
                      </a:cubicBezTo>
                      <a:cubicBezTo>
                        <a:pt x="7" y="6"/>
                        <a:pt x="11" y="0"/>
                        <a:pt x="16" y="0"/>
                      </a:cubicBezTo>
                      <a:cubicBezTo>
                        <a:pt x="54" y="0"/>
                        <a:pt x="92" y="0"/>
                        <a:pt x="131" y="0"/>
                      </a:cubicBezTo>
                      <a:cubicBezTo>
                        <a:pt x="135" y="0"/>
                        <a:pt x="139" y="5"/>
                        <a:pt x="144" y="8"/>
                      </a:cubicBezTo>
                      <a:cubicBezTo>
                        <a:pt x="140" y="11"/>
                        <a:pt x="137" y="16"/>
                        <a:pt x="132" y="17"/>
                      </a:cubicBezTo>
                      <a:cubicBezTo>
                        <a:pt x="109" y="23"/>
                        <a:pt x="106" y="25"/>
                        <a:pt x="106" y="49"/>
                      </a:cubicBezTo>
                      <a:cubicBezTo>
                        <a:pt x="106" y="73"/>
                        <a:pt x="107" y="98"/>
                        <a:pt x="106" y="122"/>
                      </a:cubicBezTo>
                      <a:cubicBezTo>
                        <a:pt x="106" y="135"/>
                        <a:pt x="111" y="141"/>
                        <a:pt x="125" y="141"/>
                      </a:cubicBezTo>
                      <a:cubicBezTo>
                        <a:pt x="158" y="140"/>
                        <a:pt x="192" y="141"/>
                        <a:pt x="225" y="141"/>
                      </a:cubicBezTo>
                      <a:cubicBezTo>
                        <a:pt x="236" y="141"/>
                        <a:pt x="239" y="136"/>
                        <a:pt x="239" y="126"/>
                      </a:cubicBezTo>
                      <a:cubicBezTo>
                        <a:pt x="239" y="98"/>
                        <a:pt x="239" y="70"/>
                        <a:pt x="239" y="42"/>
                      </a:cubicBezTo>
                      <a:cubicBezTo>
                        <a:pt x="239" y="25"/>
                        <a:pt x="233" y="19"/>
                        <a:pt x="217" y="18"/>
                      </a:cubicBezTo>
                      <a:cubicBezTo>
                        <a:pt x="210" y="18"/>
                        <a:pt x="202" y="17"/>
                        <a:pt x="205" y="8"/>
                      </a:cubicBezTo>
                      <a:cubicBezTo>
                        <a:pt x="206" y="4"/>
                        <a:pt x="214" y="0"/>
                        <a:pt x="219" y="0"/>
                      </a:cubicBezTo>
                      <a:cubicBezTo>
                        <a:pt x="255" y="0"/>
                        <a:pt x="292" y="0"/>
                        <a:pt x="328" y="0"/>
                      </a:cubicBezTo>
                      <a:cubicBezTo>
                        <a:pt x="333" y="0"/>
                        <a:pt x="339" y="5"/>
                        <a:pt x="344" y="8"/>
                      </a:cubicBezTo>
                      <a:cubicBezTo>
                        <a:pt x="339" y="11"/>
                        <a:pt x="335" y="17"/>
                        <a:pt x="330" y="18"/>
                      </a:cubicBezTo>
                      <a:cubicBezTo>
                        <a:pt x="314" y="21"/>
                        <a:pt x="306" y="28"/>
                        <a:pt x="304" y="47"/>
                      </a:cubicBezTo>
                      <a:cubicBezTo>
                        <a:pt x="303" y="62"/>
                        <a:pt x="304" y="77"/>
                        <a:pt x="304" y="92"/>
                      </a:cubicBezTo>
                      <a:cubicBezTo>
                        <a:pt x="304" y="149"/>
                        <a:pt x="304" y="206"/>
                        <a:pt x="304" y="263"/>
                      </a:cubicBezTo>
                      <a:cubicBezTo>
                        <a:pt x="304" y="285"/>
                        <a:pt x="311" y="294"/>
                        <a:pt x="332" y="301"/>
                      </a:cubicBezTo>
                      <a:cubicBezTo>
                        <a:pt x="336" y="302"/>
                        <a:pt x="340" y="307"/>
                        <a:pt x="344" y="310"/>
                      </a:cubicBezTo>
                      <a:cubicBezTo>
                        <a:pt x="339" y="312"/>
                        <a:pt x="334" y="316"/>
                        <a:pt x="329" y="316"/>
                      </a:cubicBezTo>
                      <a:cubicBezTo>
                        <a:pt x="292" y="317"/>
                        <a:pt x="255" y="317"/>
                        <a:pt x="218" y="316"/>
                      </a:cubicBezTo>
                      <a:cubicBezTo>
                        <a:pt x="213" y="316"/>
                        <a:pt x="209" y="312"/>
                        <a:pt x="204" y="310"/>
                      </a:cubicBezTo>
                      <a:cubicBezTo>
                        <a:pt x="208" y="306"/>
                        <a:pt x="212" y="301"/>
                        <a:pt x="216" y="300"/>
                      </a:cubicBezTo>
                      <a:cubicBezTo>
                        <a:pt x="230" y="298"/>
                        <a:pt x="238" y="291"/>
                        <a:pt x="238" y="276"/>
                      </a:cubicBezTo>
                      <a:cubicBezTo>
                        <a:pt x="238" y="246"/>
                        <a:pt x="239" y="215"/>
                        <a:pt x="239" y="184"/>
                      </a:cubicBezTo>
                      <a:cubicBezTo>
                        <a:pt x="239" y="175"/>
                        <a:pt x="236" y="171"/>
                        <a:pt x="227" y="171"/>
                      </a:cubicBezTo>
                      <a:cubicBezTo>
                        <a:pt x="192" y="171"/>
                        <a:pt x="157" y="171"/>
                        <a:pt x="122" y="171"/>
                      </a:cubicBezTo>
                      <a:cubicBezTo>
                        <a:pt x="110" y="171"/>
                        <a:pt x="105" y="176"/>
                        <a:pt x="106" y="187"/>
                      </a:cubicBezTo>
                      <a:cubicBezTo>
                        <a:pt x="106" y="216"/>
                        <a:pt x="106" y="244"/>
                        <a:pt x="107" y="273"/>
                      </a:cubicBezTo>
                      <a:cubicBezTo>
                        <a:pt x="107" y="291"/>
                        <a:pt x="114" y="298"/>
                        <a:pt x="131" y="301"/>
                      </a:cubicBezTo>
                      <a:cubicBezTo>
                        <a:pt x="136" y="302"/>
                        <a:pt x="140" y="306"/>
                        <a:pt x="145" y="309"/>
                      </a:cubicBezTo>
                      <a:cubicBezTo>
                        <a:pt x="140" y="312"/>
                        <a:pt x="135" y="317"/>
                        <a:pt x="130" y="317"/>
                      </a:cubicBezTo>
                      <a:cubicBezTo>
                        <a:pt x="92" y="317"/>
                        <a:pt x="54" y="317"/>
                        <a:pt x="16" y="317"/>
                      </a:cubicBezTo>
                      <a:cubicBezTo>
                        <a:pt x="11" y="316"/>
                        <a:pt x="6" y="314"/>
                        <a:pt x="1" y="313"/>
                      </a:cubicBezTo>
                      <a:cubicBezTo>
                        <a:pt x="0" y="311"/>
                        <a:pt x="0" y="309"/>
                        <a:pt x="0" y="30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4" name="Freeform 17"/>
                <p:cNvSpPr>
                  <a:spLocks noEditPoints="1"/>
                </p:cNvSpPr>
                <p:nvPr/>
              </p:nvSpPr>
              <p:spPr bwMode="auto">
                <a:xfrm>
                  <a:off x="10104438" y="3390901"/>
                  <a:ext cx="1006475" cy="1004888"/>
                </a:xfrm>
                <a:custGeom>
                  <a:avLst/>
                  <a:gdLst>
                    <a:gd name="T0" fmla="*/ 97 w 319"/>
                    <a:gd name="T1" fmla="*/ 1 h 318"/>
                    <a:gd name="T2" fmla="*/ 175 w 319"/>
                    <a:gd name="T3" fmla="*/ 2 h 318"/>
                    <a:gd name="T4" fmla="*/ 247 w 319"/>
                    <a:gd name="T5" fmla="*/ 24 h 318"/>
                    <a:gd name="T6" fmla="*/ 275 w 319"/>
                    <a:gd name="T7" fmla="*/ 78 h 318"/>
                    <a:gd name="T8" fmla="*/ 253 w 319"/>
                    <a:gd name="T9" fmla="*/ 144 h 318"/>
                    <a:gd name="T10" fmla="*/ 222 w 319"/>
                    <a:gd name="T11" fmla="*/ 163 h 318"/>
                    <a:gd name="T12" fmla="*/ 213 w 319"/>
                    <a:gd name="T13" fmla="*/ 190 h 318"/>
                    <a:gd name="T14" fmla="*/ 294 w 319"/>
                    <a:gd name="T15" fmla="*/ 290 h 318"/>
                    <a:gd name="T16" fmla="*/ 312 w 319"/>
                    <a:gd name="T17" fmla="*/ 301 h 318"/>
                    <a:gd name="T18" fmla="*/ 319 w 319"/>
                    <a:gd name="T19" fmla="*/ 311 h 318"/>
                    <a:gd name="T20" fmla="*/ 309 w 319"/>
                    <a:gd name="T21" fmla="*/ 317 h 318"/>
                    <a:gd name="T22" fmla="*/ 243 w 319"/>
                    <a:gd name="T23" fmla="*/ 317 h 318"/>
                    <a:gd name="T24" fmla="*/ 225 w 319"/>
                    <a:gd name="T25" fmla="*/ 306 h 318"/>
                    <a:gd name="T26" fmla="*/ 131 w 319"/>
                    <a:gd name="T27" fmla="*/ 186 h 318"/>
                    <a:gd name="T28" fmla="*/ 116 w 319"/>
                    <a:gd name="T29" fmla="*/ 176 h 318"/>
                    <a:gd name="T30" fmla="*/ 109 w 319"/>
                    <a:gd name="T31" fmla="*/ 193 h 318"/>
                    <a:gd name="T32" fmla="*/ 109 w 319"/>
                    <a:gd name="T33" fmla="*/ 275 h 318"/>
                    <a:gd name="T34" fmla="*/ 135 w 319"/>
                    <a:gd name="T35" fmla="*/ 302 h 318"/>
                    <a:gd name="T36" fmla="*/ 150 w 319"/>
                    <a:gd name="T37" fmla="*/ 310 h 318"/>
                    <a:gd name="T38" fmla="*/ 135 w 319"/>
                    <a:gd name="T39" fmla="*/ 317 h 318"/>
                    <a:gd name="T40" fmla="*/ 15 w 319"/>
                    <a:gd name="T41" fmla="*/ 318 h 318"/>
                    <a:gd name="T42" fmla="*/ 0 w 319"/>
                    <a:gd name="T43" fmla="*/ 311 h 318"/>
                    <a:gd name="T44" fmla="*/ 14 w 319"/>
                    <a:gd name="T45" fmla="*/ 302 h 318"/>
                    <a:gd name="T46" fmla="*/ 43 w 319"/>
                    <a:gd name="T47" fmla="*/ 267 h 318"/>
                    <a:gd name="T48" fmla="*/ 44 w 319"/>
                    <a:gd name="T49" fmla="*/ 48 h 318"/>
                    <a:gd name="T50" fmla="*/ 17 w 319"/>
                    <a:gd name="T51" fmla="*/ 19 h 318"/>
                    <a:gd name="T52" fmla="*/ 10 w 319"/>
                    <a:gd name="T53" fmla="*/ 18 h 318"/>
                    <a:gd name="T54" fmla="*/ 1 w 319"/>
                    <a:gd name="T55" fmla="*/ 7 h 318"/>
                    <a:gd name="T56" fmla="*/ 12 w 319"/>
                    <a:gd name="T57" fmla="*/ 2 h 318"/>
                    <a:gd name="T58" fmla="*/ 97 w 319"/>
                    <a:gd name="T59" fmla="*/ 1 h 318"/>
                    <a:gd name="T60" fmla="*/ 109 w 319"/>
                    <a:gd name="T61" fmla="*/ 92 h 318"/>
                    <a:gd name="T62" fmla="*/ 109 w 319"/>
                    <a:gd name="T63" fmla="*/ 92 h 318"/>
                    <a:gd name="T64" fmla="*/ 109 w 319"/>
                    <a:gd name="T65" fmla="*/ 122 h 318"/>
                    <a:gd name="T66" fmla="*/ 147 w 319"/>
                    <a:gd name="T67" fmla="*/ 154 h 318"/>
                    <a:gd name="T68" fmla="*/ 209 w 319"/>
                    <a:gd name="T69" fmla="*/ 94 h 318"/>
                    <a:gd name="T70" fmla="*/ 125 w 319"/>
                    <a:gd name="T71" fmla="*/ 24 h 318"/>
                    <a:gd name="T72" fmla="*/ 109 w 319"/>
                    <a:gd name="T73" fmla="*/ 44 h 318"/>
                    <a:gd name="T74" fmla="*/ 109 w 319"/>
                    <a:gd name="T75" fmla="*/ 92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319" h="318">
                      <a:moveTo>
                        <a:pt x="97" y="1"/>
                      </a:moveTo>
                      <a:cubicBezTo>
                        <a:pt x="123" y="1"/>
                        <a:pt x="149" y="0"/>
                        <a:pt x="175" y="2"/>
                      </a:cubicBezTo>
                      <a:cubicBezTo>
                        <a:pt x="200" y="3"/>
                        <a:pt x="225" y="10"/>
                        <a:pt x="247" y="24"/>
                      </a:cubicBezTo>
                      <a:cubicBezTo>
                        <a:pt x="265" y="36"/>
                        <a:pt x="275" y="54"/>
                        <a:pt x="275" y="78"/>
                      </a:cubicBezTo>
                      <a:cubicBezTo>
                        <a:pt x="275" y="103"/>
                        <a:pt x="272" y="127"/>
                        <a:pt x="253" y="144"/>
                      </a:cubicBezTo>
                      <a:cubicBezTo>
                        <a:pt x="244" y="152"/>
                        <a:pt x="233" y="159"/>
                        <a:pt x="222" y="163"/>
                      </a:cubicBezTo>
                      <a:cubicBezTo>
                        <a:pt x="206" y="169"/>
                        <a:pt x="203" y="177"/>
                        <a:pt x="213" y="190"/>
                      </a:cubicBezTo>
                      <a:cubicBezTo>
                        <a:pt x="240" y="224"/>
                        <a:pt x="267" y="257"/>
                        <a:pt x="294" y="290"/>
                      </a:cubicBezTo>
                      <a:cubicBezTo>
                        <a:pt x="299" y="295"/>
                        <a:pt x="306" y="297"/>
                        <a:pt x="312" y="301"/>
                      </a:cubicBezTo>
                      <a:cubicBezTo>
                        <a:pt x="315" y="303"/>
                        <a:pt x="317" y="307"/>
                        <a:pt x="319" y="311"/>
                      </a:cubicBezTo>
                      <a:cubicBezTo>
                        <a:pt x="316" y="313"/>
                        <a:pt x="312" y="317"/>
                        <a:pt x="309" y="317"/>
                      </a:cubicBezTo>
                      <a:cubicBezTo>
                        <a:pt x="287" y="318"/>
                        <a:pt x="265" y="318"/>
                        <a:pt x="243" y="317"/>
                      </a:cubicBezTo>
                      <a:cubicBezTo>
                        <a:pt x="237" y="316"/>
                        <a:pt x="229" y="311"/>
                        <a:pt x="225" y="306"/>
                      </a:cubicBezTo>
                      <a:cubicBezTo>
                        <a:pt x="193" y="266"/>
                        <a:pt x="163" y="226"/>
                        <a:pt x="131" y="186"/>
                      </a:cubicBezTo>
                      <a:cubicBezTo>
                        <a:pt x="128" y="181"/>
                        <a:pt x="121" y="179"/>
                        <a:pt x="116" y="176"/>
                      </a:cubicBezTo>
                      <a:cubicBezTo>
                        <a:pt x="113" y="181"/>
                        <a:pt x="109" y="187"/>
                        <a:pt x="109" y="193"/>
                      </a:cubicBezTo>
                      <a:cubicBezTo>
                        <a:pt x="108" y="220"/>
                        <a:pt x="109" y="248"/>
                        <a:pt x="109" y="275"/>
                      </a:cubicBezTo>
                      <a:cubicBezTo>
                        <a:pt x="109" y="291"/>
                        <a:pt x="119" y="300"/>
                        <a:pt x="135" y="302"/>
                      </a:cubicBezTo>
                      <a:cubicBezTo>
                        <a:pt x="141" y="303"/>
                        <a:pt x="145" y="307"/>
                        <a:pt x="150" y="310"/>
                      </a:cubicBezTo>
                      <a:cubicBezTo>
                        <a:pt x="145" y="313"/>
                        <a:pt x="140" y="317"/>
                        <a:pt x="135" y="317"/>
                      </a:cubicBezTo>
                      <a:cubicBezTo>
                        <a:pt x="95" y="318"/>
                        <a:pt x="55" y="318"/>
                        <a:pt x="15" y="318"/>
                      </a:cubicBezTo>
                      <a:cubicBezTo>
                        <a:pt x="10" y="318"/>
                        <a:pt x="5" y="313"/>
                        <a:pt x="0" y="311"/>
                      </a:cubicBezTo>
                      <a:cubicBezTo>
                        <a:pt x="5" y="308"/>
                        <a:pt x="9" y="303"/>
                        <a:pt x="14" y="302"/>
                      </a:cubicBezTo>
                      <a:cubicBezTo>
                        <a:pt x="36" y="297"/>
                        <a:pt x="43" y="290"/>
                        <a:pt x="43" y="267"/>
                      </a:cubicBezTo>
                      <a:cubicBezTo>
                        <a:pt x="44" y="194"/>
                        <a:pt x="44" y="121"/>
                        <a:pt x="44" y="48"/>
                      </a:cubicBezTo>
                      <a:cubicBezTo>
                        <a:pt x="44" y="31"/>
                        <a:pt x="34" y="20"/>
                        <a:pt x="17" y="19"/>
                      </a:cubicBezTo>
                      <a:cubicBezTo>
                        <a:pt x="15" y="19"/>
                        <a:pt x="11" y="19"/>
                        <a:pt x="10" y="18"/>
                      </a:cubicBezTo>
                      <a:cubicBezTo>
                        <a:pt x="6" y="15"/>
                        <a:pt x="4" y="11"/>
                        <a:pt x="1" y="7"/>
                      </a:cubicBezTo>
                      <a:cubicBezTo>
                        <a:pt x="5" y="5"/>
                        <a:pt x="8" y="2"/>
                        <a:pt x="12" y="2"/>
                      </a:cubicBezTo>
                      <a:cubicBezTo>
                        <a:pt x="40" y="1"/>
                        <a:pt x="69" y="1"/>
                        <a:pt x="97" y="1"/>
                      </a:cubicBezTo>
                      <a:close/>
                      <a:moveTo>
                        <a:pt x="109" y="92"/>
                      </a:moveTo>
                      <a:cubicBezTo>
                        <a:pt x="109" y="92"/>
                        <a:pt x="109" y="92"/>
                        <a:pt x="109" y="92"/>
                      </a:cubicBezTo>
                      <a:cubicBezTo>
                        <a:pt x="109" y="102"/>
                        <a:pt x="109" y="112"/>
                        <a:pt x="109" y="122"/>
                      </a:cubicBezTo>
                      <a:cubicBezTo>
                        <a:pt x="109" y="159"/>
                        <a:pt x="104" y="158"/>
                        <a:pt x="147" y="154"/>
                      </a:cubicBezTo>
                      <a:cubicBezTo>
                        <a:pt x="178" y="151"/>
                        <a:pt x="207" y="121"/>
                        <a:pt x="209" y="94"/>
                      </a:cubicBezTo>
                      <a:cubicBezTo>
                        <a:pt x="211" y="43"/>
                        <a:pt x="168" y="19"/>
                        <a:pt x="125" y="24"/>
                      </a:cubicBezTo>
                      <a:cubicBezTo>
                        <a:pt x="115" y="25"/>
                        <a:pt x="109" y="32"/>
                        <a:pt x="109" y="44"/>
                      </a:cubicBezTo>
                      <a:cubicBezTo>
                        <a:pt x="109" y="60"/>
                        <a:pt x="109" y="76"/>
                        <a:pt x="109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5" name="Freeform 19"/>
                <p:cNvSpPr>
                  <a:spLocks noEditPoints="1"/>
                </p:cNvSpPr>
                <p:nvPr/>
              </p:nvSpPr>
              <p:spPr bwMode="auto">
                <a:xfrm>
                  <a:off x="9056688" y="3375026"/>
                  <a:ext cx="1019175" cy="1055688"/>
                </a:xfrm>
                <a:custGeom>
                  <a:avLst/>
                  <a:gdLst>
                    <a:gd name="T0" fmla="*/ 2 w 323"/>
                    <a:gd name="T1" fmla="*/ 170 h 334"/>
                    <a:gd name="T2" fmla="*/ 72 w 323"/>
                    <a:gd name="T3" fmla="*/ 22 h 334"/>
                    <a:gd name="T4" fmla="*/ 132 w 323"/>
                    <a:gd name="T5" fmla="*/ 2 h 334"/>
                    <a:gd name="T6" fmla="*/ 191 w 323"/>
                    <a:gd name="T7" fmla="*/ 2 h 334"/>
                    <a:gd name="T8" fmla="*/ 291 w 323"/>
                    <a:gd name="T9" fmla="*/ 67 h 334"/>
                    <a:gd name="T10" fmla="*/ 317 w 323"/>
                    <a:gd name="T11" fmla="*/ 189 h 334"/>
                    <a:gd name="T12" fmla="*/ 226 w 323"/>
                    <a:gd name="T13" fmla="*/ 318 h 334"/>
                    <a:gd name="T14" fmla="*/ 114 w 323"/>
                    <a:gd name="T15" fmla="*/ 324 h 334"/>
                    <a:gd name="T16" fmla="*/ 21 w 323"/>
                    <a:gd name="T17" fmla="*/ 252 h 334"/>
                    <a:gd name="T18" fmla="*/ 2 w 323"/>
                    <a:gd name="T19" fmla="*/ 170 h 334"/>
                    <a:gd name="T20" fmla="*/ 249 w 323"/>
                    <a:gd name="T21" fmla="*/ 165 h 334"/>
                    <a:gd name="T22" fmla="*/ 237 w 323"/>
                    <a:gd name="T23" fmla="*/ 90 h 334"/>
                    <a:gd name="T24" fmla="*/ 191 w 323"/>
                    <a:gd name="T25" fmla="*/ 29 h 334"/>
                    <a:gd name="T26" fmla="*/ 100 w 323"/>
                    <a:gd name="T27" fmla="*/ 52 h 334"/>
                    <a:gd name="T28" fmla="*/ 72 w 323"/>
                    <a:gd name="T29" fmla="*/ 142 h 334"/>
                    <a:gd name="T30" fmla="*/ 72 w 323"/>
                    <a:gd name="T31" fmla="*/ 189 h 334"/>
                    <a:gd name="T32" fmla="*/ 91 w 323"/>
                    <a:gd name="T33" fmla="*/ 266 h 334"/>
                    <a:gd name="T34" fmla="*/ 161 w 323"/>
                    <a:gd name="T35" fmla="*/ 307 h 334"/>
                    <a:gd name="T36" fmla="*/ 235 w 323"/>
                    <a:gd name="T37" fmla="*/ 246 h 334"/>
                    <a:gd name="T38" fmla="*/ 249 w 323"/>
                    <a:gd name="T39" fmla="*/ 165 h 3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23" h="334">
                      <a:moveTo>
                        <a:pt x="2" y="170"/>
                      </a:moveTo>
                      <a:cubicBezTo>
                        <a:pt x="0" y="104"/>
                        <a:pt x="23" y="56"/>
                        <a:pt x="72" y="22"/>
                      </a:cubicBezTo>
                      <a:cubicBezTo>
                        <a:pt x="90" y="9"/>
                        <a:pt x="110" y="2"/>
                        <a:pt x="132" y="2"/>
                      </a:cubicBezTo>
                      <a:cubicBezTo>
                        <a:pt x="152" y="2"/>
                        <a:pt x="172" y="0"/>
                        <a:pt x="191" y="2"/>
                      </a:cubicBezTo>
                      <a:cubicBezTo>
                        <a:pt x="236" y="6"/>
                        <a:pt x="268" y="31"/>
                        <a:pt x="291" y="67"/>
                      </a:cubicBezTo>
                      <a:cubicBezTo>
                        <a:pt x="316" y="105"/>
                        <a:pt x="323" y="147"/>
                        <a:pt x="317" y="189"/>
                      </a:cubicBezTo>
                      <a:cubicBezTo>
                        <a:pt x="309" y="246"/>
                        <a:pt x="283" y="295"/>
                        <a:pt x="226" y="318"/>
                      </a:cubicBezTo>
                      <a:cubicBezTo>
                        <a:pt x="190" y="332"/>
                        <a:pt x="152" y="334"/>
                        <a:pt x="114" y="324"/>
                      </a:cubicBezTo>
                      <a:cubicBezTo>
                        <a:pt x="71" y="313"/>
                        <a:pt x="42" y="288"/>
                        <a:pt x="21" y="252"/>
                      </a:cubicBezTo>
                      <a:cubicBezTo>
                        <a:pt x="6" y="224"/>
                        <a:pt x="0" y="195"/>
                        <a:pt x="2" y="170"/>
                      </a:cubicBezTo>
                      <a:close/>
                      <a:moveTo>
                        <a:pt x="249" y="165"/>
                      </a:moveTo>
                      <a:cubicBezTo>
                        <a:pt x="245" y="139"/>
                        <a:pt x="242" y="114"/>
                        <a:pt x="237" y="90"/>
                      </a:cubicBezTo>
                      <a:cubicBezTo>
                        <a:pt x="231" y="63"/>
                        <a:pt x="217" y="42"/>
                        <a:pt x="191" y="29"/>
                      </a:cubicBezTo>
                      <a:cubicBezTo>
                        <a:pt x="160" y="15"/>
                        <a:pt x="120" y="25"/>
                        <a:pt x="100" y="52"/>
                      </a:cubicBezTo>
                      <a:cubicBezTo>
                        <a:pt x="79" y="79"/>
                        <a:pt x="74" y="110"/>
                        <a:pt x="72" y="142"/>
                      </a:cubicBezTo>
                      <a:cubicBezTo>
                        <a:pt x="71" y="158"/>
                        <a:pt x="71" y="173"/>
                        <a:pt x="72" y="189"/>
                      </a:cubicBezTo>
                      <a:cubicBezTo>
                        <a:pt x="73" y="216"/>
                        <a:pt x="77" y="242"/>
                        <a:pt x="91" y="266"/>
                      </a:cubicBezTo>
                      <a:cubicBezTo>
                        <a:pt x="107" y="292"/>
                        <a:pt x="132" y="309"/>
                        <a:pt x="161" y="307"/>
                      </a:cubicBezTo>
                      <a:cubicBezTo>
                        <a:pt x="197" y="304"/>
                        <a:pt x="224" y="285"/>
                        <a:pt x="235" y="246"/>
                      </a:cubicBezTo>
                      <a:cubicBezTo>
                        <a:pt x="243" y="220"/>
                        <a:pt x="245" y="192"/>
                        <a:pt x="249" y="16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6" name="Freeform 20"/>
                <p:cNvSpPr/>
                <p:nvPr/>
              </p:nvSpPr>
              <p:spPr bwMode="auto">
                <a:xfrm>
                  <a:off x="5370513" y="3390901"/>
                  <a:ext cx="1085850" cy="1030288"/>
                </a:xfrm>
                <a:custGeom>
                  <a:avLst/>
                  <a:gdLst>
                    <a:gd name="T0" fmla="*/ 70 w 344"/>
                    <a:gd name="T1" fmla="*/ 183 h 326"/>
                    <a:gd name="T2" fmla="*/ 70 w 344"/>
                    <a:gd name="T3" fmla="*/ 255 h 326"/>
                    <a:gd name="T4" fmla="*/ 101 w 344"/>
                    <a:gd name="T5" fmla="*/ 301 h 326"/>
                    <a:gd name="T6" fmla="*/ 113 w 344"/>
                    <a:gd name="T7" fmla="*/ 313 h 326"/>
                    <a:gd name="T8" fmla="*/ 98 w 344"/>
                    <a:gd name="T9" fmla="*/ 317 h 326"/>
                    <a:gd name="T10" fmla="*/ 13 w 344"/>
                    <a:gd name="T11" fmla="*/ 317 h 326"/>
                    <a:gd name="T12" fmla="*/ 0 w 344"/>
                    <a:gd name="T13" fmla="*/ 311 h 326"/>
                    <a:gd name="T14" fmla="*/ 10 w 344"/>
                    <a:gd name="T15" fmla="*/ 302 h 326"/>
                    <a:gd name="T16" fmla="*/ 42 w 344"/>
                    <a:gd name="T17" fmla="*/ 258 h 326"/>
                    <a:gd name="T18" fmla="*/ 42 w 344"/>
                    <a:gd name="T19" fmla="*/ 68 h 326"/>
                    <a:gd name="T20" fmla="*/ 10 w 344"/>
                    <a:gd name="T21" fmla="*/ 19 h 326"/>
                    <a:gd name="T22" fmla="*/ 0 w 344"/>
                    <a:gd name="T23" fmla="*/ 7 h 326"/>
                    <a:gd name="T24" fmla="*/ 15 w 344"/>
                    <a:gd name="T25" fmla="*/ 1 h 326"/>
                    <a:gd name="T26" fmla="*/ 77 w 344"/>
                    <a:gd name="T27" fmla="*/ 2 h 326"/>
                    <a:gd name="T28" fmla="*/ 97 w 344"/>
                    <a:gd name="T29" fmla="*/ 12 h 326"/>
                    <a:gd name="T30" fmla="*/ 240 w 344"/>
                    <a:gd name="T31" fmla="*/ 174 h 326"/>
                    <a:gd name="T32" fmla="*/ 258 w 344"/>
                    <a:gd name="T33" fmla="*/ 199 h 326"/>
                    <a:gd name="T34" fmla="*/ 269 w 344"/>
                    <a:gd name="T35" fmla="*/ 205 h 326"/>
                    <a:gd name="T36" fmla="*/ 274 w 344"/>
                    <a:gd name="T37" fmla="*/ 194 h 326"/>
                    <a:gd name="T38" fmla="*/ 274 w 344"/>
                    <a:gd name="T39" fmla="*/ 68 h 326"/>
                    <a:gd name="T40" fmla="*/ 269 w 344"/>
                    <a:gd name="T41" fmla="*/ 39 h 326"/>
                    <a:gd name="T42" fmla="*/ 245 w 344"/>
                    <a:gd name="T43" fmla="*/ 19 h 326"/>
                    <a:gd name="T44" fmla="*/ 234 w 344"/>
                    <a:gd name="T45" fmla="*/ 9 h 326"/>
                    <a:gd name="T46" fmla="*/ 246 w 344"/>
                    <a:gd name="T47" fmla="*/ 1 h 326"/>
                    <a:gd name="T48" fmla="*/ 333 w 344"/>
                    <a:gd name="T49" fmla="*/ 2 h 326"/>
                    <a:gd name="T50" fmla="*/ 344 w 344"/>
                    <a:gd name="T51" fmla="*/ 9 h 326"/>
                    <a:gd name="T52" fmla="*/ 335 w 344"/>
                    <a:gd name="T53" fmla="*/ 18 h 326"/>
                    <a:gd name="T54" fmla="*/ 324 w 344"/>
                    <a:gd name="T55" fmla="*/ 21 h 326"/>
                    <a:gd name="T56" fmla="*/ 302 w 344"/>
                    <a:gd name="T57" fmla="*/ 49 h 326"/>
                    <a:gd name="T58" fmla="*/ 302 w 344"/>
                    <a:gd name="T59" fmla="*/ 300 h 326"/>
                    <a:gd name="T60" fmla="*/ 302 w 344"/>
                    <a:gd name="T61" fmla="*/ 312 h 326"/>
                    <a:gd name="T62" fmla="*/ 294 w 344"/>
                    <a:gd name="T63" fmla="*/ 324 h 326"/>
                    <a:gd name="T64" fmla="*/ 281 w 344"/>
                    <a:gd name="T65" fmla="*/ 320 h 326"/>
                    <a:gd name="T66" fmla="*/ 250 w 344"/>
                    <a:gd name="T67" fmla="*/ 287 h 326"/>
                    <a:gd name="T68" fmla="*/ 112 w 344"/>
                    <a:gd name="T69" fmla="*/ 129 h 326"/>
                    <a:gd name="T70" fmla="*/ 84 w 344"/>
                    <a:gd name="T71" fmla="*/ 95 h 326"/>
                    <a:gd name="T72" fmla="*/ 74 w 344"/>
                    <a:gd name="T73" fmla="*/ 89 h 326"/>
                    <a:gd name="T74" fmla="*/ 70 w 344"/>
                    <a:gd name="T75" fmla="*/ 100 h 326"/>
                    <a:gd name="T76" fmla="*/ 70 w 344"/>
                    <a:gd name="T77" fmla="*/ 183 h 326"/>
                    <a:gd name="T78" fmla="*/ 70 w 344"/>
                    <a:gd name="T79" fmla="*/ 183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44" h="326">
                      <a:moveTo>
                        <a:pt x="70" y="183"/>
                      </a:moveTo>
                      <a:cubicBezTo>
                        <a:pt x="70" y="207"/>
                        <a:pt x="70" y="231"/>
                        <a:pt x="70" y="255"/>
                      </a:cubicBezTo>
                      <a:cubicBezTo>
                        <a:pt x="70" y="282"/>
                        <a:pt x="77" y="291"/>
                        <a:pt x="101" y="301"/>
                      </a:cubicBezTo>
                      <a:cubicBezTo>
                        <a:pt x="106" y="303"/>
                        <a:pt x="109" y="309"/>
                        <a:pt x="113" y="313"/>
                      </a:cubicBezTo>
                      <a:cubicBezTo>
                        <a:pt x="108" y="314"/>
                        <a:pt x="103" y="317"/>
                        <a:pt x="98" y="317"/>
                      </a:cubicBezTo>
                      <a:cubicBezTo>
                        <a:pt x="70" y="318"/>
                        <a:pt x="41" y="318"/>
                        <a:pt x="13" y="317"/>
                      </a:cubicBezTo>
                      <a:cubicBezTo>
                        <a:pt x="8" y="317"/>
                        <a:pt x="4" y="313"/>
                        <a:pt x="0" y="311"/>
                      </a:cubicBezTo>
                      <a:cubicBezTo>
                        <a:pt x="3" y="308"/>
                        <a:pt x="6" y="303"/>
                        <a:pt x="10" y="302"/>
                      </a:cubicBezTo>
                      <a:cubicBezTo>
                        <a:pt x="36" y="293"/>
                        <a:pt x="42" y="286"/>
                        <a:pt x="42" y="258"/>
                      </a:cubicBezTo>
                      <a:cubicBezTo>
                        <a:pt x="42" y="195"/>
                        <a:pt x="40" y="131"/>
                        <a:pt x="42" y="68"/>
                      </a:cubicBezTo>
                      <a:cubicBezTo>
                        <a:pt x="42" y="43"/>
                        <a:pt x="31" y="29"/>
                        <a:pt x="10" y="19"/>
                      </a:cubicBezTo>
                      <a:cubicBezTo>
                        <a:pt x="6" y="17"/>
                        <a:pt x="4" y="11"/>
                        <a:pt x="0" y="7"/>
                      </a:cubicBezTo>
                      <a:cubicBezTo>
                        <a:pt x="5" y="5"/>
                        <a:pt x="10" y="1"/>
                        <a:pt x="15" y="1"/>
                      </a:cubicBezTo>
                      <a:cubicBezTo>
                        <a:pt x="35" y="1"/>
                        <a:pt x="57" y="1"/>
                        <a:pt x="77" y="2"/>
                      </a:cubicBezTo>
                      <a:cubicBezTo>
                        <a:pt x="84" y="2"/>
                        <a:pt x="93" y="7"/>
                        <a:pt x="97" y="12"/>
                      </a:cubicBezTo>
                      <a:cubicBezTo>
                        <a:pt x="145" y="65"/>
                        <a:pt x="192" y="120"/>
                        <a:pt x="240" y="174"/>
                      </a:cubicBezTo>
                      <a:cubicBezTo>
                        <a:pt x="246" y="182"/>
                        <a:pt x="252" y="191"/>
                        <a:pt x="258" y="199"/>
                      </a:cubicBezTo>
                      <a:cubicBezTo>
                        <a:pt x="261" y="202"/>
                        <a:pt x="266" y="203"/>
                        <a:pt x="269" y="205"/>
                      </a:cubicBezTo>
                      <a:cubicBezTo>
                        <a:pt x="271" y="201"/>
                        <a:pt x="274" y="197"/>
                        <a:pt x="274" y="194"/>
                      </a:cubicBezTo>
                      <a:cubicBezTo>
                        <a:pt x="275" y="152"/>
                        <a:pt x="275" y="110"/>
                        <a:pt x="274" y="68"/>
                      </a:cubicBezTo>
                      <a:cubicBezTo>
                        <a:pt x="274" y="58"/>
                        <a:pt x="273" y="46"/>
                        <a:pt x="269" y="39"/>
                      </a:cubicBezTo>
                      <a:cubicBezTo>
                        <a:pt x="263" y="30"/>
                        <a:pt x="253" y="26"/>
                        <a:pt x="245" y="19"/>
                      </a:cubicBezTo>
                      <a:cubicBezTo>
                        <a:pt x="241" y="16"/>
                        <a:pt x="238" y="12"/>
                        <a:pt x="234" y="9"/>
                      </a:cubicBezTo>
                      <a:cubicBezTo>
                        <a:pt x="238" y="6"/>
                        <a:pt x="242" y="1"/>
                        <a:pt x="246" y="1"/>
                      </a:cubicBezTo>
                      <a:cubicBezTo>
                        <a:pt x="275" y="0"/>
                        <a:pt x="304" y="1"/>
                        <a:pt x="333" y="2"/>
                      </a:cubicBezTo>
                      <a:cubicBezTo>
                        <a:pt x="336" y="2"/>
                        <a:pt x="340" y="6"/>
                        <a:pt x="344" y="9"/>
                      </a:cubicBezTo>
                      <a:cubicBezTo>
                        <a:pt x="341" y="12"/>
                        <a:pt x="339" y="16"/>
                        <a:pt x="335" y="18"/>
                      </a:cubicBezTo>
                      <a:cubicBezTo>
                        <a:pt x="332" y="20"/>
                        <a:pt x="328" y="19"/>
                        <a:pt x="324" y="21"/>
                      </a:cubicBezTo>
                      <a:cubicBezTo>
                        <a:pt x="310" y="25"/>
                        <a:pt x="302" y="34"/>
                        <a:pt x="302" y="49"/>
                      </a:cubicBezTo>
                      <a:cubicBezTo>
                        <a:pt x="302" y="133"/>
                        <a:pt x="302" y="216"/>
                        <a:pt x="302" y="300"/>
                      </a:cubicBezTo>
                      <a:cubicBezTo>
                        <a:pt x="302" y="304"/>
                        <a:pt x="303" y="308"/>
                        <a:pt x="302" y="312"/>
                      </a:cubicBezTo>
                      <a:cubicBezTo>
                        <a:pt x="300" y="316"/>
                        <a:pt x="298" y="322"/>
                        <a:pt x="294" y="324"/>
                      </a:cubicBezTo>
                      <a:cubicBezTo>
                        <a:pt x="291" y="326"/>
                        <a:pt x="284" y="323"/>
                        <a:pt x="281" y="320"/>
                      </a:cubicBezTo>
                      <a:cubicBezTo>
                        <a:pt x="270" y="310"/>
                        <a:pt x="260" y="298"/>
                        <a:pt x="250" y="287"/>
                      </a:cubicBezTo>
                      <a:cubicBezTo>
                        <a:pt x="204" y="234"/>
                        <a:pt x="158" y="182"/>
                        <a:pt x="112" y="129"/>
                      </a:cubicBezTo>
                      <a:cubicBezTo>
                        <a:pt x="103" y="118"/>
                        <a:pt x="94" y="106"/>
                        <a:pt x="84" y="95"/>
                      </a:cubicBezTo>
                      <a:cubicBezTo>
                        <a:pt x="82" y="93"/>
                        <a:pt x="77" y="91"/>
                        <a:pt x="74" y="89"/>
                      </a:cubicBezTo>
                      <a:cubicBezTo>
                        <a:pt x="73" y="93"/>
                        <a:pt x="71" y="97"/>
                        <a:pt x="70" y="100"/>
                      </a:cubicBezTo>
                      <a:cubicBezTo>
                        <a:pt x="70" y="128"/>
                        <a:pt x="70" y="155"/>
                        <a:pt x="70" y="183"/>
                      </a:cubicBezTo>
                      <a:cubicBezTo>
                        <a:pt x="70" y="183"/>
                        <a:pt x="70" y="183"/>
                        <a:pt x="70" y="18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7" name="Freeform 21"/>
                <p:cNvSpPr/>
                <p:nvPr/>
              </p:nvSpPr>
              <p:spPr bwMode="auto">
                <a:xfrm>
                  <a:off x="7923213" y="3390901"/>
                  <a:ext cx="1085850" cy="1039813"/>
                </a:xfrm>
                <a:custGeom>
                  <a:avLst/>
                  <a:gdLst>
                    <a:gd name="T0" fmla="*/ 271 w 344"/>
                    <a:gd name="T1" fmla="*/ 212 h 329"/>
                    <a:gd name="T2" fmla="*/ 275 w 344"/>
                    <a:gd name="T3" fmla="*/ 194 h 329"/>
                    <a:gd name="T4" fmla="*/ 274 w 344"/>
                    <a:gd name="T5" fmla="*/ 73 h 329"/>
                    <a:gd name="T6" fmla="*/ 267 w 344"/>
                    <a:gd name="T7" fmla="*/ 37 h 329"/>
                    <a:gd name="T8" fmla="*/ 243 w 344"/>
                    <a:gd name="T9" fmla="*/ 19 h 329"/>
                    <a:gd name="T10" fmla="*/ 232 w 344"/>
                    <a:gd name="T11" fmla="*/ 10 h 329"/>
                    <a:gd name="T12" fmla="*/ 244 w 344"/>
                    <a:gd name="T13" fmla="*/ 2 h 329"/>
                    <a:gd name="T14" fmla="*/ 331 w 344"/>
                    <a:gd name="T15" fmla="*/ 1 h 329"/>
                    <a:gd name="T16" fmla="*/ 344 w 344"/>
                    <a:gd name="T17" fmla="*/ 8 h 329"/>
                    <a:gd name="T18" fmla="*/ 333 w 344"/>
                    <a:gd name="T19" fmla="*/ 19 h 329"/>
                    <a:gd name="T20" fmla="*/ 303 w 344"/>
                    <a:gd name="T21" fmla="*/ 57 h 329"/>
                    <a:gd name="T22" fmla="*/ 303 w 344"/>
                    <a:gd name="T23" fmla="*/ 299 h 329"/>
                    <a:gd name="T24" fmla="*/ 296 w 344"/>
                    <a:gd name="T25" fmla="*/ 323 h 329"/>
                    <a:gd name="T26" fmla="*/ 271 w 344"/>
                    <a:gd name="T27" fmla="*/ 312 h 329"/>
                    <a:gd name="T28" fmla="*/ 165 w 344"/>
                    <a:gd name="T29" fmla="*/ 189 h 329"/>
                    <a:gd name="T30" fmla="*/ 86 w 344"/>
                    <a:gd name="T31" fmla="*/ 97 h 329"/>
                    <a:gd name="T32" fmla="*/ 73 w 344"/>
                    <a:gd name="T33" fmla="*/ 90 h 329"/>
                    <a:gd name="T34" fmla="*/ 70 w 344"/>
                    <a:gd name="T35" fmla="*/ 103 h 329"/>
                    <a:gd name="T36" fmla="*/ 70 w 344"/>
                    <a:gd name="T37" fmla="*/ 247 h 329"/>
                    <a:gd name="T38" fmla="*/ 101 w 344"/>
                    <a:gd name="T39" fmla="*/ 301 h 329"/>
                    <a:gd name="T40" fmla="*/ 110 w 344"/>
                    <a:gd name="T41" fmla="*/ 311 h 329"/>
                    <a:gd name="T42" fmla="*/ 98 w 344"/>
                    <a:gd name="T43" fmla="*/ 317 h 329"/>
                    <a:gd name="T44" fmla="*/ 13 w 344"/>
                    <a:gd name="T45" fmla="*/ 317 h 329"/>
                    <a:gd name="T46" fmla="*/ 0 w 344"/>
                    <a:gd name="T47" fmla="*/ 310 h 329"/>
                    <a:gd name="T48" fmla="*/ 10 w 344"/>
                    <a:gd name="T49" fmla="*/ 302 h 329"/>
                    <a:gd name="T50" fmla="*/ 42 w 344"/>
                    <a:gd name="T51" fmla="*/ 257 h 329"/>
                    <a:gd name="T52" fmla="*/ 43 w 344"/>
                    <a:gd name="T53" fmla="*/ 62 h 329"/>
                    <a:gd name="T54" fmla="*/ 11 w 344"/>
                    <a:gd name="T55" fmla="*/ 19 h 329"/>
                    <a:gd name="T56" fmla="*/ 0 w 344"/>
                    <a:gd name="T57" fmla="*/ 8 h 329"/>
                    <a:gd name="T58" fmla="*/ 15 w 344"/>
                    <a:gd name="T59" fmla="*/ 2 h 329"/>
                    <a:gd name="T60" fmla="*/ 71 w 344"/>
                    <a:gd name="T61" fmla="*/ 1 h 329"/>
                    <a:gd name="T62" fmla="*/ 95 w 344"/>
                    <a:gd name="T63" fmla="*/ 9 h 329"/>
                    <a:gd name="T64" fmla="*/ 220 w 344"/>
                    <a:gd name="T65" fmla="*/ 154 h 329"/>
                    <a:gd name="T66" fmla="*/ 271 w 344"/>
                    <a:gd name="T67" fmla="*/ 212 h 3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44" h="329">
                      <a:moveTo>
                        <a:pt x="271" y="212"/>
                      </a:moveTo>
                      <a:cubicBezTo>
                        <a:pt x="273" y="203"/>
                        <a:pt x="275" y="199"/>
                        <a:pt x="275" y="194"/>
                      </a:cubicBezTo>
                      <a:cubicBezTo>
                        <a:pt x="275" y="154"/>
                        <a:pt x="275" y="113"/>
                        <a:pt x="274" y="73"/>
                      </a:cubicBezTo>
                      <a:cubicBezTo>
                        <a:pt x="274" y="61"/>
                        <a:pt x="270" y="48"/>
                        <a:pt x="267" y="37"/>
                      </a:cubicBezTo>
                      <a:cubicBezTo>
                        <a:pt x="263" y="26"/>
                        <a:pt x="255" y="20"/>
                        <a:pt x="243" y="19"/>
                      </a:cubicBezTo>
                      <a:cubicBezTo>
                        <a:pt x="239" y="18"/>
                        <a:pt x="236" y="13"/>
                        <a:pt x="232" y="10"/>
                      </a:cubicBezTo>
                      <a:cubicBezTo>
                        <a:pt x="236" y="7"/>
                        <a:pt x="240" y="2"/>
                        <a:pt x="244" y="2"/>
                      </a:cubicBezTo>
                      <a:cubicBezTo>
                        <a:pt x="273" y="1"/>
                        <a:pt x="302" y="0"/>
                        <a:pt x="331" y="1"/>
                      </a:cubicBezTo>
                      <a:cubicBezTo>
                        <a:pt x="335" y="1"/>
                        <a:pt x="340" y="5"/>
                        <a:pt x="344" y="8"/>
                      </a:cubicBezTo>
                      <a:cubicBezTo>
                        <a:pt x="341" y="12"/>
                        <a:pt x="337" y="18"/>
                        <a:pt x="333" y="19"/>
                      </a:cubicBezTo>
                      <a:cubicBezTo>
                        <a:pt x="306" y="28"/>
                        <a:pt x="304" y="30"/>
                        <a:pt x="303" y="57"/>
                      </a:cubicBezTo>
                      <a:cubicBezTo>
                        <a:pt x="303" y="138"/>
                        <a:pt x="303" y="218"/>
                        <a:pt x="303" y="299"/>
                      </a:cubicBezTo>
                      <a:cubicBezTo>
                        <a:pt x="303" y="307"/>
                        <a:pt x="302" y="320"/>
                        <a:pt x="296" y="323"/>
                      </a:cubicBezTo>
                      <a:cubicBezTo>
                        <a:pt x="286" y="329"/>
                        <a:pt x="278" y="319"/>
                        <a:pt x="271" y="312"/>
                      </a:cubicBezTo>
                      <a:cubicBezTo>
                        <a:pt x="236" y="271"/>
                        <a:pt x="200" y="230"/>
                        <a:pt x="165" y="189"/>
                      </a:cubicBezTo>
                      <a:cubicBezTo>
                        <a:pt x="138" y="158"/>
                        <a:pt x="112" y="127"/>
                        <a:pt x="86" y="97"/>
                      </a:cubicBezTo>
                      <a:cubicBezTo>
                        <a:pt x="83" y="93"/>
                        <a:pt x="78" y="92"/>
                        <a:pt x="73" y="90"/>
                      </a:cubicBezTo>
                      <a:cubicBezTo>
                        <a:pt x="72" y="94"/>
                        <a:pt x="70" y="99"/>
                        <a:pt x="70" y="103"/>
                      </a:cubicBezTo>
                      <a:cubicBezTo>
                        <a:pt x="70" y="151"/>
                        <a:pt x="70" y="199"/>
                        <a:pt x="70" y="247"/>
                      </a:cubicBezTo>
                      <a:cubicBezTo>
                        <a:pt x="69" y="271"/>
                        <a:pt x="73" y="293"/>
                        <a:pt x="101" y="301"/>
                      </a:cubicBezTo>
                      <a:cubicBezTo>
                        <a:pt x="105" y="302"/>
                        <a:pt x="107" y="308"/>
                        <a:pt x="110" y="311"/>
                      </a:cubicBezTo>
                      <a:cubicBezTo>
                        <a:pt x="106" y="313"/>
                        <a:pt x="102" y="317"/>
                        <a:pt x="98" y="317"/>
                      </a:cubicBezTo>
                      <a:cubicBezTo>
                        <a:pt x="70" y="318"/>
                        <a:pt x="41" y="318"/>
                        <a:pt x="13" y="317"/>
                      </a:cubicBezTo>
                      <a:cubicBezTo>
                        <a:pt x="8" y="317"/>
                        <a:pt x="4" y="313"/>
                        <a:pt x="0" y="310"/>
                      </a:cubicBezTo>
                      <a:cubicBezTo>
                        <a:pt x="3" y="307"/>
                        <a:pt x="6" y="303"/>
                        <a:pt x="10" y="302"/>
                      </a:cubicBezTo>
                      <a:cubicBezTo>
                        <a:pt x="35" y="292"/>
                        <a:pt x="42" y="283"/>
                        <a:pt x="42" y="257"/>
                      </a:cubicBezTo>
                      <a:cubicBezTo>
                        <a:pt x="42" y="192"/>
                        <a:pt x="43" y="127"/>
                        <a:pt x="43" y="62"/>
                      </a:cubicBezTo>
                      <a:cubicBezTo>
                        <a:pt x="43" y="44"/>
                        <a:pt x="29" y="26"/>
                        <a:pt x="11" y="19"/>
                      </a:cubicBezTo>
                      <a:cubicBezTo>
                        <a:pt x="7" y="18"/>
                        <a:pt x="4" y="12"/>
                        <a:pt x="0" y="8"/>
                      </a:cubicBezTo>
                      <a:cubicBezTo>
                        <a:pt x="5" y="6"/>
                        <a:pt x="10" y="2"/>
                        <a:pt x="15" y="2"/>
                      </a:cubicBezTo>
                      <a:cubicBezTo>
                        <a:pt x="34" y="1"/>
                        <a:pt x="52" y="0"/>
                        <a:pt x="71" y="1"/>
                      </a:cubicBezTo>
                      <a:cubicBezTo>
                        <a:pt x="79" y="2"/>
                        <a:pt x="90" y="4"/>
                        <a:pt x="95" y="9"/>
                      </a:cubicBezTo>
                      <a:cubicBezTo>
                        <a:pt x="137" y="57"/>
                        <a:pt x="179" y="105"/>
                        <a:pt x="220" y="154"/>
                      </a:cubicBezTo>
                      <a:cubicBezTo>
                        <a:pt x="236" y="172"/>
                        <a:pt x="252" y="190"/>
                        <a:pt x="271" y="2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8" name="Freeform 23"/>
                <p:cNvSpPr/>
                <p:nvPr/>
              </p:nvSpPr>
              <p:spPr bwMode="auto">
                <a:xfrm>
                  <a:off x="-1550987" y="3390901"/>
                  <a:ext cx="911225" cy="1008063"/>
                </a:xfrm>
                <a:custGeom>
                  <a:avLst/>
                  <a:gdLst>
                    <a:gd name="T0" fmla="*/ 135 w 289"/>
                    <a:gd name="T1" fmla="*/ 318 h 319"/>
                    <a:gd name="T2" fmla="*/ 16 w 289"/>
                    <a:gd name="T3" fmla="*/ 318 h 319"/>
                    <a:gd name="T4" fmla="*/ 9 w 289"/>
                    <a:gd name="T5" fmla="*/ 317 h 319"/>
                    <a:gd name="T6" fmla="*/ 0 w 289"/>
                    <a:gd name="T7" fmla="*/ 311 h 319"/>
                    <a:gd name="T8" fmla="*/ 8 w 289"/>
                    <a:gd name="T9" fmla="*/ 302 h 319"/>
                    <a:gd name="T10" fmla="*/ 37 w 289"/>
                    <a:gd name="T11" fmla="*/ 263 h 319"/>
                    <a:gd name="T12" fmla="*/ 37 w 289"/>
                    <a:gd name="T13" fmla="*/ 69 h 319"/>
                    <a:gd name="T14" fmla="*/ 36 w 289"/>
                    <a:gd name="T15" fmla="*/ 42 h 319"/>
                    <a:gd name="T16" fmla="*/ 12 w 289"/>
                    <a:gd name="T17" fmla="*/ 18 h 319"/>
                    <a:gd name="T18" fmla="*/ 1 w 289"/>
                    <a:gd name="T19" fmla="*/ 10 h 319"/>
                    <a:gd name="T20" fmla="*/ 14 w 289"/>
                    <a:gd name="T21" fmla="*/ 2 h 319"/>
                    <a:gd name="T22" fmla="*/ 241 w 289"/>
                    <a:gd name="T23" fmla="*/ 0 h 319"/>
                    <a:gd name="T24" fmla="*/ 262 w 289"/>
                    <a:gd name="T25" fmla="*/ 20 h 319"/>
                    <a:gd name="T26" fmla="*/ 266 w 289"/>
                    <a:gd name="T27" fmla="*/ 58 h 319"/>
                    <a:gd name="T28" fmla="*/ 259 w 289"/>
                    <a:gd name="T29" fmla="*/ 73 h 319"/>
                    <a:gd name="T30" fmla="*/ 245 w 289"/>
                    <a:gd name="T31" fmla="*/ 64 h 319"/>
                    <a:gd name="T32" fmla="*/ 191 w 289"/>
                    <a:gd name="T33" fmla="*/ 29 h 319"/>
                    <a:gd name="T34" fmla="*/ 129 w 289"/>
                    <a:gd name="T35" fmla="*/ 25 h 319"/>
                    <a:gd name="T36" fmla="*/ 102 w 289"/>
                    <a:gd name="T37" fmla="*/ 53 h 319"/>
                    <a:gd name="T38" fmla="*/ 102 w 289"/>
                    <a:gd name="T39" fmla="*/ 119 h 319"/>
                    <a:gd name="T40" fmla="*/ 124 w 289"/>
                    <a:gd name="T41" fmla="*/ 139 h 319"/>
                    <a:gd name="T42" fmla="*/ 177 w 289"/>
                    <a:gd name="T43" fmla="*/ 138 h 319"/>
                    <a:gd name="T44" fmla="*/ 214 w 289"/>
                    <a:gd name="T45" fmla="*/ 112 h 319"/>
                    <a:gd name="T46" fmla="*/ 226 w 289"/>
                    <a:gd name="T47" fmla="*/ 99 h 319"/>
                    <a:gd name="T48" fmla="*/ 235 w 289"/>
                    <a:gd name="T49" fmla="*/ 117 h 319"/>
                    <a:gd name="T50" fmla="*/ 236 w 289"/>
                    <a:gd name="T51" fmla="*/ 195 h 319"/>
                    <a:gd name="T52" fmla="*/ 227 w 289"/>
                    <a:gd name="T53" fmla="*/ 212 h 319"/>
                    <a:gd name="T54" fmla="*/ 215 w 289"/>
                    <a:gd name="T55" fmla="*/ 199 h 319"/>
                    <a:gd name="T56" fmla="*/ 166 w 289"/>
                    <a:gd name="T57" fmla="*/ 165 h 319"/>
                    <a:gd name="T58" fmla="*/ 118 w 289"/>
                    <a:gd name="T59" fmla="*/ 164 h 319"/>
                    <a:gd name="T60" fmla="*/ 102 w 289"/>
                    <a:gd name="T61" fmla="*/ 179 h 319"/>
                    <a:gd name="T62" fmla="*/ 101 w 289"/>
                    <a:gd name="T63" fmla="*/ 271 h 319"/>
                    <a:gd name="T64" fmla="*/ 123 w 289"/>
                    <a:gd name="T65" fmla="*/ 294 h 319"/>
                    <a:gd name="T66" fmla="*/ 221 w 289"/>
                    <a:gd name="T67" fmla="*/ 288 h 319"/>
                    <a:gd name="T68" fmla="*/ 268 w 289"/>
                    <a:gd name="T69" fmla="*/ 246 h 319"/>
                    <a:gd name="T70" fmla="*/ 273 w 289"/>
                    <a:gd name="T71" fmla="*/ 238 h 319"/>
                    <a:gd name="T72" fmla="*/ 287 w 289"/>
                    <a:gd name="T73" fmla="*/ 231 h 319"/>
                    <a:gd name="T74" fmla="*/ 288 w 289"/>
                    <a:gd name="T75" fmla="*/ 245 h 319"/>
                    <a:gd name="T76" fmla="*/ 274 w 289"/>
                    <a:gd name="T77" fmla="*/ 306 h 319"/>
                    <a:gd name="T78" fmla="*/ 255 w 289"/>
                    <a:gd name="T79" fmla="*/ 317 h 319"/>
                    <a:gd name="T80" fmla="*/ 195 w 289"/>
                    <a:gd name="T81" fmla="*/ 317 h 319"/>
                    <a:gd name="T82" fmla="*/ 135 w 289"/>
                    <a:gd name="T83" fmla="*/ 317 h 319"/>
                    <a:gd name="T84" fmla="*/ 135 w 289"/>
                    <a:gd name="T85" fmla="*/ 318 h 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9" h="319">
                      <a:moveTo>
                        <a:pt x="135" y="318"/>
                      </a:moveTo>
                      <a:cubicBezTo>
                        <a:pt x="95" y="318"/>
                        <a:pt x="56" y="318"/>
                        <a:pt x="16" y="318"/>
                      </a:cubicBezTo>
                      <a:cubicBezTo>
                        <a:pt x="14" y="318"/>
                        <a:pt x="11" y="318"/>
                        <a:pt x="9" y="317"/>
                      </a:cubicBezTo>
                      <a:cubicBezTo>
                        <a:pt x="6" y="316"/>
                        <a:pt x="3" y="313"/>
                        <a:pt x="0" y="311"/>
                      </a:cubicBezTo>
                      <a:cubicBezTo>
                        <a:pt x="3" y="308"/>
                        <a:pt x="5" y="303"/>
                        <a:pt x="8" y="302"/>
                      </a:cubicBezTo>
                      <a:cubicBezTo>
                        <a:pt x="31" y="296"/>
                        <a:pt x="37" y="287"/>
                        <a:pt x="37" y="263"/>
                      </a:cubicBezTo>
                      <a:cubicBezTo>
                        <a:pt x="36" y="198"/>
                        <a:pt x="37" y="134"/>
                        <a:pt x="37" y="69"/>
                      </a:cubicBezTo>
                      <a:cubicBezTo>
                        <a:pt x="37" y="60"/>
                        <a:pt x="37" y="51"/>
                        <a:pt x="36" y="42"/>
                      </a:cubicBezTo>
                      <a:cubicBezTo>
                        <a:pt x="34" y="29"/>
                        <a:pt x="28" y="19"/>
                        <a:pt x="12" y="18"/>
                      </a:cubicBezTo>
                      <a:cubicBezTo>
                        <a:pt x="8" y="18"/>
                        <a:pt x="5" y="13"/>
                        <a:pt x="1" y="10"/>
                      </a:cubicBezTo>
                      <a:cubicBezTo>
                        <a:pt x="5" y="7"/>
                        <a:pt x="9" y="2"/>
                        <a:pt x="14" y="2"/>
                      </a:cubicBezTo>
                      <a:cubicBezTo>
                        <a:pt x="90" y="1"/>
                        <a:pt x="166" y="1"/>
                        <a:pt x="241" y="0"/>
                      </a:cubicBezTo>
                      <a:cubicBezTo>
                        <a:pt x="257" y="0"/>
                        <a:pt x="262" y="5"/>
                        <a:pt x="262" y="20"/>
                      </a:cubicBezTo>
                      <a:cubicBezTo>
                        <a:pt x="262" y="33"/>
                        <a:pt x="265" y="45"/>
                        <a:pt x="266" y="58"/>
                      </a:cubicBezTo>
                      <a:cubicBezTo>
                        <a:pt x="266" y="63"/>
                        <a:pt x="261" y="68"/>
                        <a:pt x="259" y="73"/>
                      </a:cubicBezTo>
                      <a:cubicBezTo>
                        <a:pt x="254" y="70"/>
                        <a:pt x="246" y="68"/>
                        <a:pt x="245" y="64"/>
                      </a:cubicBezTo>
                      <a:cubicBezTo>
                        <a:pt x="237" y="36"/>
                        <a:pt x="217" y="30"/>
                        <a:pt x="191" y="29"/>
                      </a:cubicBezTo>
                      <a:cubicBezTo>
                        <a:pt x="170" y="29"/>
                        <a:pt x="150" y="25"/>
                        <a:pt x="129" y="25"/>
                      </a:cubicBezTo>
                      <a:cubicBezTo>
                        <a:pt x="108" y="24"/>
                        <a:pt x="102" y="32"/>
                        <a:pt x="102" y="53"/>
                      </a:cubicBezTo>
                      <a:cubicBezTo>
                        <a:pt x="102" y="75"/>
                        <a:pt x="101" y="97"/>
                        <a:pt x="102" y="119"/>
                      </a:cubicBezTo>
                      <a:cubicBezTo>
                        <a:pt x="102" y="138"/>
                        <a:pt x="105" y="140"/>
                        <a:pt x="124" y="139"/>
                      </a:cubicBezTo>
                      <a:cubicBezTo>
                        <a:pt x="142" y="138"/>
                        <a:pt x="159" y="138"/>
                        <a:pt x="177" y="138"/>
                      </a:cubicBezTo>
                      <a:cubicBezTo>
                        <a:pt x="195" y="138"/>
                        <a:pt x="207" y="130"/>
                        <a:pt x="214" y="112"/>
                      </a:cubicBezTo>
                      <a:cubicBezTo>
                        <a:pt x="216" y="107"/>
                        <a:pt x="222" y="103"/>
                        <a:pt x="226" y="99"/>
                      </a:cubicBezTo>
                      <a:cubicBezTo>
                        <a:pt x="229" y="105"/>
                        <a:pt x="235" y="111"/>
                        <a:pt x="235" y="117"/>
                      </a:cubicBezTo>
                      <a:cubicBezTo>
                        <a:pt x="237" y="143"/>
                        <a:pt x="236" y="169"/>
                        <a:pt x="236" y="195"/>
                      </a:cubicBezTo>
                      <a:cubicBezTo>
                        <a:pt x="235" y="201"/>
                        <a:pt x="230" y="206"/>
                        <a:pt x="227" y="212"/>
                      </a:cubicBezTo>
                      <a:cubicBezTo>
                        <a:pt x="222" y="207"/>
                        <a:pt x="216" y="203"/>
                        <a:pt x="215" y="199"/>
                      </a:cubicBezTo>
                      <a:cubicBezTo>
                        <a:pt x="210" y="174"/>
                        <a:pt x="189" y="169"/>
                        <a:pt x="166" y="165"/>
                      </a:cubicBezTo>
                      <a:cubicBezTo>
                        <a:pt x="150" y="163"/>
                        <a:pt x="134" y="165"/>
                        <a:pt x="118" y="164"/>
                      </a:cubicBezTo>
                      <a:cubicBezTo>
                        <a:pt x="107" y="164"/>
                        <a:pt x="102" y="169"/>
                        <a:pt x="102" y="179"/>
                      </a:cubicBezTo>
                      <a:cubicBezTo>
                        <a:pt x="102" y="210"/>
                        <a:pt x="101" y="240"/>
                        <a:pt x="101" y="271"/>
                      </a:cubicBezTo>
                      <a:cubicBezTo>
                        <a:pt x="102" y="284"/>
                        <a:pt x="111" y="294"/>
                        <a:pt x="123" y="294"/>
                      </a:cubicBezTo>
                      <a:cubicBezTo>
                        <a:pt x="156" y="295"/>
                        <a:pt x="189" y="301"/>
                        <a:pt x="221" y="288"/>
                      </a:cubicBezTo>
                      <a:cubicBezTo>
                        <a:pt x="241" y="279"/>
                        <a:pt x="257" y="266"/>
                        <a:pt x="268" y="246"/>
                      </a:cubicBezTo>
                      <a:cubicBezTo>
                        <a:pt x="270" y="243"/>
                        <a:pt x="271" y="240"/>
                        <a:pt x="273" y="238"/>
                      </a:cubicBezTo>
                      <a:cubicBezTo>
                        <a:pt x="277" y="235"/>
                        <a:pt x="282" y="233"/>
                        <a:pt x="287" y="231"/>
                      </a:cubicBezTo>
                      <a:cubicBezTo>
                        <a:pt x="287" y="236"/>
                        <a:pt x="289" y="241"/>
                        <a:pt x="288" y="245"/>
                      </a:cubicBezTo>
                      <a:cubicBezTo>
                        <a:pt x="284" y="266"/>
                        <a:pt x="278" y="286"/>
                        <a:pt x="274" y="306"/>
                      </a:cubicBezTo>
                      <a:cubicBezTo>
                        <a:pt x="271" y="319"/>
                        <a:pt x="263" y="317"/>
                        <a:pt x="255" y="317"/>
                      </a:cubicBezTo>
                      <a:cubicBezTo>
                        <a:pt x="235" y="318"/>
                        <a:pt x="215" y="317"/>
                        <a:pt x="195" y="317"/>
                      </a:cubicBezTo>
                      <a:cubicBezTo>
                        <a:pt x="175" y="317"/>
                        <a:pt x="155" y="317"/>
                        <a:pt x="135" y="317"/>
                      </a:cubicBezTo>
                      <a:cubicBezTo>
                        <a:pt x="135" y="317"/>
                        <a:pt x="135" y="317"/>
                        <a:pt x="135" y="31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9" name="Freeform 27"/>
                <p:cNvSpPr/>
                <p:nvPr/>
              </p:nvSpPr>
              <p:spPr bwMode="auto">
                <a:xfrm>
                  <a:off x="484188" y="3368676"/>
                  <a:ext cx="779463" cy="1062038"/>
                </a:xfrm>
                <a:custGeom>
                  <a:avLst/>
                  <a:gdLst>
                    <a:gd name="T0" fmla="*/ 4 w 247"/>
                    <a:gd name="T1" fmla="*/ 276 h 336"/>
                    <a:gd name="T2" fmla="*/ 4 w 247"/>
                    <a:gd name="T3" fmla="*/ 236 h 336"/>
                    <a:gd name="T4" fmla="*/ 12 w 247"/>
                    <a:gd name="T5" fmla="*/ 225 h 336"/>
                    <a:gd name="T6" fmla="*/ 23 w 247"/>
                    <a:gd name="T7" fmla="*/ 233 h 336"/>
                    <a:gd name="T8" fmla="*/ 80 w 247"/>
                    <a:gd name="T9" fmla="*/ 298 h 336"/>
                    <a:gd name="T10" fmla="*/ 165 w 247"/>
                    <a:gd name="T11" fmla="*/ 275 h 336"/>
                    <a:gd name="T12" fmla="*/ 146 w 247"/>
                    <a:gd name="T13" fmla="*/ 217 h 336"/>
                    <a:gd name="T14" fmla="*/ 58 w 247"/>
                    <a:gd name="T15" fmla="*/ 160 h 336"/>
                    <a:gd name="T16" fmla="*/ 6 w 247"/>
                    <a:gd name="T17" fmla="*/ 95 h 336"/>
                    <a:gd name="T18" fmla="*/ 15 w 247"/>
                    <a:gd name="T19" fmla="*/ 48 h 336"/>
                    <a:gd name="T20" fmla="*/ 77 w 247"/>
                    <a:gd name="T21" fmla="*/ 4 h 336"/>
                    <a:gd name="T22" fmla="*/ 163 w 247"/>
                    <a:gd name="T23" fmla="*/ 13 h 336"/>
                    <a:gd name="T24" fmla="*/ 196 w 247"/>
                    <a:gd name="T25" fmla="*/ 5 h 336"/>
                    <a:gd name="T26" fmla="*/ 206 w 247"/>
                    <a:gd name="T27" fmla="*/ 0 h 336"/>
                    <a:gd name="T28" fmla="*/ 210 w 247"/>
                    <a:gd name="T29" fmla="*/ 10 h 336"/>
                    <a:gd name="T30" fmla="*/ 210 w 247"/>
                    <a:gd name="T31" fmla="*/ 63 h 336"/>
                    <a:gd name="T32" fmla="*/ 211 w 247"/>
                    <a:gd name="T33" fmla="*/ 90 h 336"/>
                    <a:gd name="T34" fmla="*/ 204 w 247"/>
                    <a:gd name="T35" fmla="*/ 103 h 336"/>
                    <a:gd name="T36" fmla="*/ 193 w 247"/>
                    <a:gd name="T37" fmla="*/ 93 h 336"/>
                    <a:gd name="T38" fmla="*/ 167 w 247"/>
                    <a:gd name="T39" fmla="*/ 50 h 336"/>
                    <a:gd name="T40" fmla="*/ 109 w 247"/>
                    <a:gd name="T41" fmla="*/ 25 h 336"/>
                    <a:gd name="T42" fmla="*/ 66 w 247"/>
                    <a:gd name="T43" fmla="*/ 59 h 336"/>
                    <a:gd name="T44" fmla="*/ 88 w 247"/>
                    <a:gd name="T45" fmla="*/ 102 h 336"/>
                    <a:gd name="T46" fmla="*/ 183 w 247"/>
                    <a:gd name="T47" fmla="*/ 161 h 336"/>
                    <a:gd name="T48" fmla="*/ 187 w 247"/>
                    <a:gd name="T49" fmla="*/ 317 h 336"/>
                    <a:gd name="T50" fmla="*/ 93 w 247"/>
                    <a:gd name="T51" fmla="*/ 329 h 336"/>
                    <a:gd name="T52" fmla="*/ 47 w 247"/>
                    <a:gd name="T53" fmla="*/ 315 h 336"/>
                    <a:gd name="T54" fmla="*/ 25 w 247"/>
                    <a:gd name="T55" fmla="*/ 322 h 336"/>
                    <a:gd name="T56" fmla="*/ 10 w 247"/>
                    <a:gd name="T57" fmla="*/ 329 h 336"/>
                    <a:gd name="T58" fmla="*/ 4 w 247"/>
                    <a:gd name="T59" fmla="*/ 312 h 336"/>
                    <a:gd name="T60" fmla="*/ 3 w 247"/>
                    <a:gd name="T61" fmla="*/ 276 h 336"/>
                    <a:gd name="T62" fmla="*/ 4 w 247"/>
                    <a:gd name="T63" fmla="*/ 276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47" h="336">
                      <a:moveTo>
                        <a:pt x="4" y="276"/>
                      </a:moveTo>
                      <a:cubicBezTo>
                        <a:pt x="4" y="263"/>
                        <a:pt x="4" y="249"/>
                        <a:pt x="4" y="236"/>
                      </a:cubicBezTo>
                      <a:cubicBezTo>
                        <a:pt x="5" y="232"/>
                        <a:pt x="9" y="228"/>
                        <a:pt x="12" y="225"/>
                      </a:cubicBezTo>
                      <a:cubicBezTo>
                        <a:pt x="16" y="227"/>
                        <a:pt x="21" y="229"/>
                        <a:pt x="23" y="233"/>
                      </a:cubicBezTo>
                      <a:cubicBezTo>
                        <a:pt x="34" y="262"/>
                        <a:pt x="53" y="284"/>
                        <a:pt x="80" y="298"/>
                      </a:cubicBezTo>
                      <a:cubicBezTo>
                        <a:pt x="112" y="315"/>
                        <a:pt x="146" y="315"/>
                        <a:pt x="165" y="275"/>
                      </a:cubicBezTo>
                      <a:cubicBezTo>
                        <a:pt x="174" y="256"/>
                        <a:pt x="166" y="231"/>
                        <a:pt x="146" y="217"/>
                      </a:cubicBezTo>
                      <a:cubicBezTo>
                        <a:pt x="117" y="197"/>
                        <a:pt x="87" y="179"/>
                        <a:pt x="58" y="160"/>
                      </a:cubicBezTo>
                      <a:cubicBezTo>
                        <a:pt x="34" y="144"/>
                        <a:pt x="15" y="123"/>
                        <a:pt x="6" y="95"/>
                      </a:cubicBezTo>
                      <a:cubicBezTo>
                        <a:pt x="0" y="77"/>
                        <a:pt x="8" y="61"/>
                        <a:pt x="15" y="48"/>
                      </a:cubicBezTo>
                      <a:cubicBezTo>
                        <a:pt x="28" y="24"/>
                        <a:pt x="48" y="7"/>
                        <a:pt x="77" y="4"/>
                      </a:cubicBezTo>
                      <a:cubicBezTo>
                        <a:pt x="107" y="0"/>
                        <a:pt x="135" y="2"/>
                        <a:pt x="163" y="13"/>
                      </a:cubicBezTo>
                      <a:cubicBezTo>
                        <a:pt x="176" y="18"/>
                        <a:pt x="188" y="18"/>
                        <a:pt x="196" y="5"/>
                      </a:cubicBezTo>
                      <a:cubicBezTo>
                        <a:pt x="198" y="2"/>
                        <a:pt x="203" y="1"/>
                        <a:pt x="206" y="0"/>
                      </a:cubicBezTo>
                      <a:cubicBezTo>
                        <a:pt x="208" y="3"/>
                        <a:pt x="210" y="7"/>
                        <a:pt x="210" y="10"/>
                      </a:cubicBezTo>
                      <a:cubicBezTo>
                        <a:pt x="211" y="28"/>
                        <a:pt x="210" y="45"/>
                        <a:pt x="210" y="63"/>
                      </a:cubicBezTo>
                      <a:cubicBezTo>
                        <a:pt x="210" y="72"/>
                        <a:pt x="212" y="81"/>
                        <a:pt x="211" y="90"/>
                      </a:cubicBezTo>
                      <a:cubicBezTo>
                        <a:pt x="211" y="94"/>
                        <a:pt x="207" y="98"/>
                        <a:pt x="204" y="103"/>
                      </a:cubicBezTo>
                      <a:cubicBezTo>
                        <a:pt x="201" y="100"/>
                        <a:pt x="196" y="97"/>
                        <a:pt x="193" y="93"/>
                      </a:cubicBezTo>
                      <a:cubicBezTo>
                        <a:pt x="184" y="79"/>
                        <a:pt x="177" y="63"/>
                        <a:pt x="167" y="50"/>
                      </a:cubicBezTo>
                      <a:cubicBezTo>
                        <a:pt x="152" y="33"/>
                        <a:pt x="133" y="24"/>
                        <a:pt x="109" y="25"/>
                      </a:cubicBezTo>
                      <a:cubicBezTo>
                        <a:pt x="87" y="26"/>
                        <a:pt x="72" y="38"/>
                        <a:pt x="66" y="59"/>
                      </a:cubicBezTo>
                      <a:cubicBezTo>
                        <a:pt x="62" y="75"/>
                        <a:pt x="70" y="91"/>
                        <a:pt x="88" y="102"/>
                      </a:cubicBezTo>
                      <a:cubicBezTo>
                        <a:pt x="120" y="122"/>
                        <a:pt x="153" y="139"/>
                        <a:pt x="183" y="161"/>
                      </a:cubicBezTo>
                      <a:cubicBezTo>
                        <a:pt x="240" y="203"/>
                        <a:pt x="247" y="274"/>
                        <a:pt x="187" y="317"/>
                      </a:cubicBezTo>
                      <a:cubicBezTo>
                        <a:pt x="159" y="336"/>
                        <a:pt x="125" y="336"/>
                        <a:pt x="93" y="329"/>
                      </a:cubicBezTo>
                      <a:cubicBezTo>
                        <a:pt x="77" y="326"/>
                        <a:pt x="63" y="318"/>
                        <a:pt x="47" y="315"/>
                      </a:cubicBezTo>
                      <a:cubicBezTo>
                        <a:pt x="41" y="314"/>
                        <a:pt x="32" y="319"/>
                        <a:pt x="25" y="322"/>
                      </a:cubicBezTo>
                      <a:cubicBezTo>
                        <a:pt x="20" y="324"/>
                        <a:pt x="15" y="327"/>
                        <a:pt x="10" y="329"/>
                      </a:cubicBezTo>
                      <a:cubicBezTo>
                        <a:pt x="8" y="324"/>
                        <a:pt x="4" y="318"/>
                        <a:pt x="4" y="312"/>
                      </a:cubicBezTo>
                      <a:cubicBezTo>
                        <a:pt x="3" y="300"/>
                        <a:pt x="3" y="288"/>
                        <a:pt x="3" y="276"/>
                      </a:cubicBezTo>
                      <a:cubicBezTo>
                        <a:pt x="4" y="276"/>
                        <a:pt x="4" y="276"/>
                        <a:pt x="4" y="2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0" name="Freeform 28"/>
                <p:cNvSpPr/>
                <p:nvPr/>
              </p:nvSpPr>
              <p:spPr bwMode="auto">
                <a:xfrm>
                  <a:off x="2608263" y="3362326"/>
                  <a:ext cx="968375" cy="1062038"/>
                </a:xfrm>
                <a:custGeom>
                  <a:avLst/>
                  <a:gdLst>
                    <a:gd name="T0" fmla="*/ 75 w 307"/>
                    <a:gd name="T1" fmla="*/ 170 h 336"/>
                    <a:gd name="T2" fmla="*/ 96 w 307"/>
                    <a:gd name="T3" fmla="*/ 258 h 336"/>
                    <a:gd name="T4" fmla="*/ 244 w 307"/>
                    <a:gd name="T5" fmla="*/ 288 h 336"/>
                    <a:gd name="T6" fmla="*/ 288 w 307"/>
                    <a:gd name="T7" fmla="*/ 249 h 336"/>
                    <a:gd name="T8" fmla="*/ 301 w 307"/>
                    <a:gd name="T9" fmla="*/ 243 h 336"/>
                    <a:gd name="T10" fmla="*/ 305 w 307"/>
                    <a:gd name="T11" fmla="*/ 259 h 336"/>
                    <a:gd name="T12" fmla="*/ 226 w 307"/>
                    <a:gd name="T13" fmla="*/ 326 h 336"/>
                    <a:gd name="T14" fmla="*/ 140 w 307"/>
                    <a:gd name="T15" fmla="*/ 333 h 336"/>
                    <a:gd name="T16" fmla="*/ 20 w 307"/>
                    <a:gd name="T17" fmla="*/ 250 h 336"/>
                    <a:gd name="T18" fmla="*/ 5 w 307"/>
                    <a:gd name="T19" fmla="*/ 137 h 336"/>
                    <a:gd name="T20" fmla="*/ 75 w 307"/>
                    <a:gd name="T21" fmla="*/ 30 h 336"/>
                    <a:gd name="T22" fmla="*/ 184 w 307"/>
                    <a:gd name="T23" fmla="*/ 6 h 336"/>
                    <a:gd name="T24" fmla="*/ 242 w 307"/>
                    <a:gd name="T25" fmla="*/ 17 h 336"/>
                    <a:gd name="T26" fmla="*/ 272 w 307"/>
                    <a:gd name="T27" fmla="*/ 8 h 336"/>
                    <a:gd name="T28" fmla="*/ 286 w 307"/>
                    <a:gd name="T29" fmla="*/ 2 h 336"/>
                    <a:gd name="T30" fmla="*/ 295 w 307"/>
                    <a:gd name="T31" fmla="*/ 15 h 336"/>
                    <a:gd name="T32" fmla="*/ 298 w 307"/>
                    <a:gd name="T33" fmla="*/ 99 h 336"/>
                    <a:gd name="T34" fmla="*/ 292 w 307"/>
                    <a:gd name="T35" fmla="*/ 111 h 336"/>
                    <a:gd name="T36" fmla="*/ 279 w 307"/>
                    <a:gd name="T37" fmla="*/ 102 h 336"/>
                    <a:gd name="T38" fmla="*/ 256 w 307"/>
                    <a:gd name="T39" fmla="*/ 64 h 336"/>
                    <a:gd name="T40" fmla="*/ 99 w 307"/>
                    <a:gd name="T41" fmla="*/ 73 h 336"/>
                    <a:gd name="T42" fmla="*/ 75 w 307"/>
                    <a:gd name="T43" fmla="*/ 170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07" h="336">
                      <a:moveTo>
                        <a:pt x="75" y="170"/>
                      </a:moveTo>
                      <a:cubicBezTo>
                        <a:pt x="73" y="201"/>
                        <a:pt x="78" y="231"/>
                        <a:pt x="96" y="258"/>
                      </a:cubicBezTo>
                      <a:cubicBezTo>
                        <a:pt x="129" y="308"/>
                        <a:pt x="196" y="320"/>
                        <a:pt x="244" y="288"/>
                      </a:cubicBezTo>
                      <a:cubicBezTo>
                        <a:pt x="260" y="277"/>
                        <a:pt x="273" y="261"/>
                        <a:pt x="288" y="249"/>
                      </a:cubicBezTo>
                      <a:cubicBezTo>
                        <a:pt x="291" y="246"/>
                        <a:pt x="297" y="245"/>
                        <a:pt x="301" y="243"/>
                      </a:cubicBezTo>
                      <a:cubicBezTo>
                        <a:pt x="302" y="249"/>
                        <a:pt x="307" y="256"/>
                        <a:pt x="305" y="259"/>
                      </a:cubicBezTo>
                      <a:cubicBezTo>
                        <a:pt x="286" y="290"/>
                        <a:pt x="261" y="314"/>
                        <a:pt x="226" y="326"/>
                      </a:cubicBezTo>
                      <a:cubicBezTo>
                        <a:pt x="198" y="335"/>
                        <a:pt x="168" y="336"/>
                        <a:pt x="140" y="333"/>
                      </a:cubicBezTo>
                      <a:cubicBezTo>
                        <a:pt x="87" y="326"/>
                        <a:pt x="45" y="301"/>
                        <a:pt x="20" y="250"/>
                      </a:cubicBezTo>
                      <a:cubicBezTo>
                        <a:pt x="2" y="214"/>
                        <a:pt x="0" y="175"/>
                        <a:pt x="5" y="137"/>
                      </a:cubicBezTo>
                      <a:cubicBezTo>
                        <a:pt x="12" y="92"/>
                        <a:pt x="37" y="56"/>
                        <a:pt x="75" y="30"/>
                      </a:cubicBezTo>
                      <a:cubicBezTo>
                        <a:pt x="109" y="6"/>
                        <a:pt x="145" y="1"/>
                        <a:pt x="184" y="6"/>
                      </a:cubicBezTo>
                      <a:cubicBezTo>
                        <a:pt x="204" y="8"/>
                        <a:pt x="223" y="13"/>
                        <a:pt x="242" y="17"/>
                      </a:cubicBezTo>
                      <a:cubicBezTo>
                        <a:pt x="254" y="19"/>
                        <a:pt x="264" y="18"/>
                        <a:pt x="272" y="8"/>
                      </a:cubicBezTo>
                      <a:cubicBezTo>
                        <a:pt x="275" y="4"/>
                        <a:pt x="283" y="0"/>
                        <a:pt x="286" y="2"/>
                      </a:cubicBezTo>
                      <a:cubicBezTo>
                        <a:pt x="291" y="3"/>
                        <a:pt x="295" y="11"/>
                        <a:pt x="295" y="15"/>
                      </a:cubicBezTo>
                      <a:cubicBezTo>
                        <a:pt x="297" y="43"/>
                        <a:pt x="298" y="71"/>
                        <a:pt x="298" y="99"/>
                      </a:cubicBezTo>
                      <a:cubicBezTo>
                        <a:pt x="298" y="103"/>
                        <a:pt x="294" y="107"/>
                        <a:pt x="292" y="111"/>
                      </a:cubicBezTo>
                      <a:cubicBezTo>
                        <a:pt x="287" y="108"/>
                        <a:pt x="282" y="106"/>
                        <a:pt x="279" y="102"/>
                      </a:cubicBezTo>
                      <a:cubicBezTo>
                        <a:pt x="271" y="90"/>
                        <a:pt x="265" y="76"/>
                        <a:pt x="256" y="64"/>
                      </a:cubicBezTo>
                      <a:cubicBezTo>
                        <a:pt x="217" y="11"/>
                        <a:pt x="132" y="17"/>
                        <a:pt x="99" y="73"/>
                      </a:cubicBezTo>
                      <a:cubicBezTo>
                        <a:pt x="82" y="103"/>
                        <a:pt x="72" y="134"/>
                        <a:pt x="75" y="1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1" name="Freeform 29"/>
                <p:cNvSpPr>
                  <a:spLocks noEditPoints="1"/>
                </p:cNvSpPr>
                <p:nvPr/>
              </p:nvSpPr>
              <p:spPr bwMode="auto">
                <a:xfrm>
                  <a:off x="6502400" y="3352801"/>
                  <a:ext cx="1014413" cy="1042988"/>
                </a:xfrm>
                <a:custGeom>
                  <a:avLst/>
                  <a:gdLst>
                    <a:gd name="T0" fmla="*/ 252 w 321"/>
                    <a:gd name="T1" fmla="*/ 330 h 330"/>
                    <a:gd name="T2" fmla="*/ 195 w 321"/>
                    <a:gd name="T3" fmla="*/ 330 h 330"/>
                    <a:gd name="T4" fmla="*/ 181 w 321"/>
                    <a:gd name="T5" fmla="*/ 322 h 330"/>
                    <a:gd name="T6" fmla="*/ 194 w 321"/>
                    <a:gd name="T7" fmla="*/ 314 h 330"/>
                    <a:gd name="T8" fmla="*/ 212 w 321"/>
                    <a:gd name="T9" fmla="*/ 282 h 330"/>
                    <a:gd name="T10" fmla="*/ 200 w 321"/>
                    <a:gd name="T11" fmla="*/ 250 h 330"/>
                    <a:gd name="T12" fmla="*/ 181 w 321"/>
                    <a:gd name="T13" fmla="*/ 239 h 330"/>
                    <a:gd name="T14" fmla="*/ 100 w 321"/>
                    <a:gd name="T15" fmla="*/ 238 h 330"/>
                    <a:gd name="T16" fmla="*/ 76 w 321"/>
                    <a:gd name="T17" fmla="*/ 266 h 330"/>
                    <a:gd name="T18" fmla="*/ 71 w 321"/>
                    <a:gd name="T19" fmla="*/ 284 h 330"/>
                    <a:gd name="T20" fmla="*/ 85 w 321"/>
                    <a:gd name="T21" fmla="*/ 313 h 330"/>
                    <a:gd name="T22" fmla="*/ 95 w 321"/>
                    <a:gd name="T23" fmla="*/ 315 h 330"/>
                    <a:gd name="T24" fmla="*/ 101 w 321"/>
                    <a:gd name="T25" fmla="*/ 322 h 330"/>
                    <a:gd name="T26" fmla="*/ 95 w 321"/>
                    <a:gd name="T27" fmla="*/ 328 h 330"/>
                    <a:gd name="T28" fmla="*/ 78 w 321"/>
                    <a:gd name="T29" fmla="*/ 329 h 330"/>
                    <a:gd name="T30" fmla="*/ 12 w 321"/>
                    <a:gd name="T31" fmla="*/ 330 h 330"/>
                    <a:gd name="T32" fmla="*/ 0 w 321"/>
                    <a:gd name="T33" fmla="*/ 326 h 330"/>
                    <a:gd name="T34" fmla="*/ 5 w 321"/>
                    <a:gd name="T35" fmla="*/ 315 h 330"/>
                    <a:gd name="T36" fmla="*/ 52 w 321"/>
                    <a:gd name="T37" fmla="*/ 244 h 330"/>
                    <a:gd name="T38" fmla="*/ 92 w 321"/>
                    <a:gd name="T39" fmla="*/ 148 h 330"/>
                    <a:gd name="T40" fmla="*/ 143 w 321"/>
                    <a:gd name="T41" fmla="*/ 22 h 330"/>
                    <a:gd name="T42" fmla="*/ 152 w 321"/>
                    <a:gd name="T43" fmla="*/ 8 h 330"/>
                    <a:gd name="T44" fmla="*/ 172 w 321"/>
                    <a:gd name="T45" fmla="*/ 11 h 330"/>
                    <a:gd name="T46" fmla="*/ 207 w 321"/>
                    <a:gd name="T47" fmla="*/ 100 h 330"/>
                    <a:gd name="T48" fmla="*/ 231 w 321"/>
                    <a:gd name="T49" fmla="*/ 157 h 330"/>
                    <a:gd name="T50" fmla="*/ 275 w 321"/>
                    <a:gd name="T51" fmla="*/ 264 h 330"/>
                    <a:gd name="T52" fmla="*/ 315 w 321"/>
                    <a:gd name="T53" fmla="*/ 316 h 330"/>
                    <a:gd name="T54" fmla="*/ 321 w 321"/>
                    <a:gd name="T55" fmla="*/ 324 h 330"/>
                    <a:gd name="T56" fmla="*/ 312 w 321"/>
                    <a:gd name="T57" fmla="*/ 329 h 330"/>
                    <a:gd name="T58" fmla="*/ 252 w 321"/>
                    <a:gd name="T59" fmla="*/ 329 h 330"/>
                    <a:gd name="T60" fmla="*/ 252 w 321"/>
                    <a:gd name="T61" fmla="*/ 330 h 330"/>
                    <a:gd name="T62" fmla="*/ 143 w 321"/>
                    <a:gd name="T63" fmla="*/ 216 h 330"/>
                    <a:gd name="T64" fmla="*/ 143 w 321"/>
                    <a:gd name="T65" fmla="*/ 217 h 330"/>
                    <a:gd name="T66" fmla="*/ 171 w 321"/>
                    <a:gd name="T67" fmla="*/ 217 h 330"/>
                    <a:gd name="T68" fmla="*/ 182 w 321"/>
                    <a:gd name="T69" fmla="*/ 202 h 330"/>
                    <a:gd name="T70" fmla="*/ 152 w 321"/>
                    <a:gd name="T71" fmla="*/ 117 h 330"/>
                    <a:gd name="T72" fmla="*/ 144 w 321"/>
                    <a:gd name="T73" fmla="*/ 110 h 330"/>
                    <a:gd name="T74" fmla="*/ 134 w 321"/>
                    <a:gd name="T75" fmla="*/ 116 h 330"/>
                    <a:gd name="T76" fmla="*/ 102 w 321"/>
                    <a:gd name="T77" fmla="*/ 203 h 330"/>
                    <a:gd name="T78" fmla="*/ 111 w 321"/>
                    <a:gd name="T79" fmla="*/ 216 h 330"/>
                    <a:gd name="T80" fmla="*/ 143 w 321"/>
                    <a:gd name="T81" fmla="*/ 216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321" h="330">
                      <a:moveTo>
                        <a:pt x="252" y="330"/>
                      </a:moveTo>
                      <a:cubicBezTo>
                        <a:pt x="233" y="330"/>
                        <a:pt x="214" y="330"/>
                        <a:pt x="195" y="330"/>
                      </a:cubicBezTo>
                      <a:cubicBezTo>
                        <a:pt x="191" y="329"/>
                        <a:pt x="186" y="325"/>
                        <a:pt x="181" y="322"/>
                      </a:cubicBezTo>
                      <a:cubicBezTo>
                        <a:pt x="186" y="319"/>
                        <a:pt x="190" y="315"/>
                        <a:pt x="194" y="314"/>
                      </a:cubicBezTo>
                      <a:cubicBezTo>
                        <a:pt x="215" y="310"/>
                        <a:pt x="220" y="300"/>
                        <a:pt x="212" y="282"/>
                      </a:cubicBezTo>
                      <a:cubicBezTo>
                        <a:pt x="208" y="272"/>
                        <a:pt x="206" y="260"/>
                        <a:pt x="200" y="250"/>
                      </a:cubicBezTo>
                      <a:cubicBezTo>
                        <a:pt x="197" y="245"/>
                        <a:pt x="188" y="240"/>
                        <a:pt x="181" y="239"/>
                      </a:cubicBezTo>
                      <a:cubicBezTo>
                        <a:pt x="154" y="238"/>
                        <a:pt x="127" y="239"/>
                        <a:pt x="100" y="238"/>
                      </a:cubicBezTo>
                      <a:cubicBezTo>
                        <a:pt x="82" y="238"/>
                        <a:pt x="81" y="254"/>
                        <a:pt x="76" y="266"/>
                      </a:cubicBezTo>
                      <a:cubicBezTo>
                        <a:pt x="73" y="272"/>
                        <a:pt x="73" y="279"/>
                        <a:pt x="71" y="284"/>
                      </a:cubicBezTo>
                      <a:cubicBezTo>
                        <a:pt x="64" y="299"/>
                        <a:pt x="69" y="310"/>
                        <a:pt x="85" y="313"/>
                      </a:cubicBezTo>
                      <a:cubicBezTo>
                        <a:pt x="88" y="314"/>
                        <a:pt x="92" y="313"/>
                        <a:pt x="95" y="315"/>
                      </a:cubicBezTo>
                      <a:cubicBezTo>
                        <a:pt x="98" y="316"/>
                        <a:pt x="100" y="320"/>
                        <a:pt x="101" y="322"/>
                      </a:cubicBezTo>
                      <a:cubicBezTo>
                        <a:pt x="101" y="324"/>
                        <a:pt x="98" y="328"/>
                        <a:pt x="95" y="328"/>
                      </a:cubicBezTo>
                      <a:cubicBezTo>
                        <a:pt x="90" y="329"/>
                        <a:pt x="84" y="329"/>
                        <a:pt x="78" y="329"/>
                      </a:cubicBezTo>
                      <a:cubicBezTo>
                        <a:pt x="56" y="330"/>
                        <a:pt x="34" y="330"/>
                        <a:pt x="12" y="330"/>
                      </a:cubicBezTo>
                      <a:cubicBezTo>
                        <a:pt x="8" y="330"/>
                        <a:pt x="4" y="327"/>
                        <a:pt x="0" y="326"/>
                      </a:cubicBezTo>
                      <a:cubicBezTo>
                        <a:pt x="1" y="322"/>
                        <a:pt x="2" y="316"/>
                        <a:pt x="5" y="315"/>
                      </a:cubicBezTo>
                      <a:cubicBezTo>
                        <a:pt x="38" y="303"/>
                        <a:pt x="41" y="270"/>
                        <a:pt x="52" y="244"/>
                      </a:cubicBezTo>
                      <a:cubicBezTo>
                        <a:pt x="66" y="213"/>
                        <a:pt x="79" y="180"/>
                        <a:pt x="92" y="148"/>
                      </a:cubicBezTo>
                      <a:cubicBezTo>
                        <a:pt x="109" y="106"/>
                        <a:pt x="126" y="64"/>
                        <a:pt x="143" y="22"/>
                      </a:cubicBezTo>
                      <a:cubicBezTo>
                        <a:pt x="146" y="17"/>
                        <a:pt x="148" y="12"/>
                        <a:pt x="152" y="8"/>
                      </a:cubicBezTo>
                      <a:cubicBezTo>
                        <a:pt x="159" y="0"/>
                        <a:pt x="168" y="1"/>
                        <a:pt x="172" y="11"/>
                      </a:cubicBezTo>
                      <a:cubicBezTo>
                        <a:pt x="184" y="41"/>
                        <a:pt x="195" y="71"/>
                        <a:pt x="207" y="100"/>
                      </a:cubicBezTo>
                      <a:cubicBezTo>
                        <a:pt x="215" y="119"/>
                        <a:pt x="223" y="138"/>
                        <a:pt x="231" y="157"/>
                      </a:cubicBezTo>
                      <a:cubicBezTo>
                        <a:pt x="246" y="193"/>
                        <a:pt x="259" y="229"/>
                        <a:pt x="275" y="264"/>
                      </a:cubicBezTo>
                      <a:cubicBezTo>
                        <a:pt x="284" y="285"/>
                        <a:pt x="289" y="309"/>
                        <a:pt x="315" y="316"/>
                      </a:cubicBezTo>
                      <a:cubicBezTo>
                        <a:pt x="318" y="317"/>
                        <a:pt x="319" y="321"/>
                        <a:pt x="321" y="324"/>
                      </a:cubicBezTo>
                      <a:cubicBezTo>
                        <a:pt x="318" y="326"/>
                        <a:pt x="315" y="329"/>
                        <a:pt x="312" y="329"/>
                      </a:cubicBezTo>
                      <a:cubicBezTo>
                        <a:pt x="292" y="330"/>
                        <a:pt x="272" y="329"/>
                        <a:pt x="252" y="329"/>
                      </a:cubicBezTo>
                      <a:cubicBezTo>
                        <a:pt x="252" y="330"/>
                        <a:pt x="252" y="330"/>
                        <a:pt x="252" y="330"/>
                      </a:cubicBezTo>
                      <a:close/>
                      <a:moveTo>
                        <a:pt x="143" y="216"/>
                      </a:moveTo>
                      <a:cubicBezTo>
                        <a:pt x="143" y="217"/>
                        <a:pt x="143" y="217"/>
                        <a:pt x="143" y="217"/>
                      </a:cubicBezTo>
                      <a:cubicBezTo>
                        <a:pt x="152" y="217"/>
                        <a:pt x="162" y="217"/>
                        <a:pt x="171" y="217"/>
                      </a:cubicBezTo>
                      <a:cubicBezTo>
                        <a:pt x="182" y="217"/>
                        <a:pt x="186" y="212"/>
                        <a:pt x="182" y="202"/>
                      </a:cubicBezTo>
                      <a:cubicBezTo>
                        <a:pt x="172" y="173"/>
                        <a:pt x="162" y="145"/>
                        <a:pt x="152" y="117"/>
                      </a:cubicBezTo>
                      <a:cubicBezTo>
                        <a:pt x="151" y="113"/>
                        <a:pt x="146" y="109"/>
                        <a:pt x="144" y="110"/>
                      </a:cubicBezTo>
                      <a:cubicBezTo>
                        <a:pt x="140" y="110"/>
                        <a:pt x="135" y="113"/>
                        <a:pt x="134" y="116"/>
                      </a:cubicBezTo>
                      <a:cubicBezTo>
                        <a:pt x="123" y="145"/>
                        <a:pt x="112" y="174"/>
                        <a:pt x="102" y="203"/>
                      </a:cubicBezTo>
                      <a:cubicBezTo>
                        <a:pt x="99" y="212"/>
                        <a:pt x="102" y="216"/>
                        <a:pt x="111" y="216"/>
                      </a:cubicBezTo>
                      <a:cubicBezTo>
                        <a:pt x="122" y="217"/>
                        <a:pt x="132" y="216"/>
                        <a:pt x="143" y="21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2" name="Freeform 30"/>
                <p:cNvSpPr>
                  <a:spLocks noEditPoints="1"/>
                </p:cNvSpPr>
                <p:nvPr/>
              </p:nvSpPr>
              <p:spPr bwMode="auto">
                <a:xfrm>
                  <a:off x="-592137" y="3362326"/>
                  <a:ext cx="1019175" cy="1033463"/>
                </a:xfrm>
                <a:custGeom>
                  <a:avLst/>
                  <a:gdLst>
                    <a:gd name="T0" fmla="*/ 186 w 323"/>
                    <a:gd name="T1" fmla="*/ 318 h 327"/>
                    <a:gd name="T2" fmla="*/ 204 w 323"/>
                    <a:gd name="T3" fmla="*/ 308 h 327"/>
                    <a:gd name="T4" fmla="*/ 216 w 323"/>
                    <a:gd name="T5" fmla="*/ 289 h 327"/>
                    <a:gd name="T6" fmla="*/ 200 w 323"/>
                    <a:gd name="T7" fmla="*/ 243 h 327"/>
                    <a:gd name="T8" fmla="*/ 186 w 323"/>
                    <a:gd name="T9" fmla="*/ 236 h 327"/>
                    <a:gd name="T10" fmla="*/ 102 w 323"/>
                    <a:gd name="T11" fmla="*/ 236 h 327"/>
                    <a:gd name="T12" fmla="*/ 80 w 323"/>
                    <a:gd name="T13" fmla="*/ 255 h 327"/>
                    <a:gd name="T14" fmla="*/ 71 w 323"/>
                    <a:gd name="T15" fmla="*/ 283 h 327"/>
                    <a:gd name="T16" fmla="*/ 88 w 323"/>
                    <a:gd name="T17" fmla="*/ 311 h 327"/>
                    <a:gd name="T18" fmla="*/ 101 w 323"/>
                    <a:gd name="T19" fmla="*/ 320 h 327"/>
                    <a:gd name="T20" fmla="*/ 87 w 323"/>
                    <a:gd name="T21" fmla="*/ 327 h 327"/>
                    <a:gd name="T22" fmla="*/ 13 w 323"/>
                    <a:gd name="T23" fmla="*/ 326 h 327"/>
                    <a:gd name="T24" fmla="*/ 0 w 323"/>
                    <a:gd name="T25" fmla="*/ 321 h 327"/>
                    <a:gd name="T26" fmla="*/ 8 w 323"/>
                    <a:gd name="T27" fmla="*/ 310 h 327"/>
                    <a:gd name="T28" fmla="*/ 47 w 323"/>
                    <a:gd name="T29" fmla="*/ 260 h 327"/>
                    <a:gd name="T30" fmla="*/ 100 w 323"/>
                    <a:gd name="T31" fmla="*/ 132 h 327"/>
                    <a:gd name="T32" fmla="*/ 148 w 323"/>
                    <a:gd name="T33" fmla="*/ 15 h 327"/>
                    <a:gd name="T34" fmla="*/ 161 w 323"/>
                    <a:gd name="T35" fmla="*/ 0 h 327"/>
                    <a:gd name="T36" fmla="*/ 177 w 323"/>
                    <a:gd name="T37" fmla="*/ 16 h 327"/>
                    <a:gd name="T38" fmla="*/ 230 w 323"/>
                    <a:gd name="T39" fmla="*/ 146 h 327"/>
                    <a:gd name="T40" fmla="*/ 277 w 323"/>
                    <a:gd name="T41" fmla="*/ 265 h 327"/>
                    <a:gd name="T42" fmla="*/ 315 w 323"/>
                    <a:gd name="T43" fmla="*/ 312 h 327"/>
                    <a:gd name="T44" fmla="*/ 323 w 323"/>
                    <a:gd name="T45" fmla="*/ 321 h 327"/>
                    <a:gd name="T46" fmla="*/ 312 w 323"/>
                    <a:gd name="T47" fmla="*/ 327 h 327"/>
                    <a:gd name="T48" fmla="*/ 200 w 323"/>
                    <a:gd name="T49" fmla="*/ 327 h 327"/>
                    <a:gd name="T50" fmla="*/ 188 w 323"/>
                    <a:gd name="T51" fmla="*/ 323 h 327"/>
                    <a:gd name="T52" fmla="*/ 186 w 323"/>
                    <a:gd name="T53" fmla="*/ 318 h 327"/>
                    <a:gd name="T54" fmla="*/ 142 w 323"/>
                    <a:gd name="T55" fmla="*/ 214 h 327"/>
                    <a:gd name="T56" fmla="*/ 142 w 323"/>
                    <a:gd name="T57" fmla="*/ 214 h 327"/>
                    <a:gd name="T58" fmla="*/ 169 w 323"/>
                    <a:gd name="T59" fmla="*/ 214 h 327"/>
                    <a:gd name="T60" fmla="*/ 183 w 323"/>
                    <a:gd name="T61" fmla="*/ 197 h 327"/>
                    <a:gd name="T62" fmla="*/ 166 w 323"/>
                    <a:gd name="T63" fmla="*/ 150 h 327"/>
                    <a:gd name="T64" fmla="*/ 150 w 323"/>
                    <a:gd name="T65" fmla="*/ 112 h 327"/>
                    <a:gd name="T66" fmla="*/ 141 w 323"/>
                    <a:gd name="T67" fmla="*/ 106 h 327"/>
                    <a:gd name="T68" fmla="*/ 134 w 323"/>
                    <a:gd name="T69" fmla="*/ 115 h 327"/>
                    <a:gd name="T70" fmla="*/ 125 w 323"/>
                    <a:gd name="T71" fmla="*/ 143 h 327"/>
                    <a:gd name="T72" fmla="*/ 104 w 323"/>
                    <a:gd name="T73" fmla="*/ 196 h 327"/>
                    <a:gd name="T74" fmla="*/ 117 w 323"/>
                    <a:gd name="T75" fmla="*/ 214 h 327"/>
                    <a:gd name="T76" fmla="*/ 142 w 323"/>
                    <a:gd name="T77" fmla="*/ 214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323" h="327">
                      <a:moveTo>
                        <a:pt x="186" y="318"/>
                      </a:moveTo>
                      <a:cubicBezTo>
                        <a:pt x="192" y="314"/>
                        <a:pt x="198" y="311"/>
                        <a:pt x="204" y="308"/>
                      </a:cubicBezTo>
                      <a:cubicBezTo>
                        <a:pt x="213" y="305"/>
                        <a:pt x="218" y="298"/>
                        <a:pt x="216" y="289"/>
                      </a:cubicBezTo>
                      <a:cubicBezTo>
                        <a:pt x="212" y="273"/>
                        <a:pt x="206" y="258"/>
                        <a:pt x="200" y="243"/>
                      </a:cubicBezTo>
                      <a:cubicBezTo>
                        <a:pt x="198" y="239"/>
                        <a:pt x="191" y="236"/>
                        <a:pt x="186" y="236"/>
                      </a:cubicBezTo>
                      <a:cubicBezTo>
                        <a:pt x="158" y="236"/>
                        <a:pt x="130" y="236"/>
                        <a:pt x="102" y="236"/>
                      </a:cubicBezTo>
                      <a:cubicBezTo>
                        <a:pt x="88" y="236"/>
                        <a:pt x="83" y="244"/>
                        <a:pt x="80" y="255"/>
                      </a:cubicBezTo>
                      <a:cubicBezTo>
                        <a:pt x="77" y="264"/>
                        <a:pt x="74" y="273"/>
                        <a:pt x="71" y="283"/>
                      </a:cubicBezTo>
                      <a:cubicBezTo>
                        <a:pt x="67" y="298"/>
                        <a:pt x="73" y="307"/>
                        <a:pt x="88" y="311"/>
                      </a:cubicBezTo>
                      <a:cubicBezTo>
                        <a:pt x="93" y="312"/>
                        <a:pt x="97" y="317"/>
                        <a:pt x="101" y="320"/>
                      </a:cubicBezTo>
                      <a:cubicBezTo>
                        <a:pt x="96" y="323"/>
                        <a:pt x="92" y="327"/>
                        <a:pt x="87" y="327"/>
                      </a:cubicBezTo>
                      <a:cubicBezTo>
                        <a:pt x="62" y="327"/>
                        <a:pt x="38" y="327"/>
                        <a:pt x="13" y="326"/>
                      </a:cubicBezTo>
                      <a:cubicBezTo>
                        <a:pt x="8" y="326"/>
                        <a:pt x="4" y="323"/>
                        <a:pt x="0" y="321"/>
                      </a:cubicBezTo>
                      <a:cubicBezTo>
                        <a:pt x="3" y="317"/>
                        <a:pt x="5" y="311"/>
                        <a:pt x="8" y="310"/>
                      </a:cubicBezTo>
                      <a:cubicBezTo>
                        <a:pt x="33" y="303"/>
                        <a:pt x="38" y="280"/>
                        <a:pt x="47" y="260"/>
                      </a:cubicBezTo>
                      <a:cubicBezTo>
                        <a:pt x="65" y="218"/>
                        <a:pt x="82" y="175"/>
                        <a:pt x="100" y="132"/>
                      </a:cubicBezTo>
                      <a:cubicBezTo>
                        <a:pt x="116" y="93"/>
                        <a:pt x="131" y="54"/>
                        <a:pt x="148" y="15"/>
                      </a:cubicBezTo>
                      <a:cubicBezTo>
                        <a:pt x="150" y="9"/>
                        <a:pt x="156" y="5"/>
                        <a:pt x="161" y="0"/>
                      </a:cubicBezTo>
                      <a:cubicBezTo>
                        <a:pt x="166" y="6"/>
                        <a:pt x="174" y="10"/>
                        <a:pt x="177" y="16"/>
                      </a:cubicBezTo>
                      <a:cubicBezTo>
                        <a:pt x="195" y="59"/>
                        <a:pt x="213" y="102"/>
                        <a:pt x="230" y="146"/>
                      </a:cubicBezTo>
                      <a:cubicBezTo>
                        <a:pt x="246" y="186"/>
                        <a:pt x="260" y="226"/>
                        <a:pt x="277" y="265"/>
                      </a:cubicBezTo>
                      <a:cubicBezTo>
                        <a:pt x="285" y="284"/>
                        <a:pt x="290" y="306"/>
                        <a:pt x="315" y="312"/>
                      </a:cubicBezTo>
                      <a:cubicBezTo>
                        <a:pt x="318" y="312"/>
                        <a:pt x="320" y="318"/>
                        <a:pt x="323" y="321"/>
                      </a:cubicBezTo>
                      <a:cubicBezTo>
                        <a:pt x="319" y="323"/>
                        <a:pt x="316" y="327"/>
                        <a:pt x="312" y="327"/>
                      </a:cubicBezTo>
                      <a:cubicBezTo>
                        <a:pt x="275" y="327"/>
                        <a:pt x="237" y="327"/>
                        <a:pt x="200" y="327"/>
                      </a:cubicBezTo>
                      <a:cubicBezTo>
                        <a:pt x="196" y="327"/>
                        <a:pt x="192" y="324"/>
                        <a:pt x="188" y="323"/>
                      </a:cubicBezTo>
                      <a:cubicBezTo>
                        <a:pt x="187" y="321"/>
                        <a:pt x="187" y="319"/>
                        <a:pt x="186" y="318"/>
                      </a:cubicBezTo>
                      <a:close/>
                      <a:moveTo>
                        <a:pt x="142" y="214"/>
                      </a:moveTo>
                      <a:cubicBezTo>
                        <a:pt x="142" y="214"/>
                        <a:pt x="142" y="214"/>
                        <a:pt x="142" y="214"/>
                      </a:cubicBezTo>
                      <a:cubicBezTo>
                        <a:pt x="151" y="214"/>
                        <a:pt x="160" y="214"/>
                        <a:pt x="169" y="214"/>
                      </a:cubicBezTo>
                      <a:cubicBezTo>
                        <a:pt x="185" y="214"/>
                        <a:pt x="188" y="211"/>
                        <a:pt x="183" y="197"/>
                      </a:cubicBezTo>
                      <a:cubicBezTo>
                        <a:pt x="177" y="181"/>
                        <a:pt x="171" y="166"/>
                        <a:pt x="166" y="150"/>
                      </a:cubicBezTo>
                      <a:cubicBezTo>
                        <a:pt x="161" y="137"/>
                        <a:pt x="155" y="125"/>
                        <a:pt x="150" y="112"/>
                      </a:cubicBezTo>
                      <a:cubicBezTo>
                        <a:pt x="148" y="109"/>
                        <a:pt x="143" y="105"/>
                        <a:pt x="141" y="106"/>
                      </a:cubicBezTo>
                      <a:cubicBezTo>
                        <a:pt x="138" y="107"/>
                        <a:pt x="135" y="111"/>
                        <a:pt x="134" y="115"/>
                      </a:cubicBezTo>
                      <a:cubicBezTo>
                        <a:pt x="130" y="124"/>
                        <a:pt x="128" y="134"/>
                        <a:pt x="125" y="143"/>
                      </a:cubicBezTo>
                      <a:cubicBezTo>
                        <a:pt x="118" y="161"/>
                        <a:pt x="111" y="178"/>
                        <a:pt x="104" y="196"/>
                      </a:cubicBezTo>
                      <a:cubicBezTo>
                        <a:pt x="99" y="209"/>
                        <a:pt x="103" y="214"/>
                        <a:pt x="117" y="214"/>
                      </a:cubicBezTo>
                      <a:cubicBezTo>
                        <a:pt x="125" y="214"/>
                        <a:pt x="134" y="214"/>
                        <a:pt x="142" y="2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3" name="Freeform 31"/>
                <p:cNvSpPr>
                  <a:spLocks noEditPoints="1"/>
                </p:cNvSpPr>
                <p:nvPr/>
              </p:nvSpPr>
              <p:spPr bwMode="auto">
                <a:xfrm>
                  <a:off x="12439650" y="3362326"/>
                  <a:ext cx="1028700" cy="1033463"/>
                </a:xfrm>
                <a:custGeom>
                  <a:avLst/>
                  <a:gdLst>
                    <a:gd name="T0" fmla="*/ 0 w 326"/>
                    <a:gd name="T1" fmla="*/ 323 h 327"/>
                    <a:gd name="T2" fmla="*/ 12 w 326"/>
                    <a:gd name="T3" fmla="*/ 311 h 327"/>
                    <a:gd name="T4" fmla="*/ 51 w 326"/>
                    <a:gd name="T5" fmla="*/ 261 h 327"/>
                    <a:gd name="T6" fmla="*/ 91 w 326"/>
                    <a:gd name="T7" fmla="*/ 163 h 327"/>
                    <a:gd name="T8" fmla="*/ 152 w 326"/>
                    <a:gd name="T9" fmla="*/ 15 h 327"/>
                    <a:gd name="T10" fmla="*/ 164 w 326"/>
                    <a:gd name="T11" fmla="*/ 0 h 327"/>
                    <a:gd name="T12" fmla="*/ 181 w 326"/>
                    <a:gd name="T13" fmla="*/ 15 h 327"/>
                    <a:gd name="T14" fmla="*/ 217 w 326"/>
                    <a:gd name="T15" fmla="*/ 104 h 327"/>
                    <a:gd name="T16" fmla="*/ 276 w 326"/>
                    <a:gd name="T17" fmla="*/ 249 h 327"/>
                    <a:gd name="T18" fmla="*/ 296 w 326"/>
                    <a:gd name="T19" fmla="*/ 293 h 327"/>
                    <a:gd name="T20" fmla="*/ 316 w 326"/>
                    <a:gd name="T21" fmla="*/ 311 h 327"/>
                    <a:gd name="T22" fmla="*/ 326 w 326"/>
                    <a:gd name="T23" fmla="*/ 321 h 327"/>
                    <a:gd name="T24" fmla="*/ 314 w 326"/>
                    <a:gd name="T25" fmla="*/ 327 h 327"/>
                    <a:gd name="T26" fmla="*/ 206 w 326"/>
                    <a:gd name="T27" fmla="*/ 326 h 327"/>
                    <a:gd name="T28" fmla="*/ 191 w 326"/>
                    <a:gd name="T29" fmla="*/ 323 h 327"/>
                    <a:gd name="T30" fmla="*/ 190 w 326"/>
                    <a:gd name="T31" fmla="*/ 318 h 327"/>
                    <a:gd name="T32" fmla="*/ 207 w 326"/>
                    <a:gd name="T33" fmla="*/ 309 h 327"/>
                    <a:gd name="T34" fmla="*/ 220 w 326"/>
                    <a:gd name="T35" fmla="*/ 288 h 327"/>
                    <a:gd name="T36" fmla="*/ 206 w 326"/>
                    <a:gd name="T37" fmla="*/ 245 h 327"/>
                    <a:gd name="T38" fmla="*/ 189 w 326"/>
                    <a:gd name="T39" fmla="*/ 236 h 327"/>
                    <a:gd name="T40" fmla="*/ 108 w 326"/>
                    <a:gd name="T41" fmla="*/ 236 h 327"/>
                    <a:gd name="T42" fmla="*/ 85 w 326"/>
                    <a:gd name="T43" fmla="*/ 253 h 327"/>
                    <a:gd name="T44" fmla="*/ 76 w 326"/>
                    <a:gd name="T45" fmla="*/ 283 h 327"/>
                    <a:gd name="T46" fmla="*/ 92 w 326"/>
                    <a:gd name="T47" fmla="*/ 311 h 327"/>
                    <a:gd name="T48" fmla="*/ 106 w 326"/>
                    <a:gd name="T49" fmla="*/ 321 h 327"/>
                    <a:gd name="T50" fmla="*/ 91 w 326"/>
                    <a:gd name="T51" fmla="*/ 326 h 327"/>
                    <a:gd name="T52" fmla="*/ 22 w 326"/>
                    <a:gd name="T53" fmla="*/ 326 h 327"/>
                    <a:gd name="T54" fmla="*/ 0 w 326"/>
                    <a:gd name="T55" fmla="*/ 323 h 327"/>
                    <a:gd name="T56" fmla="*/ 148 w 326"/>
                    <a:gd name="T57" fmla="*/ 214 h 327"/>
                    <a:gd name="T58" fmla="*/ 172 w 326"/>
                    <a:gd name="T59" fmla="*/ 214 h 327"/>
                    <a:gd name="T60" fmla="*/ 186 w 326"/>
                    <a:gd name="T61" fmla="*/ 197 h 327"/>
                    <a:gd name="T62" fmla="*/ 154 w 326"/>
                    <a:gd name="T63" fmla="*/ 113 h 327"/>
                    <a:gd name="T64" fmla="*/ 146 w 326"/>
                    <a:gd name="T65" fmla="*/ 105 h 327"/>
                    <a:gd name="T66" fmla="*/ 139 w 326"/>
                    <a:gd name="T67" fmla="*/ 115 h 327"/>
                    <a:gd name="T68" fmla="*/ 136 w 326"/>
                    <a:gd name="T69" fmla="*/ 126 h 327"/>
                    <a:gd name="T70" fmla="*/ 109 w 326"/>
                    <a:gd name="T71" fmla="*/ 197 h 327"/>
                    <a:gd name="T72" fmla="*/ 122 w 326"/>
                    <a:gd name="T73" fmla="*/ 214 h 327"/>
                    <a:gd name="T74" fmla="*/ 148 w 326"/>
                    <a:gd name="T75" fmla="*/ 214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326" h="327">
                      <a:moveTo>
                        <a:pt x="0" y="323"/>
                      </a:moveTo>
                      <a:cubicBezTo>
                        <a:pt x="6" y="316"/>
                        <a:pt x="8" y="312"/>
                        <a:pt x="12" y="311"/>
                      </a:cubicBezTo>
                      <a:cubicBezTo>
                        <a:pt x="37" y="303"/>
                        <a:pt x="43" y="281"/>
                        <a:pt x="51" y="261"/>
                      </a:cubicBezTo>
                      <a:cubicBezTo>
                        <a:pt x="65" y="229"/>
                        <a:pt x="78" y="196"/>
                        <a:pt x="91" y="163"/>
                      </a:cubicBezTo>
                      <a:cubicBezTo>
                        <a:pt x="111" y="114"/>
                        <a:pt x="131" y="64"/>
                        <a:pt x="152" y="15"/>
                      </a:cubicBezTo>
                      <a:cubicBezTo>
                        <a:pt x="155" y="10"/>
                        <a:pt x="160" y="5"/>
                        <a:pt x="164" y="0"/>
                      </a:cubicBezTo>
                      <a:cubicBezTo>
                        <a:pt x="170" y="5"/>
                        <a:pt x="178" y="9"/>
                        <a:pt x="181" y="15"/>
                      </a:cubicBezTo>
                      <a:cubicBezTo>
                        <a:pt x="194" y="45"/>
                        <a:pt x="205" y="75"/>
                        <a:pt x="217" y="104"/>
                      </a:cubicBezTo>
                      <a:cubicBezTo>
                        <a:pt x="236" y="153"/>
                        <a:pt x="256" y="201"/>
                        <a:pt x="276" y="249"/>
                      </a:cubicBezTo>
                      <a:cubicBezTo>
                        <a:pt x="282" y="264"/>
                        <a:pt x="288" y="279"/>
                        <a:pt x="296" y="293"/>
                      </a:cubicBezTo>
                      <a:cubicBezTo>
                        <a:pt x="300" y="300"/>
                        <a:pt x="309" y="305"/>
                        <a:pt x="316" y="311"/>
                      </a:cubicBezTo>
                      <a:cubicBezTo>
                        <a:pt x="319" y="314"/>
                        <a:pt x="323" y="318"/>
                        <a:pt x="326" y="321"/>
                      </a:cubicBezTo>
                      <a:cubicBezTo>
                        <a:pt x="322" y="323"/>
                        <a:pt x="318" y="327"/>
                        <a:pt x="314" y="327"/>
                      </a:cubicBezTo>
                      <a:cubicBezTo>
                        <a:pt x="278" y="327"/>
                        <a:pt x="242" y="327"/>
                        <a:pt x="206" y="326"/>
                      </a:cubicBezTo>
                      <a:cubicBezTo>
                        <a:pt x="201" y="326"/>
                        <a:pt x="196" y="324"/>
                        <a:pt x="191" y="323"/>
                      </a:cubicBezTo>
                      <a:cubicBezTo>
                        <a:pt x="191" y="322"/>
                        <a:pt x="191" y="320"/>
                        <a:pt x="190" y="318"/>
                      </a:cubicBezTo>
                      <a:cubicBezTo>
                        <a:pt x="196" y="315"/>
                        <a:pt x="201" y="311"/>
                        <a:pt x="207" y="309"/>
                      </a:cubicBezTo>
                      <a:cubicBezTo>
                        <a:pt x="219" y="306"/>
                        <a:pt x="223" y="298"/>
                        <a:pt x="220" y="288"/>
                      </a:cubicBezTo>
                      <a:cubicBezTo>
                        <a:pt x="216" y="273"/>
                        <a:pt x="212" y="259"/>
                        <a:pt x="206" y="245"/>
                      </a:cubicBezTo>
                      <a:cubicBezTo>
                        <a:pt x="204" y="241"/>
                        <a:pt x="195" y="237"/>
                        <a:pt x="189" y="236"/>
                      </a:cubicBezTo>
                      <a:cubicBezTo>
                        <a:pt x="162" y="236"/>
                        <a:pt x="135" y="237"/>
                        <a:pt x="108" y="236"/>
                      </a:cubicBezTo>
                      <a:cubicBezTo>
                        <a:pt x="95" y="236"/>
                        <a:pt x="89" y="243"/>
                        <a:pt x="85" y="253"/>
                      </a:cubicBezTo>
                      <a:cubicBezTo>
                        <a:pt x="82" y="263"/>
                        <a:pt x="79" y="273"/>
                        <a:pt x="76" y="283"/>
                      </a:cubicBezTo>
                      <a:cubicBezTo>
                        <a:pt x="71" y="299"/>
                        <a:pt x="76" y="307"/>
                        <a:pt x="92" y="311"/>
                      </a:cubicBezTo>
                      <a:cubicBezTo>
                        <a:pt x="97" y="312"/>
                        <a:pt x="101" y="317"/>
                        <a:pt x="106" y="321"/>
                      </a:cubicBezTo>
                      <a:cubicBezTo>
                        <a:pt x="101" y="323"/>
                        <a:pt x="96" y="326"/>
                        <a:pt x="91" y="326"/>
                      </a:cubicBezTo>
                      <a:cubicBezTo>
                        <a:pt x="68" y="327"/>
                        <a:pt x="45" y="327"/>
                        <a:pt x="22" y="326"/>
                      </a:cubicBezTo>
                      <a:cubicBezTo>
                        <a:pt x="16" y="326"/>
                        <a:pt x="10" y="324"/>
                        <a:pt x="0" y="323"/>
                      </a:cubicBezTo>
                      <a:close/>
                      <a:moveTo>
                        <a:pt x="148" y="214"/>
                      </a:moveTo>
                      <a:cubicBezTo>
                        <a:pt x="156" y="214"/>
                        <a:pt x="164" y="213"/>
                        <a:pt x="172" y="214"/>
                      </a:cubicBezTo>
                      <a:cubicBezTo>
                        <a:pt x="188" y="215"/>
                        <a:pt x="191" y="212"/>
                        <a:pt x="186" y="197"/>
                      </a:cubicBezTo>
                      <a:cubicBezTo>
                        <a:pt x="176" y="169"/>
                        <a:pt x="165" y="141"/>
                        <a:pt x="154" y="113"/>
                      </a:cubicBezTo>
                      <a:cubicBezTo>
                        <a:pt x="153" y="109"/>
                        <a:pt x="149" y="107"/>
                        <a:pt x="146" y="105"/>
                      </a:cubicBezTo>
                      <a:cubicBezTo>
                        <a:pt x="144" y="108"/>
                        <a:pt x="141" y="111"/>
                        <a:pt x="139" y="115"/>
                      </a:cubicBezTo>
                      <a:cubicBezTo>
                        <a:pt x="138" y="118"/>
                        <a:pt x="137" y="123"/>
                        <a:pt x="136" y="126"/>
                      </a:cubicBezTo>
                      <a:cubicBezTo>
                        <a:pt x="127" y="150"/>
                        <a:pt x="117" y="173"/>
                        <a:pt x="109" y="197"/>
                      </a:cubicBezTo>
                      <a:cubicBezTo>
                        <a:pt x="104" y="210"/>
                        <a:pt x="107" y="214"/>
                        <a:pt x="122" y="214"/>
                      </a:cubicBezTo>
                      <a:cubicBezTo>
                        <a:pt x="131" y="214"/>
                        <a:pt x="140" y="214"/>
                        <a:pt x="148" y="2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4" name="Freeform 35"/>
                <p:cNvSpPr/>
                <p:nvPr/>
              </p:nvSpPr>
              <p:spPr bwMode="auto">
                <a:xfrm>
                  <a:off x="1257300" y="3390901"/>
                  <a:ext cx="941388" cy="1004888"/>
                </a:xfrm>
                <a:custGeom>
                  <a:avLst/>
                  <a:gdLst>
                    <a:gd name="T0" fmla="*/ 148 w 298"/>
                    <a:gd name="T1" fmla="*/ 0 h 318"/>
                    <a:gd name="T2" fmla="*/ 264 w 298"/>
                    <a:gd name="T3" fmla="*/ 0 h 318"/>
                    <a:gd name="T4" fmla="*/ 295 w 298"/>
                    <a:gd name="T5" fmla="*/ 27 h 318"/>
                    <a:gd name="T6" fmla="*/ 298 w 298"/>
                    <a:gd name="T7" fmla="*/ 77 h 318"/>
                    <a:gd name="T8" fmla="*/ 292 w 298"/>
                    <a:gd name="T9" fmla="*/ 84 h 318"/>
                    <a:gd name="T10" fmla="*/ 280 w 298"/>
                    <a:gd name="T11" fmla="*/ 76 h 318"/>
                    <a:gd name="T12" fmla="*/ 261 w 298"/>
                    <a:gd name="T13" fmla="*/ 41 h 318"/>
                    <a:gd name="T14" fmla="*/ 196 w 298"/>
                    <a:gd name="T15" fmla="*/ 26 h 318"/>
                    <a:gd name="T16" fmla="*/ 187 w 298"/>
                    <a:gd name="T17" fmla="*/ 43 h 318"/>
                    <a:gd name="T18" fmla="*/ 186 w 298"/>
                    <a:gd name="T19" fmla="*/ 231 h 318"/>
                    <a:gd name="T20" fmla="*/ 186 w 298"/>
                    <a:gd name="T21" fmla="*/ 271 h 318"/>
                    <a:gd name="T22" fmla="*/ 214 w 298"/>
                    <a:gd name="T23" fmla="*/ 302 h 318"/>
                    <a:gd name="T24" fmla="*/ 228 w 298"/>
                    <a:gd name="T25" fmla="*/ 310 h 318"/>
                    <a:gd name="T26" fmla="*/ 214 w 298"/>
                    <a:gd name="T27" fmla="*/ 317 h 318"/>
                    <a:gd name="T28" fmla="*/ 92 w 298"/>
                    <a:gd name="T29" fmla="*/ 317 h 318"/>
                    <a:gd name="T30" fmla="*/ 78 w 298"/>
                    <a:gd name="T31" fmla="*/ 310 h 318"/>
                    <a:gd name="T32" fmla="*/ 92 w 298"/>
                    <a:gd name="T33" fmla="*/ 302 h 318"/>
                    <a:gd name="T34" fmla="*/ 121 w 298"/>
                    <a:gd name="T35" fmla="*/ 271 h 318"/>
                    <a:gd name="T36" fmla="*/ 121 w 298"/>
                    <a:gd name="T37" fmla="*/ 55 h 318"/>
                    <a:gd name="T38" fmla="*/ 90 w 298"/>
                    <a:gd name="T39" fmla="*/ 25 h 318"/>
                    <a:gd name="T40" fmla="*/ 40 w 298"/>
                    <a:gd name="T41" fmla="*/ 45 h 318"/>
                    <a:gd name="T42" fmla="*/ 27 w 298"/>
                    <a:gd name="T43" fmla="*/ 70 h 318"/>
                    <a:gd name="T44" fmla="*/ 11 w 298"/>
                    <a:gd name="T45" fmla="*/ 84 h 318"/>
                    <a:gd name="T46" fmla="*/ 7 w 298"/>
                    <a:gd name="T47" fmla="*/ 63 h 318"/>
                    <a:gd name="T48" fmla="*/ 10 w 298"/>
                    <a:gd name="T49" fmla="*/ 19 h 318"/>
                    <a:gd name="T50" fmla="*/ 28 w 298"/>
                    <a:gd name="T51" fmla="*/ 1 h 318"/>
                    <a:gd name="T52" fmla="*/ 148 w 298"/>
                    <a:gd name="T53" fmla="*/ 1 h 318"/>
                    <a:gd name="T54" fmla="*/ 148 w 298"/>
                    <a:gd name="T55" fmla="*/ 0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298" h="318">
                      <a:moveTo>
                        <a:pt x="148" y="0"/>
                      </a:moveTo>
                      <a:cubicBezTo>
                        <a:pt x="187" y="0"/>
                        <a:pt x="225" y="1"/>
                        <a:pt x="264" y="0"/>
                      </a:cubicBezTo>
                      <a:cubicBezTo>
                        <a:pt x="288" y="0"/>
                        <a:pt x="293" y="4"/>
                        <a:pt x="295" y="27"/>
                      </a:cubicBezTo>
                      <a:cubicBezTo>
                        <a:pt x="296" y="44"/>
                        <a:pt x="297" y="60"/>
                        <a:pt x="298" y="77"/>
                      </a:cubicBezTo>
                      <a:cubicBezTo>
                        <a:pt x="298" y="79"/>
                        <a:pt x="293" y="85"/>
                        <a:pt x="292" y="84"/>
                      </a:cubicBezTo>
                      <a:cubicBezTo>
                        <a:pt x="288" y="82"/>
                        <a:pt x="282" y="80"/>
                        <a:pt x="280" y="76"/>
                      </a:cubicBezTo>
                      <a:cubicBezTo>
                        <a:pt x="273" y="65"/>
                        <a:pt x="270" y="51"/>
                        <a:pt x="261" y="41"/>
                      </a:cubicBezTo>
                      <a:cubicBezTo>
                        <a:pt x="244" y="23"/>
                        <a:pt x="219" y="25"/>
                        <a:pt x="196" y="26"/>
                      </a:cubicBezTo>
                      <a:cubicBezTo>
                        <a:pt x="192" y="26"/>
                        <a:pt x="187" y="37"/>
                        <a:pt x="187" y="43"/>
                      </a:cubicBezTo>
                      <a:cubicBezTo>
                        <a:pt x="186" y="106"/>
                        <a:pt x="186" y="168"/>
                        <a:pt x="186" y="231"/>
                      </a:cubicBezTo>
                      <a:cubicBezTo>
                        <a:pt x="186" y="244"/>
                        <a:pt x="186" y="257"/>
                        <a:pt x="186" y="271"/>
                      </a:cubicBezTo>
                      <a:cubicBezTo>
                        <a:pt x="185" y="290"/>
                        <a:pt x="195" y="300"/>
                        <a:pt x="214" y="302"/>
                      </a:cubicBezTo>
                      <a:cubicBezTo>
                        <a:pt x="219" y="303"/>
                        <a:pt x="223" y="307"/>
                        <a:pt x="228" y="310"/>
                      </a:cubicBezTo>
                      <a:cubicBezTo>
                        <a:pt x="223" y="313"/>
                        <a:pt x="218" y="317"/>
                        <a:pt x="214" y="317"/>
                      </a:cubicBezTo>
                      <a:cubicBezTo>
                        <a:pt x="173" y="318"/>
                        <a:pt x="133" y="318"/>
                        <a:pt x="92" y="317"/>
                      </a:cubicBezTo>
                      <a:cubicBezTo>
                        <a:pt x="88" y="317"/>
                        <a:pt x="83" y="313"/>
                        <a:pt x="78" y="310"/>
                      </a:cubicBezTo>
                      <a:cubicBezTo>
                        <a:pt x="83" y="307"/>
                        <a:pt x="87" y="302"/>
                        <a:pt x="92" y="302"/>
                      </a:cubicBezTo>
                      <a:cubicBezTo>
                        <a:pt x="111" y="299"/>
                        <a:pt x="121" y="288"/>
                        <a:pt x="121" y="271"/>
                      </a:cubicBezTo>
                      <a:cubicBezTo>
                        <a:pt x="121" y="199"/>
                        <a:pt x="121" y="127"/>
                        <a:pt x="121" y="55"/>
                      </a:cubicBezTo>
                      <a:cubicBezTo>
                        <a:pt x="121" y="24"/>
                        <a:pt x="120" y="21"/>
                        <a:pt x="90" y="25"/>
                      </a:cubicBezTo>
                      <a:cubicBezTo>
                        <a:pt x="72" y="27"/>
                        <a:pt x="52" y="27"/>
                        <a:pt x="40" y="45"/>
                      </a:cubicBezTo>
                      <a:cubicBezTo>
                        <a:pt x="35" y="53"/>
                        <a:pt x="31" y="62"/>
                        <a:pt x="27" y="70"/>
                      </a:cubicBezTo>
                      <a:cubicBezTo>
                        <a:pt x="24" y="78"/>
                        <a:pt x="22" y="87"/>
                        <a:pt x="11" y="84"/>
                      </a:cubicBezTo>
                      <a:cubicBezTo>
                        <a:pt x="0" y="80"/>
                        <a:pt x="5" y="71"/>
                        <a:pt x="7" y="63"/>
                      </a:cubicBezTo>
                      <a:cubicBezTo>
                        <a:pt x="9" y="49"/>
                        <a:pt x="10" y="34"/>
                        <a:pt x="10" y="19"/>
                      </a:cubicBezTo>
                      <a:cubicBezTo>
                        <a:pt x="11" y="6"/>
                        <a:pt x="15" y="1"/>
                        <a:pt x="28" y="1"/>
                      </a:cubicBezTo>
                      <a:cubicBezTo>
                        <a:pt x="68" y="2"/>
                        <a:pt x="108" y="1"/>
                        <a:pt x="148" y="1"/>
                      </a:cubicBezTo>
                      <a:cubicBezTo>
                        <a:pt x="148" y="1"/>
                        <a:pt x="148" y="1"/>
                        <a:pt x="1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5" name="Freeform 36"/>
                <p:cNvSpPr/>
                <p:nvPr/>
              </p:nvSpPr>
              <p:spPr bwMode="auto">
                <a:xfrm>
                  <a:off x="13509625" y="3394076"/>
                  <a:ext cx="855663" cy="1001713"/>
                </a:xfrm>
                <a:custGeom>
                  <a:avLst/>
                  <a:gdLst>
                    <a:gd name="T0" fmla="*/ 126 w 271"/>
                    <a:gd name="T1" fmla="*/ 317 h 317"/>
                    <a:gd name="T2" fmla="*/ 15 w 271"/>
                    <a:gd name="T3" fmla="*/ 316 h 317"/>
                    <a:gd name="T4" fmla="*/ 2 w 271"/>
                    <a:gd name="T5" fmla="*/ 310 h 317"/>
                    <a:gd name="T6" fmla="*/ 12 w 271"/>
                    <a:gd name="T7" fmla="*/ 301 h 317"/>
                    <a:gd name="T8" fmla="*/ 42 w 271"/>
                    <a:gd name="T9" fmla="*/ 260 h 317"/>
                    <a:gd name="T10" fmla="*/ 42 w 271"/>
                    <a:gd name="T11" fmla="*/ 67 h 317"/>
                    <a:gd name="T12" fmla="*/ 36 w 271"/>
                    <a:gd name="T13" fmla="*/ 33 h 317"/>
                    <a:gd name="T14" fmla="*/ 17 w 271"/>
                    <a:gd name="T15" fmla="*/ 19 h 317"/>
                    <a:gd name="T16" fmla="*/ 3 w 271"/>
                    <a:gd name="T17" fmla="*/ 5 h 317"/>
                    <a:gd name="T18" fmla="*/ 19 w 271"/>
                    <a:gd name="T19" fmla="*/ 0 h 317"/>
                    <a:gd name="T20" fmla="*/ 127 w 271"/>
                    <a:gd name="T21" fmla="*/ 1 h 317"/>
                    <a:gd name="T22" fmla="*/ 140 w 271"/>
                    <a:gd name="T23" fmla="*/ 1 h 317"/>
                    <a:gd name="T24" fmla="*/ 147 w 271"/>
                    <a:gd name="T25" fmla="*/ 7 h 317"/>
                    <a:gd name="T26" fmla="*/ 142 w 271"/>
                    <a:gd name="T27" fmla="*/ 16 h 317"/>
                    <a:gd name="T28" fmla="*/ 133 w 271"/>
                    <a:gd name="T29" fmla="*/ 18 h 317"/>
                    <a:gd name="T30" fmla="*/ 107 w 271"/>
                    <a:gd name="T31" fmla="*/ 47 h 317"/>
                    <a:gd name="T32" fmla="*/ 107 w 271"/>
                    <a:gd name="T33" fmla="*/ 266 h 317"/>
                    <a:gd name="T34" fmla="*/ 137 w 271"/>
                    <a:gd name="T35" fmla="*/ 295 h 317"/>
                    <a:gd name="T36" fmla="*/ 209 w 271"/>
                    <a:gd name="T37" fmla="*/ 285 h 317"/>
                    <a:gd name="T38" fmla="*/ 250 w 271"/>
                    <a:gd name="T39" fmla="*/ 245 h 317"/>
                    <a:gd name="T40" fmla="*/ 251 w 271"/>
                    <a:gd name="T41" fmla="*/ 243 h 317"/>
                    <a:gd name="T42" fmla="*/ 269 w 271"/>
                    <a:gd name="T43" fmla="*/ 230 h 317"/>
                    <a:gd name="T44" fmla="*/ 270 w 271"/>
                    <a:gd name="T45" fmla="*/ 252 h 317"/>
                    <a:gd name="T46" fmla="*/ 260 w 271"/>
                    <a:gd name="T47" fmla="*/ 294 h 317"/>
                    <a:gd name="T48" fmla="*/ 233 w 271"/>
                    <a:gd name="T49" fmla="*/ 316 h 317"/>
                    <a:gd name="T50" fmla="*/ 126 w 271"/>
                    <a:gd name="T51" fmla="*/ 316 h 317"/>
                    <a:gd name="T52" fmla="*/ 126 w 271"/>
                    <a:gd name="T53" fmla="*/ 317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71" h="317">
                      <a:moveTo>
                        <a:pt x="126" y="317"/>
                      </a:moveTo>
                      <a:cubicBezTo>
                        <a:pt x="89" y="317"/>
                        <a:pt x="52" y="317"/>
                        <a:pt x="15" y="316"/>
                      </a:cubicBezTo>
                      <a:cubicBezTo>
                        <a:pt x="11" y="316"/>
                        <a:pt x="6" y="312"/>
                        <a:pt x="2" y="310"/>
                      </a:cubicBezTo>
                      <a:cubicBezTo>
                        <a:pt x="6" y="307"/>
                        <a:pt x="8" y="303"/>
                        <a:pt x="12" y="301"/>
                      </a:cubicBezTo>
                      <a:cubicBezTo>
                        <a:pt x="36" y="294"/>
                        <a:pt x="42" y="286"/>
                        <a:pt x="42" y="260"/>
                      </a:cubicBezTo>
                      <a:cubicBezTo>
                        <a:pt x="42" y="196"/>
                        <a:pt x="42" y="131"/>
                        <a:pt x="42" y="67"/>
                      </a:cubicBezTo>
                      <a:cubicBezTo>
                        <a:pt x="42" y="55"/>
                        <a:pt x="40" y="43"/>
                        <a:pt x="36" y="33"/>
                      </a:cubicBezTo>
                      <a:cubicBezTo>
                        <a:pt x="33" y="26"/>
                        <a:pt x="24" y="22"/>
                        <a:pt x="17" y="19"/>
                      </a:cubicBezTo>
                      <a:cubicBezTo>
                        <a:pt x="10" y="16"/>
                        <a:pt x="0" y="16"/>
                        <a:pt x="3" y="5"/>
                      </a:cubicBezTo>
                      <a:cubicBezTo>
                        <a:pt x="4" y="3"/>
                        <a:pt x="13" y="0"/>
                        <a:pt x="19" y="0"/>
                      </a:cubicBezTo>
                      <a:cubicBezTo>
                        <a:pt x="55" y="0"/>
                        <a:pt x="91" y="0"/>
                        <a:pt x="127" y="1"/>
                      </a:cubicBezTo>
                      <a:cubicBezTo>
                        <a:pt x="131" y="1"/>
                        <a:pt x="136" y="0"/>
                        <a:pt x="140" y="1"/>
                      </a:cubicBezTo>
                      <a:cubicBezTo>
                        <a:pt x="143" y="2"/>
                        <a:pt x="147" y="5"/>
                        <a:pt x="147" y="7"/>
                      </a:cubicBezTo>
                      <a:cubicBezTo>
                        <a:pt x="147" y="10"/>
                        <a:pt x="144" y="14"/>
                        <a:pt x="142" y="16"/>
                      </a:cubicBezTo>
                      <a:cubicBezTo>
                        <a:pt x="140" y="18"/>
                        <a:pt x="136" y="18"/>
                        <a:pt x="133" y="18"/>
                      </a:cubicBezTo>
                      <a:cubicBezTo>
                        <a:pt x="111" y="21"/>
                        <a:pt x="107" y="25"/>
                        <a:pt x="107" y="47"/>
                      </a:cubicBezTo>
                      <a:cubicBezTo>
                        <a:pt x="107" y="120"/>
                        <a:pt x="107" y="193"/>
                        <a:pt x="107" y="266"/>
                      </a:cubicBezTo>
                      <a:cubicBezTo>
                        <a:pt x="107" y="290"/>
                        <a:pt x="112" y="296"/>
                        <a:pt x="137" y="295"/>
                      </a:cubicBezTo>
                      <a:cubicBezTo>
                        <a:pt x="161" y="294"/>
                        <a:pt x="186" y="298"/>
                        <a:pt x="209" y="285"/>
                      </a:cubicBezTo>
                      <a:cubicBezTo>
                        <a:pt x="225" y="275"/>
                        <a:pt x="242" y="265"/>
                        <a:pt x="250" y="245"/>
                      </a:cubicBezTo>
                      <a:cubicBezTo>
                        <a:pt x="250" y="244"/>
                        <a:pt x="250" y="243"/>
                        <a:pt x="251" y="243"/>
                      </a:cubicBezTo>
                      <a:cubicBezTo>
                        <a:pt x="257" y="238"/>
                        <a:pt x="263" y="234"/>
                        <a:pt x="269" y="230"/>
                      </a:cubicBezTo>
                      <a:cubicBezTo>
                        <a:pt x="269" y="237"/>
                        <a:pt x="271" y="245"/>
                        <a:pt x="270" y="252"/>
                      </a:cubicBezTo>
                      <a:cubicBezTo>
                        <a:pt x="268" y="266"/>
                        <a:pt x="263" y="280"/>
                        <a:pt x="260" y="294"/>
                      </a:cubicBezTo>
                      <a:cubicBezTo>
                        <a:pt x="256" y="312"/>
                        <a:pt x="251" y="317"/>
                        <a:pt x="233" y="316"/>
                      </a:cubicBezTo>
                      <a:cubicBezTo>
                        <a:pt x="197" y="316"/>
                        <a:pt x="162" y="316"/>
                        <a:pt x="126" y="316"/>
                      </a:cubicBezTo>
                      <a:cubicBezTo>
                        <a:pt x="126" y="316"/>
                        <a:pt x="126" y="317"/>
                        <a:pt x="126" y="3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366" name="组合 365"/>
                <p:cNvGrpSpPr/>
                <p:nvPr/>
              </p:nvGrpSpPr>
              <p:grpSpPr>
                <a:xfrm>
                  <a:off x="14797087" y="3295651"/>
                  <a:ext cx="9263063" cy="1100138"/>
                  <a:chOff x="1778000" y="4803776"/>
                  <a:chExt cx="9263063" cy="1100138"/>
                </a:xfrm>
                <a:grpFill/>
              </p:grpSpPr>
              <p:sp>
                <p:nvSpPr>
                  <p:cNvPr id="368" name="Freeform 16"/>
                  <p:cNvSpPr>
                    <a:spLocks noEditPoints="1"/>
                  </p:cNvSpPr>
                  <p:nvPr/>
                </p:nvSpPr>
                <p:spPr bwMode="auto">
                  <a:xfrm>
                    <a:off x="6616700" y="4841876"/>
                    <a:ext cx="1019175" cy="1011238"/>
                  </a:xfrm>
                  <a:custGeom>
                    <a:avLst/>
                    <a:gdLst>
                      <a:gd name="T0" fmla="*/ 88 w 323"/>
                      <a:gd name="T1" fmla="*/ 2 h 320"/>
                      <a:gd name="T2" fmla="*/ 150 w 323"/>
                      <a:gd name="T3" fmla="*/ 2 h 320"/>
                      <a:gd name="T4" fmla="*/ 227 w 323"/>
                      <a:gd name="T5" fmla="*/ 17 h 320"/>
                      <a:gd name="T6" fmla="*/ 276 w 323"/>
                      <a:gd name="T7" fmla="*/ 78 h 320"/>
                      <a:gd name="T8" fmla="*/ 230 w 323"/>
                      <a:gd name="T9" fmla="*/ 164 h 320"/>
                      <a:gd name="T10" fmla="*/ 221 w 323"/>
                      <a:gd name="T11" fmla="*/ 200 h 320"/>
                      <a:gd name="T12" fmla="*/ 275 w 323"/>
                      <a:gd name="T13" fmla="*/ 270 h 320"/>
                      <a:gd name="T14" fmla="*/ 316 w 323"/>
                      <a:gd name="T15" fmla="*/ 306 h 320"/>
                      <a:gd name="T16" fmla="*/ 323 w 323"/>
                      <a:gd name="T17" fmla="*/ 314 h 320"/>
                      <a:gd name="T18" fmla="*/ 313 w 323"/>
                      <a:gd name="T19" fmla="*/ 319 h 320"/>
                      <a:gd name="T20" fmla="*/ 242 w 323"/>
                      <a:gd name="T21" fmla="*/ 318 h 320"/>
                      <a:gd name="T22" fmla="*/ 225 w 323"/>
                      <a:gd name="T23" fmla="*/ 310 h 320"/>
                      <a:gd name="T24" fmla="*/ 136 w 323"/>
                      <a:gd name="T25" fmla="*/ 194 h 320"/>
                      <a:gd name="T26" fmla="*/ 118 w 323"/>
                      <a:gd name="T27" fmla="*/ 184 h 320"/>
                      <a:gd name="T28" fmla="*/ 111 w 323"/>
                      <a:gd name="T29" fmla="*/ 202 h 320"/>
                      <a:gd name="T30" fmla="*/ 110 w 323"/>
                      <a:gd name="T31" fmla="*/ 274 h 320"/>
                      <a:gd name="T32" fmla="*/ 135 w 323"/>
                      <a:gd name="T33" fmla="*/ 302 h 320"/>
                      <a:gd name="T34" fmla="*/ 141 w 323"/>
                      <a:gd name="T35" fmla="*/ 303 h 320"/>
                      <a:gd name="T36" fmla="*/ 152 w 323"/>
                      <a:gd name="T37" fmla="*/ 313 h 320"/>
                      <a:gd name="T38" fmla="*/ 139 w 323"/>
                      <a:gd name="T39" fmla="*/ 319 h 320"/>
                      <a:gd name="T40" fmla="*/ 107 w 323"/>
                      <a:gd name="T41" fmla="*/ 319 h 320"/>
                      <a:gd name="T42" fmla="*/ 17 w 323"/>
                      <a:gd name="T43" fmla="*/ 320 h 320"/>
                      <a:gd name="T44" fmla="*/ 0 w 323"/>
                      <a:gd name="T45" fmla="*/ 313 h 320"/>
                      <a:gd name="T46" fmla="*/ 15 w 323"/>
                      <a:gd name="T47" fmla="*/ 302 h 320"/>
                      <a:gd name="T48" fmla="*/ 45 w 323"/>
                      <a:gd name="T49" fmla="*/ 266 h 320"/>
                      <a:gd name="T50" fmla="*/ 45 w 323"/>
                      <a:gd name="T51" fmla="*/ 59 h 320"/>
                      <a:gd name="T52" fmla="*/ 12 w 323"/>
                      <a:gd name="T53" fmla="*/ 19 h 320"/>
                      <a:gd name="T54" fmla="*/ 0 w 323"/>
                      <a:gd name="T55" fmla="*/ 9 h 320"/>
                      <a:gd name="T56" fmla="*/ 13 w 323"/>
                      <a:gd name="T57" fmla="*/ 2 h 320"/>
                      <a:gd name="T58" fmla="*/ 88 w 323"/>
                      <a:gd name="T59" fmla="*/ 2 h 320"/>
                      <a:gd name="T60" fmla="*/ 88 w 323"/>
                      <a:gd name="T61" fmla="*/ 2 h 320"/>
                      <a:gd name="T62" fmla="*/ 110 w 323"/>
                      <a:gd name="T63" fmla="*/ 94 h 320"/>
                      <a:gd name="T64" fmla="*/ 111 w 323"/>
                      <a:gd name="T65" fmla="*/ 94 h 320"/>
                      <a:gd name="T66" fmla="*/ 111 w 323"/>
                      <a:gd name="T67" fmla="*/ 142 h 320"/>
                      <a:gd name="T68" fmla="*/ 135 w 323"/>
                      <a:gd name="T69" fmla="*/ 159 h 320"/>
                      <a:gd name="T70" fmla="*/ 153 w 323"/>
                      <a:gd name="T71" fmla="*/ 154 h 320"/>
                      <a:gd name="T72" fmla="*/ 194 w 323"/>
                      <a:gd name="T73" fmla="*/ 50 h 320"/>
                      <a:gd name="T74" fmla="*/ 143 w 323"/>
                      <a:gd name="T75" fmla="*/ 24 h 320"/>
                      <a:gd name="T76" fmla="*/ 110 w 323"/>
                      <a:gd name="T77" fmla="*/ 54 h 320"/>
                      <a:gd name="T78" fmla="*/ 110 w 323"/>
                      <a:gd name="T79" fmla="*/ 94 h 3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</a:cxnLst>
                    <a:rect l="0" t="0" r="r" b="b"/>
                    <a:pathLst>
                      <a:path w="323" h="320">
                        <a:moveTo>
                          <a:pt x="88" y="2"/>
                        </a:moveTo>
                        <a:cubicBezTo>
                          <a:pt x="109" y="2"/>
                          <a:pt x="129" y="0"/>
                          <a:pt x="150" y="2"/>
                        </a:cubicBezTo>
                        <a:cubicBezTo>
                          <a:pt x="176" y="5"/>
                          <a:pt x="202" y="9"/>
                          <a:pt x="227" y="17"/>
                        </a:cubicBezTo>
                        <a:cubicBezTo>
                          <a:pt x="256" y="25"/>
                          <a:pt x="273" y="47"/>
                          <a:pt x="276" y="78"/>
                        </a:cubicBezTo>
                        <a:cubicBezTo>
                          <a:pt x="280" y="117"/>
                          <a:pt x="266" y="146"/>
                          <a:pt x="230" y="164"/>
                        </a:cubicBezTo>
                        <a:cubicBezTo>
                          <a:pt x="201" y="177"/>
                          <a:pt x="202" y="176"/>
                          <a:pt x="221" y="200"/>
                        </a:cubicBezTo>
                        <a:cubicBezTo>
                          <a:pt x="239" y="223"/>
                          <a:pt x="256" y="248"/>
                          <a:pt x="275" y="270"/>
                        </a:cubicBezTo>
                        <a:cubicBezTo>
                          <a:pt x="287" y="284"/>
                          <a:pt x="303" y="294"/>
                          <a:pt x="316" y="306"/>
                        </a:cubicBezTo>
                        <a:cubicBezTo>
                          <a:pt x="319" y="309"/>
                          <a:pt x="321" y="312"/>
                          <a:pt x="323" y="314"/>
                        </a:cubicBezTo>
                        <a:cubicBezTo>
                          <a:pt x="320" y="316"/>
                          <a:pt x="317" y="319"/>
                          <a:pt x="313" y="319"/>
                        </a:cubicBezTo>
                        <a:cubicBezTo>
                          <a:pt x="289" y="319"/>
                          <a:pt x="265" y="320"/>
                          <a:pt x="242" y="318"/>
                        </a:cubicBezTo>
                        <a:cubicBezTo>
                          <a:pt x="236" y="318"/>
                          <a:pt x="229" y="314"/>
                          <a:pt x="225" y="310"/>
                        </a:cubicBezTo>
                        <a:cubicBezTo>
                          <a:pt x="195" y="271"/>
                          <a:pt x="166" y="232"/>
                          <a:pt x="136" y="194"/>
                        </a:cubicBezTo>
                        <a:cubicBezTo>
                          <a:pt x="132" y="189"/>
                          <a:pt x="124" y="187"/>
                          <a:pt x="118" y="184"/>
                        </a:cubicBezTo>
                        <a:cubicBezTo>
                          <a:pt x="116" y="190"/>
                          <a:pt x="111" y="196"/>
                          <a:pt x="111" y="202"/>
                        </a:cubicBezTo>
                        <a:cubicBezTo>
                          <a:pt x="110" y="226"/>
                          <a:pt x="110" y="250"/>
                          <a:pt x="110" y="274"/>
                        </a:cubicBezTo>
                        <a:cubicBezTo>
                          <a:pt x="111" y="295"/>
                          <a:pt x="115" y="299"/>
                          <a:pt x="135" y="302"/>
                        </a:cubicBezTo>
                        <a:cubicBezTo>
                          <a:pt x="137" y="302"/>
                          <a:pt x="140" y="302"/>
                          <a:pt x="141" y="303"/>
                        </a:cubicBezTo>
                        <a:cubicBezTo>
                          <a:pt x="145" y="306"/>
                          <a:pt x="148" y="310"/>
                          <a:pt x="152" y="313"/>
                        </a:cubicBezTo>
                        <a:cubicBezTo>
                          <a:pt x="148" y="315"/>
                          <a:pt x="144" y="319"/>
                          <a:pt x="139" y="319"/>
                        </a:cubicBezTo>
                        <a:cubicBezTo>
                          <a:pt x="129" y="320"/>
                          <a:pt x="118" y="319"/>
                          <a:pt x="107" y="319"/>
                        </a:cubicBezTo>
                        <a:cubicBezTo>
                          <a:pt x="77" y="319"/>
                          <a:pt x="47" y="320"/>
                          <a:pt x="17" y="320"/>
                        </a:cubicBezTo>
                        <a:cubicBezTo>
                          <a:pt x="11" y="319"/>
                          <a:pt x="6" y="316"/>
                          <a:pt x="0" y="313"/>
                        </a:cubicBezTo>
                        <a:cubicBezTo>
                          <a:pt x="5" y="310"/>
                          <a:pt x="9" y="304"/>
                          <a:pt x="15" y="302"/>
                        </a:cubicBezTo>
                        <a:cubicBezTo>
                          <a:pt x="39" y="297"/>
                          <a:pt x="45" y="290"/>
                          <a:pt x="45" y="266"/>
                        </a:cubicBezTo>
                        <a:cubicBezTo>
                          <a:pt x="46" y="197"/>
                          <a:pt x="45" y="128"/>
                          <a:pt x="45" y="59"/>
                        </a:cubicBezTo>
                        <a:cubicBezTo>
                          <a:pt x="45" y="33"/>
                          <a:pt x="37" y="25"/>
                          <a:pt x="12" y="19"/>
                        </a:cubicBezTo>
                        <a:cubicBezTo>
                          <a:pt x="8" y="18"/>
                          <a:pt x="4" y="13"/>
                          <a:pt x="0" y="9"/>
                        </a:cubicBezTo>
                        <a:cubicBezTo>
                          <a:pt x="4" y="7"/>
                          <a:pt x="9" y="2"/>
                          <a:pt x="13" y="2"/>
                        </a:cubicBezTo>
                        <a:cubicBezTo>
                          <a:pt x="38" y="1"/>
                          <a:pt x="63" y="2"/>
                          <a:pt x="88" y="2"/>
                        </a:cubicBezTo>
                        <a:cubicBezTo>
                          <a:pt x="88" y="2"/>
                          <a:pt x="88" y="2"/>
                          <a:pt x="88" y="2"/>
                        </a:cubicBezTo>
                        <a:close/>
                        <a:moveTo>
                          <a:pt x="110" y="94"/>
                        </a:moveTo>
                        <a:cubicBezTo>
                          <a:pt x="110" y="94"/>
                          <a:pt x="111" y="94"/>
                          <a:pt x="111" y="94"/>
                        </a:cubicBezTo>
                        <a:cubicBezTo>
                          <a:pt x="111" y="110"/>
                          <a:pt x="110" y="126"/>
                          <a:pt x="111" y="142"/>
                        </a:cubicBezTo>
                        <a:cubicBezTo>
                          <a:pt x="111" y="159"/>
                          <a:pt x="118" y="164"/>
                          <a:pt x="135" y="159"/>
                        </a:cubicBezTo>
                        <a:cubicBezTo>
                          <a:pt x="141" y="157"/>
                          <a:pt x="147" y="155"/>
                          <a:pt x="153" y="154"/>
                        </a:cubicBezTo>
                        <a:cubicBezTo>
                          <a:pt x="201" y="146"/>
                          <a:pt x="228" y="91"/>
                          <a:pt x="194" y="50"/>
                        </a:cubicBezTo>
                        <a:cubicBezTo>
                          <a:pt x="181" y="34"/>
                          <a:pt x="162" y="27"/>
                          <a:pt x="143" y="24"/>
                        </a:cubicBezTo>
                        <a:cubicBezTo>
                          <a:pt x="118" y="20"/>
                          <a:pt x="110" y="28"/>
                          <a:pt x="110" y="54"/>
                        </a:cubicBezTo>
                        <a:cubicBezTo>
                          <a:pt x="111" y="67"/>
                          <a:pt x="110" y="80"/>
                          <a:pt x="110" y="9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9" name="Freeform 18"/>
                  <p:cNvSpPr/>
                  <p:nvPr/>
                </p:nvSpPr>
                <p:spPr bwMode="auto">
                  <a:xfrm>
                    <a:off x="2895600" y="4845051"/>
                    <a:ext cx="1092200" cy="1036638"/>
                  </a:xfrm>
                  <a:custGeom>
                    <a:avLst/>
                    <a:gdLst>
                      <a:gd name="T0" fmla="*/ 275 w 346"/>
                      <a:gd name="T1" fmla="*/ 120 h 328"/>
                      <a:gd name="T2" fmla="*/ 271 w 346"/>
                      <a:gd name="T3" fmla="*/ 47 h 328"/>
                      <a:gd name="T4" fmla="*/ 245 w 346"/>
                      <a:gd name="T5" fmla="*/ 20 h 328"/>
                      <a:gd name="T6" fmla="*/ 232 w 346"/>
                      <a:gd name="T7" fmla="*/ 8 h 328"/>
                      <a:gd name="T8" fmla="*/ 247 w 346"/>
                      <a:gd name="T9" fmla="*/ 1 h 328"/>
                      <a:gd name="T10" fmla="*/ 335 w 346"/>
                      <a:gd name="T11" fmla="*/ 1 h 328"/>
                      <a:gd name="T12" fmla="*/ 346 w 346"/>
                      <a:gd name="T13" fmla="*/ 8 h 328"/>
                      <a:gd name="T14" fmla="*/ 337 w 346"/>
                      <a:gd name="T15" fmla="*/ 17 h 328"/>
                      <a:gd name="T16" fmla="*/ 304 w 346"/>
                      <a:gd name="T17" fmla="*/ 61 h 328"/>
                      <a:gd name="T18" fmla="*/ 304 w 346"/>
                      <a:gd name="T19" fmla="*/ 306 h 328"/>
                      <a:gd name="T20" fmla="*/ 297 w 346"/>
                      <a:gd name="T21" fmla="*/ 328 h 328"/>
                      <a:gd name="T22" fmla="*/ 275 w 346"/>
                      <a:gd name="T23" fmla="*/ 316 h 328"/>
                      <a:gd name="T24" fmla="*/ 170 w 346"/>
                      <a:gd name="T25" fmla="*/ 197 h 328"/>
                      <a:gd name="T26" fmla="*/ 86 w 346"/>
                      <a:gd name="T27" fmla="*/ 98 h 328"/>
                      <a:gd name="T28" fmla="*/ 76 w 346"/>
                      <a:gd name="T29" fmla="*/ 93 h 328"/>
                      <a:gd name="T30" fmla="*/ 72 w 346"/>
                      <a:gd name="T31" fmla="*/ 105 h 328"/>
                      <a:gd name="T32" fmla="*/ 73 w 346"/>
                      <a:gd name="T33" fmla="*/ 235 h 328"/>
                      <a:gd name="T34" fmla="*/ 73 w 346"/>
                      <a:gd name="T35" fmla="*/ 271 h 328"/>
                      <a:gd name="T36" fmla="*/ 96 w 346"/>
                      <a:gd name="T37" fmla="*/ 299 h 328"/>
                      <a:gd name="T38" fmla="*/ 107 w 346"/>
                      <a:gd name="T39" fmla="*/ 303 h 328"/>
                      <a:gd name="T40" fmla="*/ 113 w 346"/>
                      <a:gd name="T41" fmla="*/ 312 h 328"/>
                      <a:gd name="T42" fmla="*/ 104 w 346"/>
                      <a:gd name="T43" fmla="*/ 318 h 328"/>
                      <a:gd name="T44" fmla="*/ 10 w 346"/>
                      <a:gd name="T45" fmla="*/ 318 h 328"/>
                      <a:gd name="T46" fmla="*/ 0 w 346"/>
                      <a:gd name="T47" fmla="*/ 312 h 328"/>
                      <a:gd name="T48" fmla="*/ 8 w 346"/>
                      <a:gd name="T49" fmla="*/ 303 h 328"/>
                      <a:gd name="T50" fmla="*/ 29 w 346"/>
                      <a:gd name="T51" fmla="*/ 295 h 328"/>
                      <a:gd name="T52" fmla="*/ 41 w 346"/>
                      <a:gd name="T53" fmla="*/ 271 h 328"/>
                      <a:gd name="T54" fmla="*/ 43 w 346"/>
                      <a:gd name="T55" fmla="*/ 73 h 328"/>
                      <a:gd name="T56" fmla="*/ 8 w 346"/>
                      <a:gd name="T57" fmla="*/ 19 h 328"/>
                      <a:gd name="T58" fmla="*/ 0 w 346"/>
                      <a:gd name="T59" fmla="*/ 8 h 328"/>
                      <a:gd name="T60" fmla="*/ 11 w 346"/>
                      <a:gd name="T61" fmla="*/ 2 h 328"/>
                      <a:gd name="T62" fmla="*/ 78 w 346"/>
                      <a:gd name="T63" fmla="*/ 2 h 328"/>
                      <a:gd name="T64" fmla="*/ 100 w 346"/>
                      <a:gd name="T65" fmla="*/ 15 h 328"/>
                      <a:gd name="T66" fmla="*/ 202 w 346"/>
                      <a:gd name="T67" fmla="*/ 134 h 328"/>
                      <a:gd name="T68" fmla="*/ 262 w 346"/>
                      <a:gd name="T69" fmla="*/ 203 h 328"/>
                      <a:gd name="T70" fmla="*/ 270 w 346"/>
                      <a:gd name="T71" fmla="*/ 207 h 328"/>
                      <a:gd name="T72" fmla="*/ 275 w 346"/>
                      <a:gd name="T73" fmla="*/ 197 h 328"/>
                      <a:gd name="T74" fmla="*/ 275 w 346"/>
                      <a:gd name="T75" fmla="*/ 120 h 3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346" h="328">
                        <a:moveTo>
                          <a:pt x="275" y="120"/>
                        </a:moveTo>
                        <a:cubicBezTo>
                          <a:pt x="274" y="102"/>
                          <a:pt x="274" y="75"/>
                          <a:pt x="271" y="47"/>
                        </a:cubicBezTo>
                        <a:cubicBezTo>
                          <a:pt x="270" y="33"/>
                          <a:pt x="261" y="24"/>
                          <a:pt x="245" y="20"/>
                        </a:cubicBezTo>
                        <a:cubicBezTo>
                          <a:pt x="240" y="19"/>
                          <a:pt x="236" y="12"/>
                          <a:pt x="232" y="8"/>
                        </a:cubicBezTo>
                        <a:cubicBezTo>
                          <a:pt x="237" y="5"/>
                          <a:pt x="242" y="1"/>
                          <a:pt x="247" y="1"/>
                        </a:cubicBezTo>
                        <a:cubicBezTo>
                          <a:pt x="276" y="0"/>
                          <a:pt x="305" y="1"/>
                          <a:pt x="335" y="1"/>
                        </a:cubicBezTo>
                        <a:cubicBezTo>
                          <a:pt x="339" y="1"/>
                          <a:pt x="342" y="6"/>
                          <a:pt x="346" y="8"/>
                        </a:cubicBezTo>
                        <a:cubicBezTo>
                          <a:pt x="343" y="11"/>
                          <a:pt x="340" y="16"/>
                          <a:pt x="337" y="17"/>
                        </a:cubicBezTo>
                        <a:cubicBezTo>
                          <a:pt x="309" y="27"/>
                          <a:pt x="304" y="33"/>
                          <a:pt x="304" y="61"/>
                        </a:cubicBezTo>
                        <a:cubicBezTo>
                          <a:pt x="304" y="143"/>
                          <a:pt x="304" y="224"/>
                          <a:pt x="304" y="306"/>
                        </a:cubicBezTo>
                        <a:cubicBezTo>
                          <a:pt x="304" y="313"/>
                          <a:pt x="299" y="321"/>
                          <a:pt x="297" y="328"/>
                        </a:cubicBezTo>
                        <a:cubicBezTo>
                          <a:pt x="289" y="324"/>
                          <a:pt x="280" y="322"/>
                          <a:pt x="275" y="316"/>
                        </a:cubicBezTo>
                        <a:cubicBezTo>
                          <a:pt x="239" y="277"/>
                          <a:pt x="205" y="237"/>
                          <a:pt x="170" y="197"/>
                        </a:cubicBezTo>
                        <a:cubicBezTo>
                          <a:pt x="142" y="164"/>
                          <a:pt x="114" y="131"/>
                          <a:pt x="86" y="98"/>
                        </a:cubicBezTo>
                        <a:cubicBezTo>
                          <a:pt x="84" y="96"/>
                          <a:pt x="80" y="95"/>
                          <a:pt x="76" y="93"/>
                        </a:cubicBezTo>
                        <a:cubicBezTo>
                          <a:pt x="75" y="97"/>
                          <a:pt x="72" y="101"/>
                          <a:pt x="72" y="105"/>
                        </a:cubicBezTo>
                        <a:cubicBezTo>
                          <a:pt x="72" y="148"/>
                          <a:pt x="72" y="192"/>
                          <a:pt x="73" y="235"/>
                        </a:cubicBezTo>
                        <a:cubicBezTo>
                          <a:pt x="73" y="247"/>
                          <a:pt x="73" y="259"/>
                          <a:pt x="73" y="271"/>
                        </a:cubicBezTo>
                        <a:cubicBezTo>
                          <a:pt x="74" y="286"/>
                          <a:pt x="81" y="296"/>
                          <a:pt x="96" y="299"/>
                        </a:cubicBezTo>
                        <a:cubicBezTo>
                          <a:pt x="100" y="300"/>
                          <a:pt x="104" y="301"/>
                          <a:pt x="107" y="303"/>
                        </a:cubicBezTo>
                        <a:cubicBezTo>
                          <a:pt x="110" y="305"/>
                          <a:pt x="113" y="309"/>
                          <a:pt x="113" y="312"/>
                        </a:cubicBezTo>
                        <a:cubicBezTo>
                          <a:pt x="112" y="315"/>
                          <a:pt x="107" y="318"/>
                          <a:pt x="104" y="318"/>
                        </a:cubicBezTo>
                        <a:cubicBezTo>
                          <a:pt x="73" y="318"/>
                          <a:pt x="41" y="318"/>
                          <a:pt x="10" y="318"/>
                        </a:cubicBezTo>
                        <a:cubicBezTo>
                          <a:pt x="7" y="318"/>
                          <a:pt x="3" y="314"/>
                          <a:pt x="0" y="312"/>
                        </a:cubicBezTo>
                        <a:cubicBezTo>
                          <a:pt x="3" y="309"/>
                          <a:pt x="5" y="305"/>
                          <a:pt x="8" y="303"/>
                        </a:cubicBezTo>
                        <a:cubicBezTo>
                          <a:pt x="15" y="300"/>
                          <a:pt x="24" y="299"/>
                          <a:pt x="29" y="295"/>
                        </a:cubicBezTo>
                        <a:cubicBezTo>
                          <a:pt x="35" y="288"/>
                          <a:pt x="41" y="279"/>
                          <a:pt x="41" y="271"/>
                        </a:cubicBezTo>
                        <a:cubicBezTo>
                          <a:pt x="42" y="205"/>
                          <a:pt x="41" y="139"/>
                          <a:pt x="43" y="73"/>
                        </a:cubicBezTo>
                        <a:cubicBezTo>
                          <a:pt x="44" y="45"/>
                          <a:pt x="33" y="29"/>
                          <a:pt x="8" y="19"/>
                        </a:cubicBezTo>
                        <a:cubicBezTo>
                          <a:pt x="5" y="17"/>
                          <a:pt x="3" y="12"/>
                          <a:pt x="0" y="8"/>
                        </a:cubicBezTo>
                        <a:cubicBezTo>
                          <a:pt x="4" y="6"/>
                          <a:pt x="7" y="2"/>
                          <a:pt x="11" y="2"/>
                        </a:cubicBezTo>
                        <a:cubicBezTo>
                          <a:pt x="33" y="1"/>
                          <a:pt x="56" y="0"/>
                          <a:pt x="78" y="2"/>
                        </a:cubicBezTo>
                        <a:cubicBezTo>
                          <a:pt x="86" y="2"/>
                          <a:pt x="95" y="9"/>
                          <a:pt x="100" y="15"/>
                        </a:cubicBezTo>
                        <a:cubicBezTo>
                          <a:pt x="135" y="54"/>
                          <a:pt x="168" y="94"/>
                          <a:pt x="202" y="134"/>
                        </a:cubicBezTo>
                        <a:cubicBezTo>
                          <a:pt x="222" y="157"/>
                          <a:pt x="242" y="180"/>
                          <a:pt x="262" y="203"/>
                        </a:cubicBezTo>
                        <a:cubicBezTo>
                          <a:pt x="264" y="205"/>
                          <a:pt x="269" y="207"/>
                          <a:pt x="270" y="207"/>
                        </a:cubicBezTo>
                        <a:cubicBezTo>
                          <a:pt x="273" y="204"/>
                          <a:pt x="275" y="200"/>
                          <a:pt x="275" y="197"/>
                        </a:cubicBezTo>
                        <a:cubicBezTo>
                          <a:pt x="275" y="174"/>
                          <a:pt x="275" y="152"/>
                          <a:pt x="275" y="1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0" name="Freeform 22"/>
                  <p:cNvSpPr/>
                  <p:nvPr/>
                </p:nvSpPr>
                <p:spPr bwMode="auto">
                  <a:xfrm>
                    <a:off x="5664200" y="4845051"/>
                    <a:ext cx="911225" cy="1008063"/>
                  </a:xfrm>
                  <a:custGeom>
                    <a:avLst/>
                    <a:gdLst>
                      <a:gd name="T0" fmla="*/ 133 w 289"/>
                      <a:gd name="T1" fmla="*/ 318 h 319"/>
                      <a:gd name="T2" fmla="*/ 15 w 289"/>
                      <a:gd name="T3" fmla="*/ 318 h 319"/>
                      <a:gd name="T4" fmla="*/ 0 w 289"/>
                      <a:gd name="T5" fmla="*/ 314 h 319"/>
                      <a:gd name="T6" fmla="*/ 11 w 289"/>
                      <a:gd name="T7" fmla="*/ 302 h 319"/>
                      <a:gd name="T8" fmla="*/ 35 w 289"/>
                      <a:gd name="T9" fmla="*/ 267 h 319"/>
                      <a:gd name="T10" fmla="*/ 35 w 289"/>
                      <a:gd name="T11" fmla="*/ 49 h 319"/>
                      <a:gd name="T12" fmla="*/ 12 w 289"/>
                      <a:gd name="T13" fmla="*/ 19 h 319"/>
                      <a:gd name="T14" fmla="*/ 1 w 289"/>
                      <a:gd name="T15" fmla="*/ 8 h 319"/>
                      <a:gd name="T16" fmla="*/ 16 w 289"/>
                      <a:gd name="T17" fmla="*/ 1 h 319"/>
                      <a:gd name="T18" fmla="*/ 245 w 289"/>
                      <a:gd name="T19" fmla="*/ 1 h 319"/>
                      <a:gd name="T20" fmla="*/ 264 w 289"/>
                      <a:gd name="T21" fmla="*/ 18 h 319"/>
                      <a:gd name="T22" fmla="*/ 264 w 289"/>
                      <a:gd name="T23" fmla="*/ 62 h 319"/>
                      <a:gd name="T24" fmla="*/ 257 w 289"/>
                      <a:gd name="T25" fmla="*/ 73 h 319"/>
                      <a:gd name="T26" fmla="*/ 245 w 289"/>
                      <a:gd name="T27" fmla="*/ 66 h 319"/>
                      <a:gd name="T28" fmla="*/ 186 w 289"/>
                      <a:gd name="T29" fmla="*/ 31 h 319"/>
                      <a:gd name="T30" fmla="*/ 118 w 289"/>
                      <a:gd name="T31" fmla="*/ 30 h 319"/>
                      <a:gd name="T32" fmla="*/ 100 w 289"/>
                      <a:gd name="T33" fmla="*/ 48 h 319"/>
                      <a:gd name="T34" fmla="*/ 100 w 289"/>
                      <a:gd name="T35" fmla="*/ 126 h 319"/>
                      <a:gd name="T36" fmla="*/ 110 w 289"/>
                      <a:gd name="T37" fmla="*/ 141 h 319"/>
                      <a:gd name="T38" fmla="*/ 188 w 289"/>
                      <a:gd name="T39" fmla="*/ 137 h 319"/>
                      <a:gd name="T40" fmla="*/ 211 w 289"/>
                      <a:gd name="T41" fmla="*/ 116 h 319"/>
                      <a:gd name="T42" fmla="*/ 227 w 289"/>
                      <a:gd name="T43" fmla="*/ 101 h 319"/>
                      <a:gd name="T44" fmla="*/ 233 w 289"/>
                      <a:gd name="T45" fmla="*/ 120 h 319"/>
                      <a:gd name="T46" fmla="*/ 233 w 289"/>
                      <a:gd name="T47" fmla="*/ 195 h 319"/>
                      <a:gd name="T48" fmla="*/ 226 w 289"/>
                      <a:gd name="T49" fmla="*/ 211 h 319"/>
                      <a:gd name="T50" fmla="*/ 214 w 289"/>
                      <a:gd name="T51" fmla="*/ 201 h 319"/>
                      <a:gd name="T52" fmla="*/ 162 w 289"/>
                      <a:gd name="T53" fmla="*/ 169 h 319"/>
                      <a:gd name="T54" fmla="*/ 117 w 289"/>
                      <a:gd name="T55" fmla="*/ 169 h 319"/>
                      <a:gd name="T56" fmla="*/ 100 w 289"/>
                      <a:gd name="T57" fmla="*/ 184 h 319"/>
                      <a:gd name="T58" fmla="*/ 100 w 289"/>
                      <a:gd name="T59" fmla="*/ 276 h 319"/>
                      <a:gd name="T60" fmla="*/ 122 w 289"/>
                      <a:gd name="T61" fmla="*/ 296 h 319"/>
                      <a:gd name="T62" fmla="*/ 200 w 289"/>
                      <a:gd name="T63" fmla="*/ 295 h 319"/>
                      <a:gd name="T64" fmla="*/ 261 w 289"/>
                      <a:gd name="T65" fmla="*/ 255 h 319"/>
                      <a:gd name="T66" fmla="*/ 273 w 289"/>
                      <a:gd name="T67" fmla="*/ 238 h 319"/>
                      <a:gd name="T68" fmla="*/ 285 w 289"/>
                      <a:gd name="T69" fmla="*/ 234 h 319"/>
                      <a:gd name="T70" fmla="*/ 288 w 289"/>
                      <a:gd name="T71" fmla="*/ 244 h 319"/>
                      <a:gd name="T72" fmla="*/ 278 w 289"/>
                      <a:gd name="T73" fmla="*/ 278 h 319"/>
                      <a:gd name="T74" fmla="*/ 274 w 289"/>
                      <a:gd name="T75" fmla="*/ 300 h 319"/>
                      <a:gd name="T76" fmla="*/ 254 w 289"/>
                      <a:gd name="T77" fmla="*/ 318 h 319"/>
                      <a:gd name="T78" fmla="*/ 133 w 289"/>
                      <a:gd name="T79" fmla="*/ 318 h 319"/>
                      <a:gd name="T80" fmla="*/ 133 w 289"/>
                      <a:gd name="T81" fmla="*/ 318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289" h="319">
                        <a:moveTo>
                          <a:pt x="133" y="318"/>
                        </a:moveTo>
                        <a:cubicBezTo>
                          <a:pt x="93" y="318"/>
                          <a:pt x="54" y="319"/>
                          <a:pt x="15" y="318"/>
                        </a:cubicBezTo>
                        <a:cubicBezTo>
                          <a:pt x="10" y="318"/>
                          <a:pt x="5" y="315"/>
                          <a:pt x="0" y="314"/>
                        </a:cubicBezTo>
                        <a:cubicBezTo>
                          <a:pt x="4" y="310"/>
                          <a:pt x="7" y="304"/>
                          <a:pt x="11" y="302"/>
                        </a:cubicBezTo>
                        <a:cubicBezTo>
                          <a:pt x="35" y="292"/>
                          <a:pt x="35" y="293"/>
                          <a:pt x="35" y="267"/>
                        </a:cubicBezTo>
                        <a:cubicBezTo>
                          <a:pt x="35" y="194"/>
                          <a:pt x="35" y="122"/>
                          <a:pt x="35" y="49"/>
                        </a:cubicBezTo>
                        <a:cubicBezTo>
                          <a:pt x="35" y="31"/>
                          <a:pt x="30" y="25"/>
                          <a:pt x="12" y="19"/>
                        </a:cubicBezTo>
                        <a:cubicBezTo>
                          <a:pt x="8" y="17"/>
                          <a:pt x="5" y="12"/>
                          <a:pt x="1" y="8"/>
                        </a:cubicBezTo>
                        <a:cubicBezTo>
                          <a:pt x="6" y="5"/>
                          <a:pt x="11" y="1"/>
                          <a:pt x="16" y="1"/>
                        </a:cubicBezTo>
                        <a:cubicBezTo>
                          <a:pt x="92" y="0"/>
                          <a:pt x="169" y="1"/>
                          <a:pt x="245" y="1"/>
                        </a:cubicBezTo>
                        <a:cubicBezTo>
                          <a:pt x="258" y="1"/>
                          <a:pt x="263" y="6"/>
                          <a:pt x="264" y="18"/>
                        </a:cubicBezTo>
                        <a:cubicBezTo>
                          <a:pt x="264" y="33"/>
                          <a:pt x="265" y="47"/>
                          <a:pt x="264" y="62"/>
                        </a:cubicBezTo>
                        <a:cubicBezTo>
                          <a:pt x="264" y="66"/>
                          <a:pt x="260" y="72"/>
                          <a:pt x="257" y="73"/>
                        </a:cubicBezTo>
                        <a:cubicBezTo>
                          <a:pt x="253" y="73"/>
                          <a:pt x="247" y="70"/>
                          <a:pt x="245" y="66"/>
                        </a:cubicBezTo>
                        <a:cubicBezTo>
                          <a:pt x="235" y="39"/>
                          <a:pt x="213" y="30"/>
                          <a:pt x="186" y="31"/>
                        </a:cubicBezTo>
                        <a:cubicBezTo>
                          <a:pt x="163" y="31"/>
                          <a:pt x="141" y="31"/>
                          <a:pt x="118" y="30"/>
                        </a:cubicBezTo>
                        <a:cubicBezTo>
                          <a:pt x="106" y="30"/>
                          <a:pt x="100" y="36"/>
                          <a:pt x="100" y="48"/>
                        </a:cubicBezTo>
                        <a:cubicBezTo>
                          <a:pt x="100" y="74"/>
                          <a:pt x="99" y="100"/>
                          <a:pt x="100" y="126"/>
                        </a:cubicBezTo>
                        <a:cubicBezTo>
                          <a:pt x="100" y="132"/>
                          <a:pt x="106" y="141"/>
                          <a:pt x="110" y="141"/>
                        </a:cubicBezTo>
                        <a:cubicBezTo>
                          <a:pt x="136" y="141"/>
                          <a:pt x="162" y="139"/>
                          <a:pt x="188" y="137"/>
                        </a:cubicBezTo>
                        <a:cubicBezTo>
                          <a:pt x="200" y="136"/>
                          <a:pt x="207" y="127"/>
                          <a:pt x="211" y="116"/>
                        </a:cubicBezTo>
                        <a:cubicBezTo>
                          <a:pt x="214" y="110"/>
                          <a:pt x="221" y="106"/>
                          <a:pt x="227" y="101"/>
                        </a:cubicBezTo>
                        <a:cubicBezTo>
                          <a:pt x="229" y="107"/>
                          <a:pt x="232" y="114"/>
                          <a:pt x="233" y="120"/>
                        </a:cubicBezTo>
                        <a:cubicBezTo>
                          <a:pt x="233" y="145"/>
                          <a:pt x="234" y="170"/>
                          <a:pt x="233" y="195"/>
                        </a:cubicBezTo>
                        <a:cubicBezTo>
                          <a:pt x="233" y="201"/>
                          <a:pt x="229" y="206"/>
                          <a:pt x="226" y="211"/>
                        </a:cubicBezTo>
                        <a:cubicBezTo>
                          <a:pt x="222" y="208"/>
                          <a:pt x="215" y="205"/>
                          <a:pt x="214" y="201"/>
                        </a:cubicBezTo>
                        <a:cubicBezTo>
                          <a:pt x="205" y="175"/>
                          <a:pt x="187" y="168"/>
                          <a:pt x="162" y="169"/>
                        </a:cubicBezTo>
                        <a:cubicBezTo>
                          <a:pt x="147" y="170"/>
                          <a:pt x="132" y="169"/>
                          <a:pt x="117" y="169"/>
                        </a:cubicBezTo>
                        <a:cubicBezTo>
                          <a:pt x="106" y="168"/>
                          <a:pt x="100" y="173"/>
                          <a:pt x="100" y="184"/>
                        </a:cubicBezTo>
                        <a:cubicBezTo>
                          <a:pt x="100" y="215"/>
                          <a:pt x="100" y="245"/>
                          <a:pt x="100" y="276"/>
                        </a:cubicBezTo>
                        <a:cubicBezTo>
                          <a:pt x="101" y="288"/>
                          <a:pt x="108" y="296"/>
                          <a:pt x="122" y="296"/>
                        </a:cubicBezTo>
                        <a:cubicBezTo>
                          <a:pt x="148" y="296"/>
                          <a:pt x="174" y="298"/>
                          <a:pt x="200" y="295"/>
                        </a:cubicBezTo>
                        <a:cubicBezTo>
                          <a:pt x="226" y="292"/>
                          <a:pt x="247" y="278"/>
                          <a:pt x="261" y="255"/>
                        </a:cubicBezTo>
                        <a:cubicBezTo>
                          <a:pt x="265" y="249"/>
                          <a:pt x="269" y="243"/>
                          <a:pt x="273" y="238"/>
                        </a:cubicBezTo>
                        <a:cubicBezTo>
                          <a:pt x="276" y="236"/>
                          <a:pt x="281" y="235"/>
                          <a:pt x="285" y="234"/>
                        </a:cubicBezTo>
                        <a:cubicBezTo>
                          <a:pt x="286" y="237"/>
                          <a:pt x="289" y="241"/>
                          <a:pt x="288" y="244"/>
                        </a:cubicBezTo>
                        <a:cubicBezTo>
                          <a:pt x="285" y="256"/>
                          <a:pt x="281" y="267"/>
                          <a:pt x="278" y="278"/>
                        </a:cubicBezTo>
                        <a:cubicBezTo>
                          <a:pt x="276" y="286"/>
                          <a:pt x="274" y="293"/>
                          <a:pt x="274" y="300"/>
                        </a:cubicBezTo>
                        <a:cubicBezTo>
                          <a:pt x="274" y="314"/>
                          <a:pt x="267" y="318"/>
                          <a:pt x="254" y="318"/>
                        </a:cubicBezTo>
                        <a:cubicBezTo>
                          <a:pt x="214" y="318"/>
                          <a:pt x="173" y="318"/>
                          <a:pt x="133" y="318"/>
                        </a:cubicBezTo>
                        <a:cubicBezTo>
                          <a:pt x="133" y="318"/>
                          <a:pt x="133" y="318"/>
                          <a:pt x="133" y="3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1" name="Freeform 24"/>
                  <p:cNvSpPr/>
                  <p:nvPr/>
                </p:nvSpPr>
                <p:spPr bwMode="auto">
                  <a:xfrm>
                    <a:off x="1778000" y="4845051"/>
                    <a:ext cx="1044575" cy="1055688"/>
                  </a:xfrm>
                  <a:custGeom>
                    <a:avLst/>
                    <a:gdLst>
                      <a:gd name="T0" fmla="*/ 42 w 331"/>
                      <a:gd name="T1" fmla="*/ 147 h 334"/>
                      <a:gd name="T2" fmla="*/ 42 w 331"/>
                      <a:gd name="T3" fmla="*/ 66 h 334"/>
                      <a:gd name="T4" fmla="*/ 6 w 331"/>
                      <a:gd name="T5" fmla="*/ 17 h 334"/>
                      <a:gd name="T6" fmla="*/ 0 w 331"/>
                      <a:gd name="T7" fmla="*/ 9 h 334"/>
                      <a:gd name="T8" fmla="*/ 6 w 331"/>
                      <a:gd name="T9" fmla="*/ 1 h 334"/>
                      <a:gd name="T10" fmla="*/ 32 w 331"/>
                      <a:gd name="T11" fmla="*/ 1 h 334"/>
                      <a:gd name="T12" fmla="*/ 133 w 331"/>
                      <a:gd name="T13" fmla="*/ 1 h 334"/>
                      <a:gd name="T14" fmla="*/ 147 w 331"/>
                      <a:gd name="T15" fmla="*/ 9 h 334"/>
                      <a:gd name="T16" fmla="*/ 134 w 331"/>
                      <a:gd name="T17" fmla="*/ 18 h 334"/>
                      <a:gd name="T18" fmla="*/ 107 w 331"/>
                      <a:gd name="T19" fmla="*/ 42 h 334"/>
                      <a:gd name="T20" fmla="*/ 108 w 331"/>
                      <a:gd name="T21" fmla="*/ 241 h 334"/>
                      <a:gd name="T22" fmla="*/ 127 w 331"/>
                      <a:gd name="T23" fmla="*/ 278 h 334"/>
                      <a:gd name="T24" fmla="*/ 246 w 331"/>
                      <a:gd name="T25" fmla="*/ 268 h 334"/>
                      <a:gd name="T26" fmla="*/ 263 w 331"/>
                      <a:gd name="T27" fmla="*/ 223 h 334"/>
                      <a:gd name="T28" fmla="*/ 263 w 331"/>
                      <a:gd name="T29" fmla="*/ 54 h 334"/>
                      <a:gd name="T30" fmla="*/ 239 w 331"/>
                      <a:gd name="T31" fmla="*/ 20 h 334"/>
                      <a:gd name="T32" fmla="*/ 226 w 331"/>
                      <a:gd name="T33" fmla="*/ 7 h 334"/>
                      <a:gd name="T34" fmla="*/ 243 w 331"/>
                      <a:gd name="T35" fmla="*/ 0 h 334"/>
                      <a:gd name="T36" fmla="*/ 318 w 331"/>
                      <a:gd name="T37" fmla="*/ 1 h 334"/>
                      <a:gd name="T38" fmla="*/ 331 w 331"/>
                      <a:gd name="T39" fmla="*/ 7 h 334"/>
                      <a:gd name="T40" fmla="*/ 322 w 331"/>
                      <a:gd name="T41" fmla="*/ 19 h 334"/>
                      <a:gd name="T42" fmla="*/ 291 w 331"/>
                      <a:gd name="T43" fmla="*/ 68 h 334"/>
                      <a:gd name="T44" fmla="*/ 291 w 331"/>
                      <a:gd name="T45" fmla="*/ 216 h 334"/>
                      <a:gd name="T46" fmla="*/ 263 w 331"/>
                      <a:gd name="T47" fmla="*/ 293 h 334"/>
                      <a:gd name="T48" fmla="*/ 224 w 331"/>
                      <a:gd name="T49" fmla="*/ 318 h 334"/>
                      <a:gd name="T50" fmla="*/ 100 w 331"/>
                      <a:gd name="T51" fmla="*/ 317 h 334"/>
                      <a:gd name="T52" fmla="*/ 42 w 331"/>
                      <a:gd name="T53" fmla="*/ 236 h 334"/>
                      <a:gd name="T54" fmla="*/ 42 w 331"/>
                      <a:gd name="T55" fmla="*/ 147 h 334"/>
                      <a:gd name="T56" fmla="*/ 42 w 331"/>
                      <a:gd name="T57" fmla="*/ 147 h 3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331" h="334">
                        <a:moveTo>
                          <a:pt x="42" y="147"/>
                        </a:moveTo>
                        <a:cubicBezTo>
                          <a:pt x="42" y="120"/>
                          <a:pt x="42" y="93"/>
                          <a:pt x="42" y="66"/>
                        </a:cubicBezTo>
                        <a:cubicBezTo>
                          <a:pt x="42" y="35"/>
                          <a:pt x="37" y="28"/>
                          <a:pt x="6" y="17"/>
                        </a:cubicBezTo>
                        <a:cubicBezTo>
                          <a:pt x="4" y="16"/>
                          <a:pt x="0" y="12"/>
                          <a:pt x="0" y="9"/>
                        </a:cubicBezTo>
                        <a:cubicBezTo>
                          <a:pt x="0" y="7"/>
                          <a:pt x="4" y="2"/>
                          <a:pt x="6" y="1"/>
                        </a:cubicBezTo>
                        <a:cubicBezTo>
                          <a:pt x="15" y="0"/>
                          <a:pt x="23" y="1"/>
                          <a:pt x="32" y="1"/>
                        </a:cubicBezTo>
                        <a:cubicBezTo>
                          <a:pt x="65" y="1"/>
                          <a:pt x="99" y="1"/>
                          <a:pt x="133" y="1"/>
                        </a:cubicBezTo>
                        <a:cubicBezTo>
                          <a:pt x="138" y="1"/>
                          <a:pt x="142" y="6"/>
                          <a:pt x="147" y="9"/>
                        </a:cubicBezTo>
                        <a:cubicBezTo>
                          <a:pt x="143" y="12"/>
                          <a:pt x="139" y="17"/>
                          <a:pt x="134" y="18"/>
                        </a:cubicBezTo>
                        <a:cubicBezTo>
                          <a:pt x="114" y="22"/>
                          <a:pt x="107" y="26"/>
                          <a:pt x="107" y="42"/>
                        </a:cubicBezTo>
                        <a:cubicBezTo>
                          <a:pt x="107" y="108"/>
                          <a:pt x="108" y="175"/>
                          <a:pt x="108" y="241"/>
                        </a:cubicBezTo>
                        <a:cubicBezTo>
                          <a:pt x="108" y="257"/>
                          <a:pt x="117" y="270"/>
                          <a:pt x="127" y="278"/>
                        </a:cubicBezTo>
                        <a:cubicBezTo>
                          <a:pt x="158" y="303"/>
                          <a:pt x="220" y="307"/>
                          <a:pt x="246" y="268"/>
                        </a:cubicBezTo>
                        <a:cubicBezTo>
                          <a:pt x="255" y="255"/>
                          <a:pt x="262" y="239"/>
                          <a:pt x="263" y="223"/>
                        </a:cubicBezTo>
                        <a:cubicBezTo>
                          <a:pt x="265" y="167"/>
                          <a:pt x="263" y="110"/>
                          <a:pt x="263" y="54"/>
                        </a:cubicBezTo>
                        <a:cubicBezTo>
                          <a:pt x="263" y="37"/>
                          <a:pt x="255" y="27"/>
                          <a:pt x="239" y="20"/>
                        </a:cubicBezTo>
                        <a:cubicBezTo>
                          <a:pt x="234" y="18"/>
                          <a:pt x="230" y="12"/>
                          <a:pt x="226" y="7"/>
                        </a:cubicBezTo>
                        <a:cubicBezTo>
                          <a:pt x="231" y="5"/>
                          <a:pt x="237" y="0"/>
                          <a:pt x="243" y="0"/>
                        </a:cubicBezTo>
                        <a:cubicBezTo>
                          <a:pt x="268" y="0"/>
                          <a:pt x="293" y="0"/>
                          <a:pt x="318" y="1"/>
                        </a:cubicBezTo>
                        <a:cubicBezTo>
                          <a:pt x="322" y="1"/>
                          <a:pt x="327" y="5"/>
                          <a:pt x="331" y="7"/>
                        </a:cubicBezTo>
                        <a:cubicBezTo>
                          <a:pt x="328" y="11"/>
                          <a:pt x="326" y="18"/>
                          <a:pt x="322" y="19"/>
                        </a:cubicBezTo>
                        <a:cubicBezTo>
                          <a:pt x="296" y="26"/>
                          <a:pt x="290" y="44"/>
                          <a:pt x="291" y="68"/>
                        </a:cubicBezTo>
                        <a:cubicBezTo>
                          <a:pt x="291" y="117"/>
                          <a:pt x="291" y="167"/>
                          <a:pt x="291" y="216"/>
                        </a:cubicBezTo>
                        <a:cubicBezTo>
                          <a:pt x="291" y="245"/>
                          <a:pt x="284" y="272"/>
                          <a:pt x="263" y="293"/>
                        </a:cubicBezTo>
                        <a:cubicBezTo>
                          <a:pt x="252" y="304"/>
                          <a:pt x="238" y="313"/>
                          <a:pt x="224" y="318"/>
                        </a:cubicBezTo>
                        <a:cubicBezTo>
                          <a:pt x="183" y="334"/>
                          <a:pt x="141" y="328"/>
                          <a:pt x="100" y="317"/>
                        </a:cubicBezTo>
                        <a:cubicBezTo>
                          <a:pt x="68" y="308"/>
                          <a:pt x="42" y="270"/>
                          <a:pt x="42" y="236"/>
                        </a:cubicBezTo>
                        <a:cubicBezTo>
                          <a:pt x="42" y="206"/>
                          <a:pt x="42" y="177"/>
                          <a:pt x="42" y="147"/>
                        </a:cubicBezTo>
                        <a:cubicBezTo>
                          <a:pt x="42" y="147"/>
                          <a:pt x="42" y="147"/>
                          <a:pt x="42" y="14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2" name="Freeform 26"/>
                  <p:cNvSpPr/>
                  <p:nvPr/>
                </p:nvSpPr>
                <p:spPr bwMode="auto">
                  <a:xfrm>
                    <a:off x="7677150" y="4803776"/>
                    <a:ext cx="744538" cy="1100138"/>
                  </a:xfrm>
                  <a:custGeom>
                    <a:avLst/>
                    <a:gdLst>
                      <a:gd name="T0" fmla="*/ 10 w 236"/>
                      <a:gd name="T1" fmla="*/ 282 h 348"/>
                      <a:gd name="T2" fmla="*/ 11 w 236"/>
                      <a:gd name="T3" fmla="*/ 243 h 348"/>
                      <a:gd name="T4" fmla="*/ 16 w 236"/>
                      <a:gd name="T5" fmla="*/ 231 h 348"/>
                      <a:gd name="T6" fmla="*/ 28 w 236"/>
                      <a:gd name="T7" fmla="*/ 240 h 348"/>
                      <a:gd name="T8" fmla="*/ 66 w 236"/>
                      <a:gd name="T9" fmla="*/ 292 h 348"/>
                      <a:gd name="T10" fmla="*/ 135 w 236"/>
                      <a:gd name="T11" fmla="*/ 314 h 348"/>
                      <a:gd name="T12" fmla="*/ 174 w 236"/>
                      <a:gd name="T13" fmla="*/ 277 h 348"/>
                      <a:gd name="T14" fmla="*/ 159 w 236"/>
                      <a:gd name="T15" fmla="*/ 232 h 348"/>
                      <a:gd name="T16" fmla="*/ 92 w 236"/>
                      <a:gd name="T17" fmla="*/ 185 h 348"/>
                      <a:gd name="T18" fmla="*/ 23 w 236"/>
                      <a:gd name="T19" fmla="*/ 130 h 348"/>
                      <a:gd name="T20" fmla="*/ 37 w 236"/>
                      <a:gd name="T21" fmla="*/ 34 h 348"/>
                      <a:gd name="T22" fmla="*/ 158 w 236"/>
                      <a:gd name="T23" fmla="*/ 17 h 348"/>
                      <a:gd name="T24" fmla="*/ 172 w 236"/>
                      <a:gd name="T25" fmla="*/ 22 h 348"/>
                      <a:gd name="T26" fmla="*/ 199 w 236"/>
                      <a:gd name="T27" fmla="*/ 17 h 348"/>
                      <a:gd name="T28" fmla="*/ 214 w 236"/>
                      <a:gd name="T29" fmla="*/ 10 h 348"/>
                      <a:gd name="T30" fmla="*/ 219 w 236"/>
                      <a:gd name="T31" fmla="*/ 24 h 348"/>
                      <a:gd name="T32" fmla="*/ 219 w 236"/>
                      <a:gd name="T33" fmla="*/ 96 h 348"/>
                      <a:gd name="T34" fmla="*/ 212 w 236"/>
                      <a:gd name="T35" fmla="*/ 110 h 348"/>
                      <a:gd name="T36" fmla="*/ 198 w 236"/>
                      <a:gd name="T37" fmla="*/ 99 h 348"/>
                      <a:gd name="T38" fmla="*/ 167 w 236"/>
                      <a:gd name="T39" fmla="*/ 53 h 348"/>
                      <a:gd name="T40" fmla="*/ 102 w 236"/>
                      <a:gd name="T41" fmla="*/ 34 h 348"/>
                      <a:gd name="T42" fmla="*/ 70 w 236"/>
                      <a:gd name="T43" fmla="*/ 72 h 348"/>
                      <a:gd name="T44" fmla="*/ 89 w 236"/>
                      <a:gd name="T45" fmla="*/ 106 h 348"/>
                      <a:gd name="T46" fmla="*/ 170 w 236"/>
                      <a:gd name="T47" fmla="*/ 155 h 348"/>
                      <a:gd name="T48" fmla="*/ 233 w 236"/>
                      <a:gd name="T49" fmla="*/ 247 h 348"/>
                      <a:gd name="T50" fmla="*/ 117 w 236"/>
                      <a:gd name="T51" fmla="*/ 340 h 348"/>
                      <a:gd name="T52" fmla="*/ 57 w 236"/>
                      <a:gd name="T53" fmla="*/ 324 h 348"/>
                      <a:gd name="T54" fmla="*/ 32 w 236"/>
                      <a:gd name="T55" fmla="*/ 329 h 348"/>
                      <a:gd name="T56" fmla="*/ 15 w 236"/>
                      <a:gd name="T57" fmla="*/ 336 h 348"/>
                      <a:gd name="T58" fmla="*/ 10 w 236"/>
                      <a:gd name="T59" fmla="*/ 320 h 348"/>
                      <a:gd name="T60" fmla="*/ 10 w 236"/>
                      <a:gd name="T61" fmla="*/ 282 h 348"/>
                      <a:gd name="T62" fmla="*/ 10 w 236"/>
                      <a:gd name="T63" fmla="*/ 282 h 3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236" h="348">
                        <a:moveTo>
                          <a:pt x="10" y="282"/>
                        </a:moveTo>
                        <a:cubicBezTo>
                          <a:pt x="10" y="269"/>
                          <a:pt x="10" y="256"/>
                          <a:pt x="11" y="243"/>
                        </a:cubicBezTo>
                        <a:cubicBezTo>
                          <a:pt x="11" y="239"/>
                          <a:pt x="14" y="235"/>
                          <a:pt x="16" y="231"/>
                        </a:cubicBezTo>
                        <a:cubicBezTo>
                          <a:pt x="20" y="234"/>
                          <a:pt x="25" y="236"/>
                          <a:pt x="28" y="240"/>
                        </a:cubicBezTo>
                        <a:cubicBezTo>
                          <a:pt x="40" y="257"/>
                          <a:pt x="51" y="277"/>
                          <a:pt x="66" y="292"/>
                        </a:cubicBezTo>
                        <a:cubicBezTo>
                          <a:pt x="84" y="312"/>
                          <a:pt x="109" y="316"/>
                          <a:pt x="135" y="314"/>
                        </a:cubicBezTo>
                        <a:cubicBezTo>
                          <a:pt x="158" y="311"/>
                          <a:pt x="167" y="295"/>
                          <a:pt x="174" y="277"/>
                        </a:cubicBezTo>
                        <a:cubicBezTo>
                          <a:pt x="180" y="259"/>
                          <a:pt x="172" y="243"/>
                          <a:pt x="159" y="232"/>
                        </a:cubicBezTo>
                        <a:cubicBezTo>
                          <a:pt x="138" y="215"/>
                          <a:pt x="115" y="201"/>
                          <a:pt x="92" y="185"/>
                        </a:cubicBezTo>
                        <a:cubicBezTo>
                          <a:pt x="67" y="169"/>
                          <a:pt x="40" y="156"/>
                          <a:pt x="23" y="130"/>
                        </a:cubicBezTo>
                        <a:cubicBezTo>
                          <a:pt x="0" y="93"/>
                          <a:pt x="12" y="58"/>
                          <a:pt x="37" y="34"/>
                        </a:cubicBezTo>
                        <a:cubicBezTo>
                          <a:pt x="73" y="0"/>
                          <a:pt x="115" y="4"/>
                          <a:pt x="158" y="17"/>
                        </a:cubicBezTo>
                        <a:cubicBezTo>
                          <a:pt x="163" y="18"/>
                          <a:pt x="168" y="20"/>
                          <a:pt x="172" y="22"/>
                        </a:cubicBezTo>
                        <a:cubicBezTo>
                          <a:pt x="183" y="27"/>
                          <a:pt x="191" y="26"/>
                          <a:pt x="199" y="17"/>
                        </a:cubicBezTo>
                        <a:cubicBezTo>
                          <a:pt x="202" y="13"/>
                          <a:pt x="209" y="12"/>
                          <a:pt x="214" y="10"/>
                        </a:cubicBezTo>
                        <a:cubicBezTo>
                          <a:pt x="216" y="15"/>
                          <a:pt x="219" y="19"/>
                          <a:pt x="219" y="24"/>
                        </a:cubicBezTo>
                        <a:cubicBezTo>
                          <a:pt x="220" y="48"/>
                          <a:pt x="220" y="72"/>
                          <a:pt x="219" y="96"/>
                        </a:cubicBezTo>
                        <a:cubicBezTo>
                          <a:pt x="219" y="101"/>
                          <a:pt x="215" y="105"/>
                          <a:pt x="212" y="110"/>
                        </a:cubicBezTo>
                        <a:cubicBezTo>
                          <a:pt x="207" y="106"/>
                          <a:pt x="202" y="104"/>
                          <a:pt x="198" y="99"/>
                        </a:cubicBezTo>
                        <a:cubicBezTo>
                          <a:pt x="188" y="84"/>
                          <a:pt x="180" y="66"/>
                          <a:pt x="167" y="53"/>
                        </a:cubicBezTo>
                        <a:cubicBezTo>
                          <a:pt x="150" y="36"/>
                          <a:pt x="128" y="28"/>
                          <a:pt x="102" y="34"/>
                        </a:cubicBezTo>
                        <a:cubicBezTo>
                          <a:pt x="82" y="39"/>
                          <a:pt x="71" y="55"/>
                          <a:pt x="70" y="72"/>
                        </a:cubicBezTo>
                        <a:cubicBezTo>
                          <a:pt x="69" y="83"/>
                          <a:pt x="79" y="99"/>
                          <a:pt x="89" y="106"/>
                        </a:cubicBezTo>
                        <a:cubicBezTo>
                          <a:pt x="115" y="124"/>
                          <a:pt x="143" y="138"/>
                          <a:pt x="170" y="155"/>
                        </a:cubicBezTo>
                        <a:cubicBezTo>
                          <a:pt x="204" y="176"/>
                          <a:pt x="232" y="203"/>
                          <a:pt x="233" y="247"/>
                        </a:cubicBezTo>
                        <a:cubicBezTo>
                          <a:pt x="236" y="314"/>
                          <a:pt x="173" y="348"/>
                          <a:pt x="117" y="340"/>
                        </a:cubicBezTo>
                        <a:cubicBezTo>
                          <a:pt x="97" y="336"/>
                          <a:pt x="77" y="328"/>
                          <a:pt x="57" y="324"/>
                        </a:cubicBezTo>
                        <a:cubicBezTo>
                          <a:pt x="49" y="322"/>
                          <a:pt x="41" y="327"/>
                          <a:pt x="32" y="329"/>
                        </a:cubicBezTo>
                        <a:cubicBezTo>
                          <a:pt x="27" y="331"/>
                          <a:pt x="21" y="334"/>
                          <a:pt x="15" y="336"/>
                        </a:cubicBezTo>
                        <a:cubicBezTo>
                          <a:pt x="13" y="331"/>
                          <a:pt x="10" y="325"/>
                          <a:pt x="10" y="320"/>
                        </a:cubicBezTo>
                        <a:cubicBezTo>
                          <a:pt x="9" y="307"/>
                          <a:pt x="10" y="295"/>
                          <a:pt x="10" y="282"/>
                        </a:cubicBezTo>
                        <a:cubicBezTo>
                          <a:pt x="10" y="282"/>
                          <a:pt x="10" y="282"/>
                          <a:pt x="10" y="2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3" name="Freeform 32"/>
                  <p:cNvSpPr/>
                  <p:nvPr/>
                </p:nvSpPr>
                <p:spPr bwMode="auto">
                  <a:xfrm>
                    <a:off x="10015538" y="4845051"/>
                    <a:ext cx="1025525" cy="1008063"/>
                  </a:xfrm>
                  <a:custGeom>
                    <a:avLst/>
                    <a:gdLst>
                      <a:gd name="T0" fmla="*/ 163 w 325"/>
                      <a:gd name="T1" fmla="*/ 319 h 319"/>
                      <a:gd name="T2" fmla="*/ 101 w 325"/>
                      <a:gd name="T3" fmla="*/ 318 h 319"/>
                      <a:gd name="T4" fmla="*/ 86 w 325"/>
                      <a:gd name="T5" fmla="*/ 312 h 319"/>
                      <a:gd name="T6" fmla="*/ 99 w 325"/>
                      <a:gd name="T7" fmla="*/ 302 h 319"/>
                      <a:gd name="T8" fmla="*/ 131 w 325"/>
                      <a:gd name="T9" fmla="*/ 262 h 319"/>
                      <a:gd name="T10" fmla="*/ 131 w 325"/>
                      <a:gd name="T11" fmla="*/ 186 h 319"/>
                      <a:gd name="T12" fmla="*/ 127 w 325"/>
                      <a:gd name="T13" fmla="*/ 169 h 319"/>
                      <a:gd name="T14" fmla="*/ 37 w 325"/>
                      <a:gd name="T15" fmla="*/ 42 h 319"/>
                      <a:gd name="T16" fmla="*/ 11 w 325"/>
                      <a:gd name="T17" fmla="*/ 20 h 319"/>
                      <a:gd name="T18" fmla="*/ 0 w 325"/>
                      <a:gd name="T19" fmla="*/ 8 h 319"/>
                      <a:gd name="T20" fmla="*/ 16 w 325"/>
                      <a:gd name="T21" fmla="*/ 1 h 319"/>
                      <a:gd name="T22" fmla="*/ 94 w 325"/>
                      <a:gd name="T23" fmla="*/ 1 h 319"/>
                      <a:gd name="T24" fmla="*/ 136 w 325"/>
                      <a:gd name="T25" fmla="*/ 1 h 319"/>
                      <a:gd name="T26" fmla="*/ 148 w 325"/>
                      <a:gd name="T27" fmla="*/ 8 h 319"/>
                      <a:gd name="T28" fmla="*/ 138 w 325"/>
                      <a:gd name="T29" fmla="*/ 17 h 319"/>
                      <a:gd name="T30" fmla="*/ 122 w 325"/>
                      <a:gd name="T31" fmla="*/ 51 h 319"/>
                      <a:gd name="T32" fmla="*/ 173 w 325"/>
                      <a:gd name="T33" fmla="*/ 126 h 319"/>
                      <a:gd name="T34" fmla="*/ 196 w 325"/>
                      <a:gd name="T35" fmla="*/ 127 h 319"/>
                      <a:gd name="T36" fmla="*/ 244 w 325"/>
                      <a:gd name="T37" fmla="*/ 57 h 319"/>
                      <a:gd name="T38" fmla="*/ 252 w 325"/>
                      <a:gd name="T39" fmla="*/ 44 h 319"/>
                      <a:gd name="T40" fmla="*/ 239 w 325"/>
                      <a:gd name="T41" fmla="*/ 19 h 319"/>
                      <a:gd name="T42" fmla="*/ 225 w 325"/>
                      <a:gd name="T43" fmla="*/ 17 h 319"/>
                      <a:gd name="T44" fmla="*/ 217 w 325"/>
                      <a:gd name="T45" fmla="*/ 11 h 319"/>
                      <a:gd name="T46" fmla="*/ 222 w 325"/>
                      <a:gd name="T47" fmla="*/ 2 h 319"/>
                      <a:gd name="T48" fmla="*/ 234 w 325"/>
                      <a:gd name="T49" fmla="*/ 0 h 319"/>
                      <a:gd name="T50" fmla="*/ 307 w 325"/>
                      <a:gd name="T51" fmla="*/ 1 h 319"/>
                      <a:gd name="T52" fmla="*/ 325 w 325"/>
                      <a:gd name="T53" fmla="*/ 8 h 319"/>
                      <a:gd name="T54" fmla="*/ 312 w 325"/>
                      <a:gd name="T55" fmla="*/ 22 h 319"/>
                      <a:gd name="T56" fmla="*/ 285 w 325"/>
                      <a:gd name="T57" fmla="*/ 48 h 319"/>
                      <a:gd name="T58" fmla="*/ 202 w 325"/>
                      <a:gd name="T59" fmla="*/ 165 h 319"/>
                      <a:gd name="T60" fmla="*/ 196 w 325"/>
                      <a:gd name="T61" fmla="*/ 185 h 319"/>
                      <a:gd name="T62" fmla="*/ 196 w 325"/>
                      <a:gd name="T63" fmla="*/ 272 h 319"/>
                      <a:gd name="T64" fmla="*/ 223 w 325"/>
                      <a:gd name="T65" fmla="*/ 302 h 319"/>
                      <a:gd name="T66" fmla="*/ 238 w 325"/>
                      <a:gd name="T67" fmla="*/ 311 h 319"/>
                      <a:gd name="T68" fmla="*/ 222 w 325"/>
                      <a:gd name="T69" fmla="*/ 318 h 319"/>
                      <a:gd name="T70" fmla="*/ 163 w 325"/>
                      <a:gd name="T71" fmla="*/ 318 h 319"/>
                      <a:gd name="T72" fmla="*/ 163 w 325"/>
                      <a:gd name="T73" fmla="*/ 319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325" h="319">
                        <a:moveTo>
                          <a:pt x="163" y="319"/>
                        </a:moveTo>
                        <a:cubicBezTo>
                          <a:pt x="142" y="319"/>
                          <a:pt x="122" y="319"/>
                          <a:pt x="101" y="318"/>
                        </a:cubicBezTo>
                        <a:cubicBezTo>
                          <a:pt x="96" y="318"/>
                          <a:pt x="91" y="314"/>
                          <a:pt x="86" y="312"/>
                        </a:cubicBezTo>
                        <a:cubicBezTo>
                          <a:pt x="90" y="309"/>
                          <a:pt x="94" y="302"/>
                          <a:pt x="99" y="302"/>
                        </a:cubicBezTo>
                        <a:cubicBezTo>
                          <a:pt x="123" y="300"/>
                          <a:pt x="129" y="292"/>
                          <a:pt x="131" y="262"/>
                        </a:cubicBezTo>
                        <a:cubicBezTo>
                          <a:pt x="132" y="237"/>
                          <a:pt x="132" y="211"/>
                          <a:pt x="131" y="186"/>
                        </a:cubicBezTo>
                        <a:cubicBezTo>
                          <a:pt x="131" y="180"/>
                          <a:pt x="130" y="174"/>
                          <a:pt x="127" y="169"/>
                        </a:cubicBezTo>
                        <a:cubicBezTo>
                          <a:pt x="97" y="126"/>
                          <a:pt x="67" y="84"/>
                          <a:pt x="37" y="42"/>
                        </a:cubicBezTo>
                        <a:cubicBezTo>
                          <a:pt x="30" y="33"/>
                          <a:pt x="19" y="28"/>
                          <a:pt x="11" y="20"/>
                        </a:cubicBezTo>
                        <a:cubicBezTo>
                          <a:pt x="7" y="16"/>
                          <a:pt x="4" y="12"/>
                          <a:pt x="0" y="8"/>
                        </a:cubicBezTo>
                        <a:cubicBezTo>
                          <a:pt x="5" y="6"/>
                          <a:pt x="11" y="1"/>
                          <a:pt x="16" y="1"/>
                        </a:cubicBezTo>
                        <a:cubicBezTo>
                          <a:pt x="42" y="0"/>
                          <a:pt x="68" y="1"/>
                          <a:pt x="94" y="1"/>
                        </a:cubicBezTo>
                        <a:cubicBezTo>
                          <a:pt x="108" y="1"/>
                          <a:pt x="122" y="0"/>
                          <a:pt x="136" y="1"/>
                        </a:cubicBezTo>
                        <a:cubicBezTo>
                          <a:pt x="140" y="1"/>
                          <a:pt x="144" y="6"/>
                          <a:pt x="148" y="8"/>
                        </a:cubicBezTo>
                        <a:cubicBezTo>
                          <a:pt x="144" y="11"/>
                          <a:pt x="141" y="17"/>
                          <a:pt x="138" y="17"/>
                        </a:cubicBezTo>
                        <a:cubicBezTo>
                          <a:pt x="111" y="21"/>
                          <a:pt x="107" y="29"/>
                          <a:pt x="122" y="51"/>
                        </a:cubicBezTo>
                        <a:cubicBezTo>
                          <a:pt x="140" y="76"/>
                          <a:pt x="156" y="101"/>
                          <a:pt x="173" y="126"/>
                        </a:cubicBezTo>
                        <a:cubicBezTo>
                          <a:pt x="181" y="138"/>
                          <a:pt x="189" y="138"/>
                          <a:pt x="196" y="127"/>
                        </a:cubicBezTo>
                        <a:cubicBezTo>
                          <a:pt x="213" y="104"/>
                          <a:pt x="229" y="80"/>
                          <a:pt x="244" y="57"/>
                        </a:cubicBezTo>
                        <a:cubicBezTo>
                          <a:pt x="247" y="53"/>
                          <a:pt x="250" y="48"/>
                          <a:pt x="252" y="44"/>
                        </a:cubicBezTo>
                        <a:cubicBezTo>
                          <a:pt x="257" y="31"/>
                          <a:pt x="253" y="22"/>
                          <a:pt x="239" y="19"/>
                        </a:cubicBezTo>
                        <a:cubicBezTo>
                          <a:pt x="235" y="18"/>
                          <a:pt x="229" y="18"/>
                          <a:pt x="225" y="17"/>
                        </a:cubicBezTo>
                        <a:cubicBezTo>
                          <a:pt x="222" y="16"/>
                          <a:pt x="217" y="13"/>
                          <a:pt x="217" y="11"/>
                        </a:cubicBezTo>
                        <a:cubicBezTo>
                          <a:pt x="217" y="8"/>
                          <a:pt x="220" y="4"/>
                          <a:pt x="222" y="2"/>
                        </a:cubicBezTo>
                        <a:cubicBezTo>
                          <a:pt x="225" y="0"/>
                          <a:pt x="230" y="0"/>
                          <a:pt x="234" y="0"/>
                        </a:cubicBezTo>
                        <a:cubicBezTo>
                          <a:pt x="258" y="0"/>
                          <a:pt x="283" y="0"/>
                          <a:pt x="307" y="1"/>
                        </a:cubicBezTo>
                        <a:cubicBezTo>
                          <a:pt x="313" y="1"/>
                          <a:pt x="319" y="6"/>
                          <a:pt x="325" y="8"/>
                        </a:cubicBezTo>
                        <a:cubicBezTo>
                          <a:pt x="321" y="13"/>
                          <a:pt x="317" y="17"/>
                          <a:pt x="312" y="22"/>
                        </a:cubicBezTo>
                        <a:cubicBezTo>
                          <a:pt x="303" y="30"/>
                          <a:pt x="292" y="38"/>
                          <a:pt x="285" y="48"/>
                        </a:cubicBezTo>
                        <a:cubicBezTo>
                          <a:pt x="256" y="86"/>
                          <a:pt x="229" y="126"/>
                          <a:pt x="202" y="165"/>
                        </a:cubicBezTo>
                        <a:cubicBezTo>
                          <a:pt x="198" y="170"/>
                          <a:pt x="196" y="178"/>
                          <a:pt x="196" y="185"/>
                        </a:cubicBezTo>
                        <a:cubicBezTo>
                          <a:pt x="195" y="214"/>
                          <a:pt x="196" y="243"/>
                          <a:pt x="196" y="272"/>
                        </a:cubicBezTo>
                        <a:cubicBezTo>
                          <a:pt x="197" y="293"/>
                          <a:pt x="202" y="298"/>
                          <a:pt x="223" y="302"/>
                        </a:cubicBezTo>
                        <a:cubicBezTo>
                          <a:pt x="228" y="303"/>
                          <a:pt x="233" y="308"/>
                          <a:pt x="238" y="311"/>
                        </a:cubicBezTo>
                        <a:cubicBezTo>
                          <a:pt x="233" y="313"/>
                          <a:pt x="228" y="318"/>
                          <a:pt x="222" y="318"/>
                        </a:cubicBezTo>
                        <a:cubicBezTo>
                          <a:pt x="203" y="319"/>
                          <a:pt x="183" y="318"/>
                          <a:pt x="163" y="318"/>
                        </a:cubicBezTo>
                        <a:cubicBezTo>
                          <a:pt x="163" y="318"/>
                          <a:pt x="163" y="319"/>
                          <a:pt x="163" y="3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4" name="Freeform 33"/>
                  <p:cNvSpPr/>
                  <p:nvPr/>
                </p:nvSpPr>
                <p:spPr bwMode="auto">
                  <a:xfrm>
                    <a:off x="9063038" y="4845051"/>
                    <a:ext cx="914400" cy="1008063"/>
                  </a:xfrm>
                  <a:custGeom>
                    <a:avLst/>
                    <a:gdLst>
                      <a:gd name="T0" fmla="*/ 146 w 290"/>
                      <a:gd name="T1" fmla="*/ 1 h 319"/>
                      <a:gd name="T2" fmla="*/ 267 w 290"/>
                      <a:gd name="T3" fmla="*/ 0 h 319"/>
                      <a:gd name="T4" fmla="*/ 286 w 290"/>
                      <a:gd name="T5" fmla="*/ 19 h 319"/>
                      <a:gd name="T6" fmla="*/ 290 w 290"/>
                      <a:gd name="T7" fmla="*/ 67 h 319"/>
                      <a:gd name="T8" fmla="*/ 283 w 290"/>
                      <a:gd name="T9" fmla="*/ 85 h 319"/>
                      <a:gd name="T10" fmla="*/ 270 w 290"/>
                      <a:gd name="T11" fmla="*/ 72 h 319"/>
                      <a:gd name="T12" fmla="*/ 257 w 290"/>
                      <a:gd name="T13" fmla="*/ 47 h 319"/>
                      <a:gd name="T14" fmla="*/ 214 w 290"/>
                      <a:gd name="T15" fmla="*/ 30 h 319"/>
                      <a:gd name="T16" fmla="*/ 175 w 290"/>
                      <a:gd name="T17" fmla="*/ 70 h 319"/>
                      <a:gd name="T18" fmla="*/ 175 w 290"/>
                      <a:gd name="T19" fmla="*/ 253 h 319"/>
                      <a:gd name="T20" fmla="*/ 177 w 290"/>
                      <a:gd name="T21" fmla="*/ 272 h 319"/>
                      <a:gd name="T22" fmla="*/ 208 w 290"/>
                      <a:gd name="T23" fmla="*/ 302 h 319"/>
                      <a:gd name="T24" fmla="*/ 220 w 290"/>
                      <a:gd name="T25" fmla="*/ 312 h 319"/>
                      <a:gd name="T26" fmla="*/ 207 w 290"/>
                      <a:gd name="T27" fmla="*/ 318 h 319"/>
                      <a:gd name="T28" fmla="*/ 81 w 290"/>
                      <a:gd name="T29" fmla="*/ 318 h 319"/>
                      <a:gd name="T30" fmla="*/ 68 w 290"/>
                      <a:gd name="T31" fmla="*/ 311 h 319"/>
                      <a:gd name="T32" fmla="*/ 80 w 290"/>
                      <a:gd name="T33" fmla="*/ 303 h 319"/>
                      <a:gd name="T34" fmla="*/ 110 w 290"/>
                      <a:gd name="T35" fmla="*/ 268 h 319"/>
                      <a:gd name="T36" fmla="*/ 110 w 290"/>
                      <a:gd name="T37" fmla="*/ 57 h 319"/>
                      <a:gd name="T38" fmla="*/ 84 w 290"/>
                      <a:gd name="T39" fmla="*/ 30 h 319"/>
                      <a:gd name="T40" fmla="*/ 28 w 290"/>
                      <a:gd name="T41" fmla="*/ 52 h 319"/>
                      <a:gd name="T42" fmla="*/ 16 w 290"/>
                      <a:gd name="T43" fmla="*/ 76 h 319"/>
                      <a:gd name="T44" fmla="*/ 5 w 290"/>
                      <a:gd name="T45" fmla="*/ 84 h 319"/>
                      <a:gd name="T46" fmla="*/ 0 w 290"/>
                      <a:gd name="T47" fmla="*/ 72 h 319"/>
                      <a:gd name="T48" fmla="*/ 3 w 290"/>
                      <a:gd name="T49" fmla="*/ 19 h 319"/>
                      <a:gd name="T50" fmla="*/ 25 w 290"/>
                      <a:gd name="T51" fmla="*/ 0 h 319"/>
                      <a:gd name="T52" fmla="*/ 146 w 290"/>
                      <a:gd name="T53" fmla="*/ 0 h 319"/>
                      <a:gd name="T54" fmla="*/ 146 w 290"/>
                      <a:gd name="T55" fmla="*/ 1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290" h="319">
                        <a:moveTo>
                          <a:pt x="146" y="1"/>
                        </a:moveTo>
                        <a:cubicBezTo>
                          <a:pt x="187" y="1"/>
                          <a:pt x="227" y="1"/>
                          <a:pt x="267" y="0"/>
                        </a:cubicBezTo>
                        <a:cubicBezTo>
                          <a:pt x="281" y="0"/>
                          <a:pt x="285" y="8"/>
                          <a:pt x="286" y="19"/>
                        </a:cubicBezTo>
                        <a:cubicBezTo>
                          <a:pt x="288" y="35"/>
                          <a:pt x="289" y="51"/>
                          <a:pt x="290" y="67"/>
                        </a:cubicBezTo>
                        <a:cubicBezTo>
                          <a:pt x="290" y="73"/>
                          <a:pt x="286" y="79"/>
                          <a:pt x="283" y="85"/>
                        </a:cubicBezTo>
                        <a:cubicBezTo>
                          <a:pt x="279" y="81"/>
                          <a:pt x="273" y="77"/>
                          <a:pt x="270" y="72"/>
                        </a:cubicBezTo>
                        <a:cubicBezTo>
                          <a:pt x="265" y="64"/>
                          <a:pt x="263" y="54"/>
                          <a:pt x="257" y="47"/>
                        </a:cubicBezTo>
                        <a:cubicBezTo>
                          <a:pt x="247" y="33"/>
                          <a:pt x="232" y="29"/>
                          <a:pt x="214" y="30"/>
                        </a:cubicBezTo>
                        <a:cubicBezTo>
                          <a:pt x="173" y="31"/>
                          <a:pt x="175" y="24"/>
                          <a:pt x="175" y="70"/>
                        </a:cubicBezTo>
                        <a:cubicBezTo>
                          <a:pt x="175" y="131"/>
                          <a:pt x="175" y="192"/>
                          <a:pt x="175" y="253"/>
                        </a:cubicBezTo>
                        <a:cubicBezTo>
                          <a:pt x="175" y="259"/>
                          <a:pt x="176" y="266"/>
                          <a:pt x="177" y="272"/>
                        </a:cubicBezTo>
                        <a:cubicBezTo>
                          <a:pt x="180" y="296"/>
                          <a:pt x="183" y="298"/>
                          <a:pt x="208" y="302"/>
                        </a:cubicBezTo>
                        <a:cubicBezTo>
                          <a:pt x="212" y="303"/>
                          <a:pt x="216" y="309"/>
                          <a:pt x="220" y="312"/>
                        </a:cubicBezTo>
                        <a:cubicBezTo>
                          <a:pt x="216" y="314"/>
                          <a:pt x="211" y="318"/>
                          <a:pt x="207" y="318"/>
                        </a:cubicBezTo>
                        <a:cubicBezTo>
                          <a:pt x="165" y="319"/>
                          <a:pt x="123" y="319"/>
                          <a:pt x="81" y="318"/>
                        </a:cubicBezTo>
                        <a:cubicBezTo>
                          <a:pt x="76" y="318"/>
                          <a:pt x="72" y="314"/>
                          <a:pt x="68" y="311"/>
                        </a:cubicBezTo>
                        <a:cubicBezTo>
                          <a:pt x="72" y="309"/>
                          <a:pt x="75" y="304"/>
                          <a:pt x="80" y="303"/>
                        </a:cubicBezTo>
                        <a:cubicBezTo>
                          <a:pt x="109" y="298"/>
                          <a:pt x="110" y="297"/>
                          <a:pt x="110" y="268"/>
                        </a:cubicBezTo>
                        <a:cubicBezTo>
                          <a:pt x="110" y="198"/>
                          <a:pt x="110" y="127"/>
                          <a:pt x="110" y="57"/>
                        </a:cubicBezTo>
                        <a:cubicBezTo>
                          <a:pt x="110" y="30"/>
                          <a:pt x="110" y="31"/>
                          <a:pt x="84" y="30"/>
                        </a:cubicBezTo>
                        <a:cubicBezTo>
                          <a:pt x="60" y="28"/>
                          <a:pt x="41" y="32"/>
                          <a:pt x="28" y="52"/>
                        </a:cubicBezTo>
                        <a:cubicBezTo>
                          <a:pt x="23" y="60"/>
                          <a:pt x="21" y="69"/>
                          <a:pt x="16" y="76"/>
                        </a:cubicBezTo>
                        <a:cubicBezTo>
                          <a:pt x="14" y="80"/>
                          <a:pt x="9" y="82"/>
                          <a:pt x="5" y="84"/>
                        </a:cubicBezTo>
                        <a:cubicBezTo>
                          <a:pt x="3" y="80"/>
                          <a:pt x="0" y="76"/>
                          <a:pt x="0" y="72"/>
                        </a:cubicBezTo>
                        <a:cubicBezTo>
                          <a:pt x="1" y="54"/>
                          <a:pt x="3" y="36"/>
                          <a:pt x="3" y="19"/>
                        </a:cubicBezTo>
                        <a:cubicBezTo>
                          <a:pt x="4" y="4"/>
                          <a:pt x="12" y="0"/>
                          <a:pt x="25" y="0"/>
                        </a:cubicBezTo>
                        <a:cubicBezTo>
                          <a:pt x="65" y="0"/>
                          <a:pt x="106" y="0"/>
                          <a:pt x="146" y="0"/>
                        </a:cubicBezTo>
                        <a:cubicBezTo>
                          <a:pt x="146" y="0"/>
                          <a:pt x="146" y="0"/>
                          <a:pt x="146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5" name="Freeform 34"/>
                  <p:cNvSpPr/>
                  <p:nvPr/>
                </p:nvSpPr>
                <p:spPr bwMode="auto">
                  <a:xfrm>
                    <a:off x="4597400" y="4841876"/>
                    <a:ext cx="1009650" cy="1036638"/>
                  </a:xfrm>
                  <a:custGeom>
                    <a:avLst/>
                    <a:gdLst>
                      <a:gd name="T0" fmla="*/ 69 w 320"/>
                      <a:gd name="T1" fmla="*/ 1 h 328"/>
                      <a:gd name="T2" fmla="*/ 124 w 320"/>
                      <a:gd name="T3" fmla="*/ 1 h 328"/>
                      <a:gd name="T4" fmla="*/ 138 w 320"/>
                      <a:gd name="T5" fmla="*/ 9 h 328"/>
                      <a:gd name="T6" fmla="*/ 127 w 320"/>
                      <a:gd name="T7" fmla="*/ 19 h 328"/>
                      <a:gd name="T8" fmla="*/ 107 w 320"/>
                      <a:gd name="T9" fmla="*/ 47 h 328"/>
                      <a:gd name="T10" fmla="*/ 145 w 320"/>
                      <a:gd name="T11" fmla="*/ 153 h 328"/>
                      <a:gd name="T12" fmla="*/ 169 w 320"/>
                      <a:gd name="T13" fmla="*/ 211 h 328"/>
                      <a:gd name="T14" fmla="*/ 177 w 320"/>
                      <a:gd name="T15" fmla="*/ 222 h 328"/>
                      <a:gd name="T16" fmla="*/ 185 w 320"/>
                      <a:gd name="T17" fmla="*/ 211 h 328"/>
                      <a:gd name="T18" fmla="*/ 226 w 320"/>
                      <a:gd name="T19" fmla="*/ 115 h 328"/>
                      <a:gd name="T20" fmla="*/ 249 w 320"/>
                      <a:gd name="T21" fmla="*/ 52 h 328"/>
                      <a:gd name="T22" fmla="*/ 233 w 320"/>
                      <a:gd name="T23" fmla="*/ 23 h 328"/>
                      <a:gd name="T24" fmla="*/ 222 w 320"/>
                      <a:gd name="T25" fmla="*/ 19 h 328"/>
                      <a:gd name="T26" fmla="*/ 218 w 320"/>
                      <a:gd name="T27" fmla="*/ 7 h 328"/>
                      <a:gd name="T28" fmla="*/ 227 w 320"/>
                      <a:gd name="T29" fmla="*/ 2 h 328"/>
                      <a:gd name="T30" fmla="*/ 303 w 320"/>
                      <a:gd name="T31" fmla="*/ 2 h 328"/>
                      <a:gd name="T32" fmla="*/ 320 w 320"/>
                      <a:gd name="T33" fmla="*/ 9 h 328"/>
                      <a:gd name="T34" fmla="*/ 309 w 320"/>
                      <a:gd name="T35" fmla="*/ 22 h 328"/>
                      <a:gd name="T36" fmla="*/ 273 w 320"/>
                      <a:gd name="T37" fmla="*/ 65 h 328"/>
                      <a:gd name="T38" fmla="*/ 221 w 320"/>
                      <a:gd name="T39" fmla="*/ 193 h 328"/>
                      <a:gd name="T40" fmla="*/ 173 w 320"/>
                      <a:gd name="T41" fmla="*/ 313 h 328"/>
                      <a:gd name="T42" fmla="*/ 158 w 320"/>
                      <a:gd name="T43" fmla="*/ 328 h 328"/>
                      <a:gd name="T44" fmla="*/ 141 w 320"/>
                      <a:gd name="T45" fmla="*/ 314 h 328"/>
                      <a:gd name="T46" fmla="*/ 56 w 320"/>
                      <a:gd name="T47" fmla="*/ 105 h 328"/>
                      <a:gd name="T48" fmla="*/ 34 w 320"/>
                      <a:gd name="T49" fmla="*/ 51 h 328"/>
                      <a:gd name="T50" fmla="*/ 7 w 320"/>
                      <a:gd name="T51" fmla="*/ 20 h 328"/>
                      <a:gd name="T52" fmla="*/ 0 w 320"/>
                      <a:gd name="T53" fmla="*/ 9 h 328"/>
                      <a:gd name="T54" fmla="*/ 12 w 320"/>
                      <a:gd name="T55" fmla="*/ 3 h 328"/>
                      <a:gd name="T56" fmla="*/ 69 w 320"/>
                      <a:gd name="T57" fmla="*/ 2 h 328"/>
                      <a:gd name="T58" fmla="*/ 69 w 320"/>
                      <a:gd name="T59" fmla="*/ 1 h 3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320" h="328">
                        <a:moveTo>
                          <a:pt x="69" y="1"/>
                        </a:moveTo>
                        <a:cubicBezTo>
                          <a:pt x="87" y="1"/>
                          <a:pt x="106" y="0"/>
                          <a:pt x="124" y="1"/>
                        </a:cubicBezTo>
                        <a:cubicBezTo>
                          <a:pt x="129" y="1"/>
                          <a:pt x="133" y="6"/>
                          <a:pt x="138" y="9"/>
                        </a:cubicBezTo>
                        <a:cubicBezTo>
                          <a:pt x="134" y="13"/>
                          <a:pt x="131" y="18"/>
                          <a:pt x="127" y="19"/>
                        </a:cubicBezTo>
                        <a:cubicBezTo>
                          <a:pt x="109" y="23"/>
                          <a:pt x="102" y="30"/>
                          <a:pt x="107" y="47"/>
                        </a:cubicBezTo>
                        <a:cubicBezTo>
                          <a:pt x="118" y="83"/>
                          <a:pt x="132" y="118"/>
                          <a:pt x="145" y="153"/>
                        </a:cubicBezTo>
                        <a:cubicBezTo>
                          <a:pt x="152" y="173"/>
                          <a:pt x="160" y="192"/>
                          <a:pt x="169" y="211"/>
                        </a:cubicBezTo>
                        <a:cubicBezTo>
                          <a:pt x="170" y="215"/>
                          <a:pt x="174" y="219"/>
                          <a:pt x="177" y="222"/>
                        </a:cubicBezTo>
                        <a:cubicBezTo>
                          <a:pt x="180" y="219"/>
                          <a:pt x="184" y="215"/>
                          <a:pt x="185" y="211"/>
                        </a:cubicBezTo>
                        <a:cubicBezTo>
                          <a:pt x="199" y="179"/>
                          <a:pt x="213" y="147"/>
                          <a:pt x="226" y="115"/>
                        </a:cubicBezTo>
                        <a:cubicBezTo>
                          <a:pt x="234" y="94"/>
                          <a:pt x="242" y="73"/>
                          <a:pt x="249" y="52"/>
                        </a:cubicBezTo>
                        <a:cubicBezTo>
                          <a:pt x="254" y="37"/>
                          <a:pt x="248" y="27"/>
                          <a:pt x="233" y="23"/>
                        </a:cubicBezTo>
                        <a:cubicBezTo>
                          <a:pt x="229" y="21"/>
                          <a:pt x="224" y="21"/>
                          <a:pt x="222" y="19"/>
                        </a:cubicBezTo>
                        <a:cubicBezTo>
                          <a:pt x="219" y="16"/>
                          <a:pt x="217" y="11"/>
                          <a:pt x="218" y="7"/>
                        </a:cubicBezTo>
                        <a:cubicBezTo>
                          <a:pt x="218" y="5"/>
                          <a:pt x="224" y="2"/>
                          <a:pt x="227" y="2"/>
                        </a:cubicBezTo>
                        <a:cubicBezTo>
                          <a:pt x="252" y="1"/>
                          <a:pt x="278" y="1"/>
                          <a:pt x="303" y="2"/>
                        </a:cubicBezTo>
                        <a:cubicBezTo>
                          <a:pt x="309" y="2"/>
                          <a:pt x="314" y="6"/>
                          <a:pt x="320" y="9"/>
                        </a:cubicBezTo>
                        <a:cubicBezTo>
                          <a:pt x="316" y="13"/>
                          <a:pt x="313" y="19"/>
                          <a:pt x="309" y="22"/>
                        </a:cubicBezTo>
                        <a:cubicBezTo>
                          <a:pt x="291" y="32"/>
                          <a:pt x="281" y="47"/>
                          <a:pt x="273" y="65"/>
                        </a:cubicBezTo>
                        <a:cubicBezTo>
                          <a:pt x="255" y="108"/>
                          <a:pt x="238" y="150"/>
                          <a:pt x="221" y="193"/>
                        </a:cubicBezTo>
                        <a:cubicBezTo>
                          <a:pt x="205" y="233"/>
                          <a:pt x="190" y="273"/>
                          <a:pt x="173" y="313"/>
                        </a:cubicBezTo>
                        <a:cubicBezTo>
                          <a:pt x="170" y="319"/>
                          <a:pt x="163" y="328"/>
                          <a:pt x="158" y="328"/>
                        </a:cubicBezTo>
                        <a:cubicBezTo>
                          <a:pt x="152" y="327"/>
                          <a:pt x="143" y="320"/>
                          <a:pt x="141" y="314"/>
                        </a:cubicBezTo>
                        <a:cubicBezTo>
                          <a:pt x="112" y="244"/>
                          <a:pt x="84" y="174"/>
                          <a:pt x="56" y="105"/>
                        </a:cubicBezTo>
                        <a:cubicBezTo>
                          <a:pt x="48" y="87"/>
                          <a:pt x="43" y="68"/>
                          <a:pt x="34" y="51"/>
                        </a:cubicBezTo>
                        <a:cubicBezTo>
                          <a:pt x="28" y="39"/>
                          <a:pt x="16" y="30"/>
                          <a:pt x="7" y="20"/>
                        </a:cubicBezTo>
                        <a:cubicBezTo>
                          <a:pt x="5" y="17"/>
                          <a:pt x="3" y="12"/>
                          <a:pt x="0" y="9"/>
                        </a:cubicBezTo>
                        <a:cubicBezTo>
                          <a:pt x="4" y="7"/>
                          <a:pt x="8" y="3"/>
                          <a:pt x="12" y="3"/>
                        </a:cubicBezTo>
                        <a:cubicBezTo>
                          <a:pt x="31" y="2"/>
                          <a:pt x="50" y="2"/>
                          <a:pt x="69" y="2"/>
                        </a:cubicBezTo>
                        <a:cubicBezTo>
                          <a:pt x="69" y="2"/>
                          <a:pt x="69" y="1"/>
                          <a:pt x="69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6" name="Freeform 37"/>
                  <p:cNvSpPr/>
                  <p:nvPr/>
                </p:nvSpPr>
                <p:spPr bwMode="auto">
                  <a:xfrm>
                    <a:off x="8504238" y="4845051"/>
                    <a:ext cx="488950" cy="1008063"/>
                  </a:xfrm>
                  <a:custGeom>
                    <a:avLst/>
                    <a:gdLst>
                      <a:gd name="T0" fmla="*/ 76 w 155"/>
                      <a:gd name="T1" fmla="*/ 319 h 319"/>
                      <a:gd name="T2" fmla="*/ 14 w 155"/>
                      <a:gd name="T3" fmla="*/ 318 h 319"/>
                      <a:gd name="T4" fmla="*/ 1 w 155"/>
                      <a:gd name="T5" fmla="*/ 313 h 319"/>
                      <a:gd name="T6" fmla="*/ 13 w 155"/>
                      <a:gd name="T7" fmla="*/ 302 h 319"/>
                      <a:gd name="T8" fmla="*/ 44 w 155"/>
                      <a:gd name="T9" fmla="*/ 262 h 319"/>
                      <a:gd name="T10" fmla="*/ 44 w 155"/>
                      <a:gd name="T11" fmla="*/ 65 h 319"/>
                      <a:gd name="T12" fmla="*/ 43 w 155"/>
                      <a:gd name="T13" fmla="*/ 50 h 319"/>
                      <a:gd name="T14" fmla="*/ 13 w 155"/>
                      <a:gd name="T15" fmla="*/ 18 h 319"/>
                      <a:gd name="T16" fmla="*/ 0 w 155"/>
                      <a:gd name="T17" fmla="*/ 10 h 319"/>
                      <a:gd name="T18" fmla="*/ 13 w 155"/>
                      <a:gd name="T19" fmla="*/ 1 h 319"/>
                      <a:gd name="T20" fmla="*/ 142 w 155"/>
                      <a:gd name="T21" fmla="*/ 1 h 319"/>
                      <a:gd name="T22" fmla="*/ 155 w 155"/>
                      <a:gd name="T23" fmla="*/ 10 h 319"/>
                      <a:gd name="T24" fmla="*/ 142 w 155"/>
                      <a:gd name="T25" fmla="*/ 18 h 319"/>
                      <a:gd name="T26" fmla="*/ 112 w 155"/>
                      <a:gd name="T27" fmla="*/ 53 h 319"/>
                      <a:gd name="T28" fmla="*/ 112 w 155"/>
                      <a:gd name="T29" fmla="*/ 193 h 319"/>
                      <a:gd name="T30" fmla="*/ 112 w 155"/>
                      <a:gd name="T31" fmla="*/ 272 h 319"/>
                      <a:gd name="T32" fmla="*/ 139 w 155"/>
                      <a:gd name="T33" fmla="*/ 302 h 319"/>
                      <a:gd name="T34" fmla="*/ 154 w 155"/>
                      <a:gd name="T35" fmla="*/ 311 h 319"/>
                      <a:gd name="T36" fmla="*/ 138 w 155"/>
                      <a:gd name="T37" fmla="*/ 318 h 319"/>
                      <a:gd name="T38" fmla="*/ 76 w 155"/>
                      <a:gd name="T39" fmla="*/ 319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55" h="319">
                        <a:moveTo>
                          <a:pt x="76" y="319"/>
                        </a:moveTo>
                        <a:cubicBezTo>
                          <a:pt x="55" y="319"/>
                          <a:pt x="35" y="319"/>
                          <a:pt x="14" y="318"/>
                        </a:cubicBezTo>
                        <a:cubicBezTo>
                          <a:pt x="10" y="318"/>
                          <a:pt x="5" y="315"/>
                          <a:pt x="1" y="313"/>
                        </a:cubicBezTo>
                        <a:cubicBezTo>
                          <a:pt x="5" y="309"/>
                          <a:pt x="8" y="303"/>
                          <a:pt x="13" y="302"/>
                        </a:cubicBezTo>
                        <a:cubicBezTo>
                          <a:pt x="44" y="294"/>
                          <a:pt x="44" y="295"/>
                          <a:pt x="44" y="262"/>
                        </a:cubicBezTo>
                        <a:cubicBezTo>
                          <a:pt x="44" y="197"/>
                          <a:pt x="44" y="131"/>
                          <a:pt x="44" y="65"/>
                        </a:cubicBezTo>
                        <a:cubicBezTo>
                          <a:pt x="44" y="60"/>
                          <a:pt x="44" y="55"/>
                          <a:pt x="43" y="50"/>
                        </a:cubicBezTo>
                        <a:cubicBezTo>
                          <a:pt x="41" y="27"/>
                          <a:pt x="35" y="22"/>
                          <a:pt x="13" y="18"/>
                        </a:cubicBezTo>
                        <a:cubicBezTo>
                          <a:pt x="8" y="18"/>
                          <a:pt x="4" y="13"/>
                          <a:pt x="0" y="10"/>
                        </a:cubicBezTo>
                        <a:cubicBezTo>
                          <a:pt x="4" y="6"/>
                          <a:pt x="9" y="1"/>
                          <a:pt x="13" y="1"/>
                        </a:cubicBezTo>
                        <a:cubicBezTo>
                          <a:pt x="56" y="0"/>
                          <a:pt x="99" y="0"/>
                          <a:pt x="142" y="1"/>
                        </a:cubicBezTo>
                        <a:cubicBezTo>
                          <a:pt x="146" y="1"/>
                          <a:pt x="151" y="7"/>
                          <a:pt x="155" y="10"/>
                        </a:cubicBezTo>
                        <a:cubicBezTo>
                          <a:pt x="151" y="12"/>
                          <a:pt x="147" y="17"/>
                          <a:pt x="142" y="18"/>
                        </a:cubicBezTo>
                        <a:cubicBezTo>
                          <a:pt x="119" y="20"/>
                          <a:pt x="112" y="28"/>
                          <a:pt x="112" y="53"/>
                        </a:cubicBezTo>
                        <a:cubicBezTo>
                          <a:pt x="111" y="100"/>
                          <a:pt x="112" y="146"/>
                          <a:pt x="112" y="193"/>
                        </a:cubicBezTo>
                        <a:cubicBezTo>
                          <a:pt x="112" y="219"/>
                          <a:pt x="111" y="246"/>
                          <a:pt x="112" y="272"/>
                        </a:cubicBezTo>
                        <a:cubicBezTo>
                          <a:pt x="112" y="295"/>
                          <a:pt x="116" y="300"/>
                          <a:pt x="139" y="302"/>
                        </a:cubicBezTo>
                        <a:cubicBezTo>
                          <a:pt x="146" y="302"/>
                          <a:pt x="155" y="301"/>
                          <a:pt x="154" y="311"/>
                        </a:cubicBezTo>
                        <a:cubicBezTo>
                          <a:pt x="153" y="314"/>
                          <a:pt x="144" y="318"/>
                          <a:pt x="138" y="318"/>
                        </a:cubicBezTo>
                        <a:cubicBezTo>
                          <a:pt x="118" y="319"/>
                          <a:pt x="97" y="319"/>
                          <a:pt x="76" y="3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7" name="Freeform 38"/>
                  <p:cNvSpPr/>
                  <p:nvPr/>
                </p:nvSpPr>
                <p:spPr bwMode="auto">
                  <a:xfrm>
                    <a:off x="4038600" y="4841876"/>
                    <a:ext cx="501650" cy="1011238"/>
                  </a:xfrm>
                  <a:custGeom>
                    <a:avLst/>
                    <a:gdLst>
                      <a:gd name="T0" fmla="*/ 81 w 159"/>
                      <a:gd name="T1" fmla="*/ 320 h 320"/>
                      <a:gd name="T2" fmla="*/ 15 w 159"/>
                      <a:gd name="T3" fmla="*/ 319 h 320"/>
                      <a:gd name="T4" fmla="*/ 1 w 159"/>
                      <a:gd name="T5" fmla="*/ 312 h 320"/>
                      <a:gd name="T6" fmla="*/ 13 w 159"/>
                      <a:gd name="T7" fmla="*/ 303 h 320"/>
                      <a:gd name="T8" fmla="*/ 48 w 159"/>
                      <a:gd name="T9" fmla="*/ 259 h 320"/>
                      <a:gd name="T10" fmla="*/ 48 w 159"/>
                      <a:gd name="T11" fmla="*/ 64 h 320"/>
                      <a:gd name="T12" fmla="*/ 11 w 159"/>
                      <a:gd name="T13" fmla="*/ 19 h 320"/>
                      <a:gd name="T14" fmla="*/ 0 w 159"/>
                      <a:gd name="T15" fmla="*/ 9 h 320"/>
                      <a:gd name="T16" fmla="*/ 16 w 159"/>
                      <a:gd name="T17" fmla="*/ 1 h 320"/>
                      <a:gd name="T18" fmla="*/ 113 w 159"/>
                      <a:gd name="T19" fmla="*/ 2 h 320"/>
                      <a:gd name="T20" fmla="*/ 146 w 159"/>
                      <a:gd name="T21" fmla="*/ 2 h 320"/>
                      <a:gd name="T22" fmla="*/ 159 w 159"/>
                      <a:gd name="T23" fmla="*/ 11 h 320"/>
                      <a:gd name="T24" fmla="*/ 147 w 159"/>
                      <a:gd name="T25" fmla="*/ 19 h 320"/>
                      <a:gd name="T26" fmla="*/ 113 w 159"/>
                      <a:gd name="T27" fmla="*/ 60 h 320"/>
                      <a:gd name="T28" fmla="*/ 113 w 159"/>
                      <a:gd name="T29" fmla="*/ 269 h 320"/>
                      <a:gd name="T30" fmla="*/ 143 w 159"/>
                      <a:gd name="T31" fmla="*/ 302 h 320"/>
                      <a:gd name="T32" fmla="*/ 150 w 159"/>
                      <a:gd name="T33" fmla="*/ 304 h 320"/>
                      <a:gd name="T34" fmla="*/ 159 w 159"/>
                      <a:gd name="T35" fmla="*/ 314 h 320"/>
                      <a:gd name="T36" fmla="*/ 148 w 159"/>
                      <a:gd name="T37" fmla="*/ 319 h 320"/>
                      <a:gd name="T38" fmla="*/ 81 w 159"/>
                      <a:gd name="T39" fmla="*/ 320 h 320"/>
                      <a:gd name="T40" fmla="*/ 81 w 159"/>
                      <a:gd name="T41" fmla="*/ 320 h 3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59" h="320">
                        <a:moveTo>
                          <a:pt x="81" y="320"/>
                        </a:moveTo>
                        <a:cubicBezTo>
                          <a:pt x="59" y="320"/>
                          <a:pt x="37" y="320"/>
                          <a:pt x="15" y="319"/>
                        </a:cubicBezTo>
                        <a:cubicBezTo>
                          <a:pt x="10" y="319"/>
                          <a:pt x="5" y="315"/>
                          <a:pt x="1" y="312"/>
                        </a:cubicBezTo>
                        <a:cubicBezTo>
                          <a:pt x="5" y="309"/>
                          <a:pt x="8" y="304"/>
                          <a:pt x="13" y="303"/>
                        </a:cubicBezTo>
                        <a:cubicBezTo>
                          <a:pt x="47" y="295"/>
                          <a:pt x="48" y="295"/>
                          <a:pt x="48" y="259"/>
                        </a:cubicBezTo>
                        <a:cubicBezTo>
                          <a:pt x="48" y="194"/>
                          <a:pt x="48" y="129"/>
                          <a:pt x="48" y="64"/>
                        </a:cubicBezTo>
                        <a:cubicBezTo>
                          <a:pt x="48" y="34"/>
                          <a:pt x="45" y="20"/>
                          <a:pt x="11" y="19"/>
                        </a:cubicBezTo>
                        <a:cubicBezTo>
                          <a:pt x="7" y="18"/>
                          <a:pt x="4" y="13"/>
                          <a:pt x="0" y="9"/>
                        </a:cubicBezTo>
                        <a:cubicBezTo>
                          <a:pt x="5" y="7"/>
                          <a:pt x="10" y="1"/>
                          <a:pt x="16" y="1"/>
                        </a:cubicBezTo>
                        <a:cubicBezTo>
                          <a:pt x="48" y="1"/>
                          <a:pt x="81" y="2"/>
                          <a:pt x="113" y="2"/>
                        </a:cubicBezTo>
                        <a:cubicBezTo>
                          <a:pt x="124" y="2"/>
                          <a:pt x="135" y="0"/>
                          <a:pt x="146" y="2"/>
                        </a:cubicBezTo>
                        <a:cubicBezTo>
                          <a:pt x="151" y="2"/>
                          <a:pt x="155" y="7"/>
                          <a:pt x="159" y="11"/>
                        </a:cubicBezTo>
                        <a:cubicBezTo>
                          <a:pt x="155" y="13"/>
                          <a:pt x="152" y="18"/>
                          <a:pt x="147" y="19"/>
                        </a:cubicBezTo>
                        <a:cubicBezTo>
                          <a:pt x="117" y="24"/>
                          <a:pt x="113" y="28"/>
                          <a:pt x="113" y="60"/>
                        </a:cubicBezTo>
                        <a:cubicBezTo>
                          <a:pt x="113" y="130"/>
                          <a:pt x="113" y="199"/>
                          <a:pt x="113" y="269"/>
                        </a:cubicBezTo>
                        <a:cubicBezTo>
                          <a:pt x="113" y="293"/>
                          <a:pt x="118" y="298"/>
                          <a:pt x="143" y="302"/>
                        </a:cubicBezTo>
                        <a:cubicBezTo>
                          <a:pt x="145" y="303"/>
                          <a:pt x="148" y="303"/>
                          <a:pt x="150" y="304"/>
                        </a:cubicBezTo>
                        <a:cubicBezTo>
                          <a:pt x="153" y="307"/>
                          <a:pt x="156" y="311"/>
                          <a:pt x="159" y="314"/>
                        </a:cubicBezTo>
                        <a:cubicBezTo>
                          <a:pt x="155" y="316"/>
                          <a:pt x="152" y="319"/>
                          <a:pt x="148" y="319"/>
                        </a:cubicBezTo>
                        <a:cubicBezTo>
                          <a:pt x="126" y="320"/>
                          <a:pt x="103" y="320"/>
                          <a:pt x="81" y="320"/>
                        </a:cubicBezTo>
                        <a:cubicBezTo>
                          <a:pt x="81" y="320"/>
                          <a:pt x="81" y="320"/>
                          <a:pt x="81" y="3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367" name="Freeform 39"/>
                <p:cNvSpPr/>
                <p:nvPr/>
              </p:nvSpPr>
              <p:spPr bwMode="auto">
                <a:xfrm>
                  <a:off x="4811713" y="3390901"/>
                  <a:ext cx="492125" cy="1004888"/>
                </a:xfrm>
                <a:custGeom>
                  <a:avLst/>
                  <a:gdLst>
                    <a:gd name="T0" fmla="*/ 77 w 156"/>
                    <a:gd name="T1" fmla="*/ 0 h 318"/>
                    <a:gd name="T2" fmla="*/ 140 w 156"/>
                    <a:gd name="T3" fmla="*/ 1 h 318"/>
                    <a:gd name="T4" fmla="*/ 156 w 156"/>
                    <a:gd name="T5" fmla="*/ 8 h 318"/>
                    <a:gd name="T6" fmla="*/ 141 w 156"/>
                    <a:gd name="T7" fmla="*/ 19 h 318"/>
                    <a:gd name="T8" fmla="*/ 113 w 156"/>
                    <a:gd name="T9" fmla="*/ 51 h 318"/>
                    <a:gd name="T10" fmla="*/ 113 w 156"/>
                    <a:gd name="T11" fmla="*/ 270 h 318"/>
                    <a:gd name="T12" fmla="*/ 141 w 156"/>
                    <a:gd name="T13" fmla="*/ 302 h 318"/>
                    <a:gd name="T14" fmla="*/ 148 w 156"/>
                    <a:gd name="T15" fmla="*/ 303 h 318"/>
                    <a:gd name="T16" fmla="*/ 156 w 156"/>
                    <a:gd name="T17" fmla="*/ 310 h 318"/>
                    <a:gd name="T18" fmla="*/ 148 w 156"/>
                    <a:gd name="T19" fmla="*/ 317 h 318"/>
                    <a:gd name="T20" fmla="*/ 139 w 156"/>
                    <a:gd name="T21" fmla="*/ 318 h 318"/>
                    <a:gd name="T22" fmla="*/ 14 w 156"/>
                    <a:gd name="T23" fmla="*/ 318 h 318"/>
                    <a:gd name="T24" fmla="*/ 0 w 156"/>
                    <a:gd name="T25" fmla="*/ 311 h 318"/>
                    <a:gd name="T26" fmla="*/ 13 w 156"/>
                    <a:gd name="T27" fmla="*/ 302 h 318"/>
                    <a:gd name="T28" fmla="*/ 49 w 156"/>
                    <a:gd name="T29" fmla="*/ 262 h 318"/>
                    <a:gd name="T30" fmla="*/ 49 w 156"/>
                    <a:gd name="T31" fmla="*/ 59 h 318"/>
                    <a:gd name="T32" fmla="*/ 42 w 156"/>
                    <a:gd name="T33" fmla="*/ 32 h 318"/>
                    <a:gd name="T34" fmla="*/ 23 w 156"/>
                    <a:gd name="T35" fmla="*/ 20 h 318"/>
                    <a:gd name="T36" fmla="*/ 11 w 156"/>
                    <a:gd name="T37" fmla="*/ 18 h 318"/>
                    <a:gd name="T38" fmla="*/ 1 w 156"/>
                    <a:gd name="T39" fmla="*/ 7 h 318"/>
                    <a:gd name="T40" fmla="*/ 13 w 156"/>
                    <a:gd name="T41" fmla="*/ 1 h 318"/>
                    <a:gd name="T42" fmla="*/ 77 w 156"/>
                    <a:gd name="T43" fmla="*/ 1 h 318"/>
                    <a:gd name="T44" fmla="*/ 77 w 156"/>
                    <a:gd name="T45" fmla="*/ 0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6" h="318">
                      <a:moveTo>
                        <a:pt x="77" y="0"/>
                      </a:moveTo>
                      <a:cubicBezTo>
                        <a:pt x="98" y="0"/>
                        <a:pt x="119" y="0"/>
                        <a:pt x="140" y="1"/>
                      </a:cubicBezTo>
                      <a:cubicBezTo>
                        <a:pt x="146" y="1"/>
                        <a:pt x="151" y="6"/>
                        <a:pt x="156" y="8"/>
                      </a:cubicBezTo>
                      <a:cubicBezTo>
                        <a:pt x="151" y="12"/>
                        <a:pt x="146" y="18"/>
                        <a:pt x="141" y="19"/>
                      </a:cubicBezTo>
                      <a:cubicBezTo>
                        <a:pt x="117" y="23"/>
                        <a:pt x="113" y="26"/>
                        <a:pt x="113" y="51"/>
                      </a:cubicBezTo>
                      <a:cubicBezTo>
                        <a:pt x="113" y="124"/>
                        <a:pt x="113" y="197"/>
                        <a:pt x="113" y="270"/>
                      </a:cubicBezTo>
                      <a:cubicBezTo>
                        <a:pt x="113" y="291"/>
                        <a:pt x="119" y="298"/>
                        <a:pt x="141" y="302"/>
                      </a:cubicBezTo>
                      <a:cubicBezTo>
                        <a:pt x="143" y="302"/>
                        <a:pt x="146" y="302"/>
                        <a:pt x="148" y="303"/>
                      </a:cubicBezTo>
                      <a:cubicBezTo>
                        <a:pt x="151" y="305"/>
                        <a:pt x="153" y="308"/>
                        <a:pt x="156" y="310"/>
                      </a:cubicBezTo>
                      <a:cubicBezTo>
                        <a:pt x="153" y="313"/>
                        <a:pt x="151" y="316"/>
                        <a:pt x="148" y="317"/>
                      </a:cubicBezTo>
                      <a:cubicBezTo>
                        <a:pt x="145" y="318"/>
                        <a:pt x="142" y="318"/>
                        <a:pt x="139" y="318"/>
                      </a:cubicBezTo>
                      <a:cubicBezTo>
                        <a:pt x="97" y="318"/>
                        <a:pt x="56" y="318"/>
                        <a:pt x="14" y="318"/>
                      </a:cubicBezTo>
                      <a:cubicBezTo>
                        <a:pt x="9" y="318"/>
                        <a:pt x="5" y="313"/>
                        <a:pt x="0" y="311"/>
                      </a:cubicBezTo>
                      <a:cubicBezTo>
                        <a:pt x="4" y="308"/>
                        <a:pt x="9" y="302"/>
                        <a:pt x="13" y="302"/>
                      </a:cubicBezTo>
                      <a:cubicBezTo>
                        <a:pt x="39" y="302"/>
                        <a:pt x="49" y="282"/>
                        <a:pt x="49" y="262"/>
                      </a:cubicBezTo>
                      <a:cubicBezTo>
                        <a:pt x="49" y="194"/>
                        <a:pt x="49" y="127"/>
                        <a:pt x="49" y="59"/>
                      </a:cubicBezTo>
                      <a:cubicBezTo>
                        <a:pt x="49" y="50"/>
                        <a:pt x="45" y="41"/>
                        <a:pt x="42" y="32"/>
                      </a:cubicBezTo>
                      <a:cubicBezTo>
                        <a:pt x="39" y="23"/>
                        <a:pt x="33" y="19"/>
                        <a:pt x="23" y="20"/>
                      </a:cubicBezTo>
                      <a:cubicBezTo>
                        <a:pt x="19" y="20"/>
                        <a:pt x="14" y="20"/>
                        <a:pt x="11" y="18"/>
                      </a:cubicBezTo>
                      <a:cubicBezTo>
                        <a:pt x="7" y="15"/>
                        <a:pt x="4" y="11"/>
                        <a:pt x="1" y="7"/>
                      </a:cubicBezTo>
                      <a:cubicBezTo>
                        <a:pt x="5" y="5"/>
                        <a:pt x="9" y="1"/>
                        <a:pt x="13" y="1"/>
                      </a:cubicBezTo>
                      <a:cubicBezTo>
                        <a:pt x="34" y="1"/>
                        <a:pt x="56" y="1"/>
                        <a:pt x="77" y="1"/>
                      </a:cubicBezTo>
                      <a:cubicBezTo>
                        <a:pt x="77" y="1"/>
                        <a:pt x="77" y="0"/>
                        <a:pt x="7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41" name="组合 340"/>
              <p:cNvGrpSpPr/>
              <p:nvPr/>
            </p:nvGrpSpPr>
            <p:grpSpPr>
              <a:xfrm>
                <a:off x="-1477663" y="861685"/>
                <a:ext cx="13593763" cy="2382838"/>
                <a:chOff x="-393700" y="609601"/>
                <a:chExt cx="13593763" cy="2382838"/>
              </a:xfrm>
              <a:grpFill/>
            </p:grpSpPr>
            <p:sp>
              <p:nvSpPr>
                <p:cNvPr id="342" name="Freeform 7"/>
                <p:cNvSpPr>
                  <a:spLocks noEditPoints="1"/>
                </p:cNvSpPr>
                <p:nvPr/>
              </p:nvSpPr>
              <p:spPr bwMode="auto">
                <a:xfrm>
                  <a:off x="6197600" y="673101"/>
                  <a:ext cx="2316163" cy="2319338"/>
                </a:xfrm>
                <a:custGeom>
                  <a:avLst/>
                  <a:gdLst>
                    <a:gd name="T0" fmla="*/ 396 w 734"/>
                    <a:gd name="T1" fmla="*/ 366 h 734"/>
                    <a:gd name="T2" fmla="*/ 253 w 734"/>
                    <a:gd name="T3" fmla="*/ 447 h 734"/>
                    <a:gd name="T4" fmla="*/ 163 w 734"/>
                    <a:gd name="T5" fmla="*/ 538 h 734"/>
                    <a:gd name="T6" fmla="*/ 127 w 734"/>
                    <a:gd name="T7" fmla="*/ 642 h 734"/>
                    <a:gd name="T8" fmla="*/ 38 w 734"/>
                    <a:gd name="T9" fmla="*/ 710 h 734"/>
                    <a:gd name="T10" fmla="*/ 72 w 734"/>
                    <a:gd name="T11" fmla="*/ 613 h 734"/>
                    <a:gd name="T12" fmla="*/ 83 w 734"/>
                    <a:gd name="T13" fmla="*/ 584 h 734"/>
                    <a:gd name="T14" fmla="*/ 58 w 734"/>
                    <a:gd name="T15" fmla="*/ 524 h 734"/>
                    <a:gd name="T16" fmla="*/ 75 w 734"/>
                    <a:gd name="T17" fmla="*/ 408 h 734"/>
                    <a:gd name="T18" fmla="*/ 82 w 734"/>
                    <a:gd name="T19" fmla="*/ 389 h 734"/>
                    <a:gd name="T20" fmla="*/ 44 w 734"/>
                    <a:gd name="T21" fmla="*/ 410 h 734"/>
                    <a:gd name="T22" fmla="*/ 8 w 734"/>
                    <a:gd name="T23" fmla="*/ 413 h 734"/>
                    <a:gd name="T24" fmla="*/ 111 w 734"/>
                    <a:gd name="T25" fmla="*/ 321 h 734"/>
                    <a:gd name="T26" fmla="*/ 241 w 734"/>
                    <a:gd name="T27" fmla="*/ 239 h 734"/>
                    <a:gd name="T28" fmla="*/ 222 w 734"/>
                    <a:gd name="T29" fmla="*/ 207 h 734"/>
                    <a:gd name="T30" fmla="*/ 157 w 734"/>
                    <a:gd name="T31" fmla="*/ 228 h 734"/>
                    <a:gd name="T32" fmla="*/ 135 w 734"/>
                    <a:gd name="T33" fmla="*/ 142 h 734"/>
                    <a:gd name="T34" fmla="*/ 267 w 734"/>
                    <a:gd name="T35" fmla="*/ 7 h 734"/>
                    <a:gd name="T36" fmla="*/ 294 w 734"/>
                    <a:gd name="T37" fmla="*/ 65 h 734"/>
                    <a:gd name="T38" fmla="*/ 232 w 734"/>
                    <a:gd name="T39" fmla="*/ 141 h 734"/>
                    <a:gd name="T40" fmla="*/ 308 w 734"/>
                    <a:gd name="T41" fmla="*/ 109 h 734"/>
                    <a:gd name="T42" fmla="*/ 445 w 734"/>
                    <a:gd name="T43" fmla="*/ 58 h 734"/>
                    <a:gd name="T44" fmla="*/ 507 w 734"/>
                    <a:gd name="T45" fmla="*/ 26 h 734"/>
                    <a:gd name="T46" fmla="*/ 539 w 734"/>
                    <a:gd name="T47" fmla="*/ 67 h 734"/>
                    <a:gd name="T48" fmla="*/ 522 w 734"/>
                    <a:gd name="T49" fmla="*/ 110 h 734"/>
                    <a:gd name="T50" fmla="*/ 591 w 734"/>
                    <a:gd name="T51" fmla="*/ 130 h 734"/>
                    <a:gd name="T52" fmla="*/ 512 w 734"/>
                    <a:gd name="T53" fmla="*/ 203 h 734"/>
                    <a:gd name="T54" fmla="*/ 444 w 734"/>
                    <a:gd name="T55" fmla="*/ 249 h 734"/>
                    <a:gd name="T56" fmla="*/ 465 w 734"/>
                    <a:gd name="T57" fmla="*/ 176 h 734"/>
                    <a:gd name="T58" fmla="*/ 468 w 734"/>
                    <a:gd name="T59" fmla="*/ 120 h 734"/>
                    <a:gd name="T60" fmla="*/ 363 w 734"/>
                    <a:gd name="T61" fmla="*/ 151 h 734"/>
                    <a:gd name="T62" fmla="*/ 276 w 734"/>
                    <a:gd name="T63" fmla="*/ 231 h 734"/>
                    <a:gd name="T64" fmla="*/ 297 w 734"/>
                    <a:gd name="T65" fmla="*/ 286 h 734"/>
                    <a:gd name="T66" fmla="*/ 204 w 734"/>
                    <a:gd name="T67" fmla="*/ 339 h 734"/>
                    <a:gd name="T68" fmla="*/ 109 w 734"/>
                    <a:gd name="T69" fmla="*/ 453 h 734"/>
                    <a:gd name="T70" fmla="*/ 114 w 734"/>
                    <a:gd name="T71" fmla="*/ 479 h 734"/>
                    <a:gd name="T72" fmla="*/ 138 w 734"/>
                    <a:gd name="T73" fmla="*/ 440 h 734"/>
                    <a:gd name="T74" fmla="*/ 201 w 734"/>
                    <a:gd name="T75" fmla="*/ 371 h 734"/>
                    <a:gd name="T76" fmla="*/ 372 w 734"/>
                    <a:gd name="T77" fmla="*/ 325 h 734"/>
                    <a:gd name="T78" fmla="*/ 531 w 734"/>
                    <a:gd name="T79" fmla="*/ 369 h 734"/>
                    <a:gd name="T80" fmla="*/ 487 w 734"/>
                    <a:gd name="T81" fmla="*/ 461 h 734"/>
                    <a:gd name="T82" fmla="*/ 415 w 734"/>
                    <a:gd name="T83" fmla="*/ 484 h 734"/>
                    <a:gd name="T84" fmla="*/ 451 w 734"/>
                    <a:gd name="T85" fmla="*/ 585 h 734"/>
                    <a:gd name="T86" fmla="*/ 607 w 734"/>
                    <a:gd name="T87" fmla="*/ 551 h 734"/>
                    <a:gd name="T88" fmla="*/ 671 w 734"/>
                    <a:gd name="T89" fmla="*/ 456 h 734"/>
                    <a:gd name="T90" fmla="*/ 720 w 734"/>
                    <a:gd name="T91" fmla="*/ 465 h 734"/>
                    <a:gd name="T92" fmla="*/ 610 w 734"/>
                    <a:gd name="T93" fmla="*/ 638 h 734"/>
                    <a:gd name="T94" fmla="*/ 477 w 734"/>
                    <a:gd name="T95" fmla="*/ 661 h 734"/>
                    <a:gd name="T96" fmla="*/ 332 w 734"/>
                    <a:gd name="T97" fmla="*/ 552 h 734"/>
                    <a:gd name="T98" fmla="*/ 415 w 734"/>
                    <a:gd name="T99" fmla="*/ 368 h 734"/>
                    <a:gd name="T100" fmla="*/ 421 w 734"/>
                    <a:gd name="T101" fmla="*/ 359 h 734"/>
                    <a:gd name="T102" fmla="*/ 477 w 734"/>
                    <a:gd name="T103" fmla="*/ 392 h 734"/>
                    <a:gd name="T104" fmla="*/ 421 w 734"/>
                    <a:gd name="T105" fmla="*/ 359 h 7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734" h="734">
                      <a:moveTo>
                        <a:pt x="411" y="361"/>
                      </a:moveTo>
                      <a:cubicBezTo>
                        <a:pt x="406" y="362"/>
                        <a:pt x="401" y="363"/>
                        <a:pt x="396" y="366"/>
                      </a:cubicBezTo>
                      <a:cubicBezTo>
                        <a:pt x="368" y="379"/>
                        <a:pt x="340" y="392"/>
                        <a:pt x="313" y="408"/>
                      </a:cubicBezTo>
                      <a:cubicBezTo>
                        <a:pt x="292" y="419"/>
                        <a:pt x="273" y="434"/>
                        <a:pt x="253" y="447"/>
                      </a:cubicBezTo>
                      <a:cubicBezTo>
                        <a:pt x="237" y="458"/>
                        <a:pt x="221" y="472"/>
                        <a:pt x="202" y="479"/>
                      </a:cubicBezTo>
                      <a:cubicBezTo>
                        <a:pt x="174" y="490"/>
                        <a:pt x="167" y="513"/>
                        <a:pt x="163" y="538"/>
                      </a:cubicBezTo>
                      <a:cubicBezTo>
                        <a:pt x="160" y="550"/>
                        <a:pt x="157" y="561"/>
                        <a:pt x="153" y="572"/>
                      </a:cubicBezTo>
                      <a:cubicBezTo>
                        <a:pt x="145" y="596"/>
                        <a:pt x="136" y="619"/>
                        <a:pt x="127" y="642"/>
                      </a:cubicBezTo>
                      <a:cubicBezTo>
                        <a:pt x="120" y="662"/>
                        <a:pt x="116" y="683"/>
                        <a:pt x="106" y="701"/>
                      </a:cubicBezTo>
                      <a:cubicBezTo>
                        <a:pt x="91" y="732"/>
                        <a:pt x="62" y="734"/>
                        <a:pt x="38" y="710"/>
                      </a:cubicBezTo>
                      <a:cubicBezTo>
                        <a:pt x="3" y="674"/>
                        <a:pt x="20" y="647"/>
                        <a:pt x="43" y="619"/>
                      </a:cubicBezTo>
                      <a:cubicBezTo>
                        <a:pt x="50" y="611"/>
                        <a:pt x="61" y="608"/>
                        <a:pt x="72" y="613"/>
                      </a:cubicBezTo>
                      <a:cubicBezTo>
                        <a:pt x="81" y="618"/>
                        <a:pt x="90" y="617"/>
                        <a:pt x="93" y="607"/>
                      </a:cubicBezTo>
                      <a:cubicBezTo>
                        <a:pt x="96" y="598"/>
                        <a:pt x="95" y="589"/>
                        <a:pt x="83" y="584"/>
                      </a:cubicBezTo>
                      <a:cubicBezTo>
                        <a:pt x="66" y="578"/>
                        <a:pt x="65" y="571"/>
                        <a:pt x="66" y="553"/>
                      </a:cubicBezTo>
                      <a:cubicBezTo>
                        <a:pt x="67" y="543"/>
                        <a:pt x="64" y="532"/>
                        <a:pt x="58" y="524"/>
                      </a:cubicBezTo>
                      <a:cubicBezTo>
                        <a:pt x="47" y="507"/>
                        <a:pt x="37" y="489"/>
                        <a:pt x="43" y="469"/>
                      </a:cubicBezTo>
                      <a:cubicBezTo>
                        <a:pt x="49" y="447"/>
                        <a:pt x="56" y="424"/>
                        <a:pt x="75" y="408"/>
                      </a:cubicBezTo>
                      <a:cubicBezTo>
                        <a:pt x="78" y="406"/>
                        <a:pt x="82" y="404"/>
                        <a:pt x="83" y="401"/>
                      </a:cubicBezTo>
                      <a:cubicBezTo>
                        <a:pt x="84" y="397"/>
                        <a:pt x="83" y="393"/>
                        <a:pt x="82" y="389"/>
                      </a:cubicBezTo>
                      <a:cubicBezTo>
                        <a:pt x="79" y="389"/>
                        <a:pt x="75" y="389"/>
                        <a:pt x="72" y="390"/>
                      </a:cubicBezTo>
                      <a:cubicBezTo>
                        <a:pt x="62" y="397"/>
                        <a:pt x="53" y="404"/>
                        <a:pt x="44" y="410"/>
                      </a:cubicBezTo>
                      <a:cubicBezTo>
                        <a:pt x="42" y="412"/>
                        <a:pt x="40" y="415"/>
                        <a:pt x="38" y="415"/>
                      </a:cubicBezTo>
                      <a:cubicBezTo>
                        <a:pt x="28" y="415"/>
                        <a:pt x="14" y="418"/>
                        <a:pt x="8" y="413"/>
                      </a:cubicBezTo>
                      <a:cubicBezTo>
                        <a:pt x="0" y="405"/>
                        <a:pt x="5" y="391"/>
                        <a:pt x="15" y="385"/>
                      </a:cubicBezTo>
                      <a:cubicBezTo>
                        <a:pt x="47" y="363"/>
                        <a:pt x="79" y="342"/>
                        <a:pt x="111" y="321"/>
                      </a:cubicBezTo>
                      <a:cubicBezTo>
                        <a:pt x="131" y="307"/>
                        <a:pt x="151" y="292"/>
                        <a:pt x="172" y="278"/>
                      </a:cubicBezTo>
                      <a:cubicBezTo>
                        <a:pt x="194" y="262"/>
                        <a:pt x="213" y="242"/>
                        <a:pt x="241" y="239"/>
                      </a:cubicBezTo>
                      <a:cubicBezTo>
                        <a:pt x="244" y="239"/>
                        <a:pt x="247" y="231"/>
                        <a:pt x="247" y="230"/>
                      </a:cubicBezTo>
                      <a:cubicBezTo>
                        <a:pt x="239" y="222"/>
                        <a:pt x="232" y="211"/>
                        <a:pt x="222" y="207"/>
                      </a:cubicBezTo>
                      <a:cubicBezTo>
                        <a:pt x="215" y="204"/>
                        <a:pt x="202" y="207"/>
                        <a:pt x="197" y="212"/>
                      </a:cubicBezTo>
                      <a:cubicBezTo>
                        <a:pt x="185" y="223"/>
                        <a:pt x="174" y="235"/>
                        <a:pt x="157" y="228"/>
                      </a:cubicBezTo>
                      <a:cubicBezTo>
                        <a:pt x="138" y="220"/>
                        <a:pt x="128" y="205"/>
                        <a:pt x="124" y="186"/>
                      </a:cubicBezTo>
                      <a:cubicBezTo>
                        <a:pt x="121" y="170"/>
                        <a:pt x="125" y="156"/>
                        <a:pt x="135" y="142"/>
                      </a:cubicBezTo>
                      <a:cubicBezTo>
                        <a:pt x="151" y="121"/>
                        <a:pt x="164" y="97"/>
                        <a:pt x="181" y="76"/>
                      </a:cubicBezTo>
                      <a:cubicBezTo>
                        <a:pt x="203" y="46"/>
                        <a:pt x="231" y="21"/>
                        <a:pt x="267" y="7"/>
                      </a:cubicBezTo>
                      <a:cubicBezTo>
                        <a:pt x="285" y="0"/>
                        <a:pt x="300" y="8"/>
                        <a:pt x="310" y="28"/>
                      </a:cubicBezTo>
                      <a:cubicBezTo>
                        <a:pt x="315" y="40"/>
                        <a:pt x="308" y="56"/>
                        <a:pt x="294" y="65"/>
                      </a:cubicBezTo>
                      <a:cubicBezTo>
                        <a:pt x="269" y="81"/>
                        <a:pt x="247" y="100"/>
                        <a:pt x="233" y="127"/>
                      </a:cubicBezTo>
                      <a:cubicBezTo>
                        <a:pt x="231" y="131"/>
                        <a:pt x="233" y="136"/>
                        <a:pt x="232" y="141"/>
                      </a:cubicBezTo>
                      <a:cubicBezTo>
                        <a:pt x="237" y="139"/>
                        <a:pt x="244" y="138"/>
                        <a:pt x="246" y="134"/>
                      </a:cubicBezTo>
                      <a:cubicBezTo>
                        <a:pt x="260" y="109"/>
                        <a:pt x="282" y="105"/>
                        <a:pt x="308" y="109"/>
                      </a:cubicBezTo>
                      <a:cubicBezTo>
                        <a:pt x="328" y="111"/>
                        <a:pt x="348" y="111"/>
                        <a:pt x="367" y="99"/>
                      </a:cubicBezTo>
                      <a:cubicBezTo>
                        <a:pt x="392" y="84"/>
                        <a:pt x="419" y="72"/>
                        <a:pt x="445" y="58"/>
                      </a:cubicBezTo>
                      <a:cubicBezTo>
                        <a:pt x="452" y="55"/>
                        <a:pt x="458" y="50"/>
                        <a:pt x="464" y="47"/>
                      </a:cubicBezTo>
                      <a:cubicBezTo>
                        <a:pt x="478" y="39"/>
                        <a:pt x="492" y="32"/>
                        <a:pt x="507" y="26"/>
                      </a:cubicBezTo>
                      <a:cubicBezTo>
                        <a:pt x="520" y="21"/>
                        <a:pt x="535" y="25"/>
                        <a:pt x="541" y="36"/>
                      </a:cubicBezTo>
                      <a:cubicBezTo>
                        <a:pt x="546" y="44"/>
                        <a:pt x="542" y="57"/>
                        <a:pt x="539" y="67"/>
                      </a:cubicBezTo>
                      <a:cubicBezTo>
                        <a:pt x="535" y="76"/>
                        <a:pt x="527" y="84"/>
                        <a:pt x="523" y="94"/>
                      </a:cubicBezTo>
                      <a:cubicBezTo>
                        <a:pt x="521" y="98"/>
                        <a:pt x="522" y="105"/>
                        <a:pt x="522" y="110"/>
                      </a:cubicBezTo>
                      <a:cubicBezTo>
                        <a:pt x="528" y="109"/>
                        <a:pt x="534" y="109"/>
                        <a:pt x="538" y="106"/>
                      </a:cubicBezTo>
                      <a:cubicBezTo>
                        <a:pt x="555" y="93"/>
                        <a:pt x="587" y="107"/>
                        <a:pt x="591" y="130"/>
                      </a:cubicBezTo>
                      <a:cubicBezTo>
                        <a:pt x="597" y="161"/>
                        <a:pt x="584" y="177"/>
                        <a:pt x="552" y="180"/>
                      </a:cubicBezTo>
                      <a:cubicBezTo>
                        <a:pt x="536" y="182"/>
                        <a:pt x="522" y="190"/>
                        <a:pt x="512" y="203"/>
                      </a:cubicBezTo>
                      <a:cubicBezTo>
                        <a:pt x="502" y="218"/>
                        <a:pt x="493" y="232"/>
                        <a:pt x="481" y="245"/>
                      </a:cubicBezTo>
                      <a:cubicBezTo>
                        <a:pt x="472" y="256"/>
                        <a:pt x="455" y="256"/>
                        <a:pt x="444" y="249"/>
                      </a:cubicBezTo>
                      <a:cubicBezTo>
                        <a:pt x="432" y="240"/>
                        <a:pt x="427" y="221"/>
                        <a:pt x="431" y="209"/>
                      </a:cubicBezTo>
                      <a:cubicBezTo>
                        <a:pt x="437" y="193"/>
                        <a:pt x="449" y="182"/>
                        <a:pt x="465" y="176"/>
                      </a:cubicBezTo>
                      <a:cubicBezTo>
                        <a:pt x="482" y="169"/>
                        <a:pt x="484" y="160"/>
                        <a:pt x="475" y="144"/>
                      </a:cubicBezTo>
                      <a:cubicBezTo>
                        <a:pt x="471" y="137"/>
                        <a:pt x="469" y="128"/>
                        <a:pt x="468" y="120"/>
                      </a:cubicBezTo>
                      <a:cubicBezTo>
                        <a:pt x="466" y="97"/>
                        <a:pt x="458" y="89"/>
                        <a:pt x="438" y="100"/>
                      </a:cubicBezTo>
                      <a:cubicBezTo>
                        <a:pt x="412" y="114"/>
                        <a:pt x="386" y="132"/>
                        <a:pt x="363" y="151"/>
                      </a:cubicBezTo>
                      <a:cubicBezTo>
                        <a:pt x="341" y="170"/>
                        <a:pt x="322" y="192"/>
                        <a:pt x="301" y="213"/>
                      </a:cubicBezTo>
                      <a:cubicBezTo>
                        <a:pt x="293" y="220"/>
                        <a:pt x="285" y="226"/>
                        <a:pt x="276" y="231"/>
                      </a:cubicBezTo>
                      <a:cubicBezTo>
                        <a:pt x="263" y="238"/>
                        <a:pt x="263" y="240"/>
                        <a:pt x="272" y="251"/>
                      </a:cubicBezTo>
                      <a:cubicBezTo>
                        <a:pt x="282" y="262"/>
                        <a:pt x="290" y="274"/>
                        <a:pt x="297" y="286"/>
                      </a:cubicBezTo>
                      <a:cubicBezTo>
                        <a:pt x="303" y="297"/>
                        <a:pt x="298" y="312"/>
                        <a:pt x="287" y="317"/>
                      </a:cubicBezTo>
                      <a:cubicBezTo>
                        <a:pt x="261" y="331"/>
                        <a:pt x="235" y="342"/>
                        <a:pt x="204" y="339"/>
                      </a:cubicBezTo>
                      <a:cubicBezTo>
                        <a:pt x="180" y="337"/>
                        <a:pt x="146" y="362"/>
                        <a:pt x="137" y="385"/>
                      </a:cubicBezTo>
                      <a:cubicBezTo>
                        <a:pt x="128" y="408"/>
                        <a:pt x="118" y="430"/>
                        <a:pt x="109" y="453"/>
                      </a:cubicBezTo>
                      <a:cubicBezTo>
                        <a:pt x="107" y="458"/>
                        <a:pt x="105" y="463"/>
                        <a:pt x="106" y="468"/>
                      </a:cubicBezTo>
                      <a:cubicBezTo>
                        <a:pt x="107" y="472"/>
                        <a:pt x="110" y="477"/>
                        <a:pt x="114" y="479"/>
                      </a:cubicBezTo>
                      <a:cubicBezTo>
                        <a:pt x="116" y="480"/>
                        <a:pt x="123" y="477"/>
                        <a:pt x="124" y="474"/>
                      </a:cubicBezTo>
                      <a:cubicBezTo>
                        <a:pt x="130" y="463"/>
                        <a:pt x="136" y="452"/>
                        <a:pt x="138" y="440"/>
                      </a:cubicBezTo>
                      <a:cubicBezTo>
                        <a:pt x="142" y="413"/>
                        <a:pt x="155" y="392"/>
                        <a:pt x="173" y="373"/>
                      </a:cubicBezTo>
                      <a:cubicBezTo>
                        <a:pt x="183" y="362"/>
                        <a:pt x="191" y="361"/>
                        <a:pt x="201" y="371"/>
                      </a:cubicBezTo>
                      <a:cubicBezTo>
                        <a:pt x="218" y="389"/>
                        <a:pt x="237" y="389"/>
                        <a:pt x="257" y="379"/>
                      </a:cubicBezTo>
                      <a:cubicBezTo>
                        <a:pt x="296" y="361"/>
                        <a:pt x="333" y="343"/>
                        <a:pt x="372" y="325"/>
                      </a:cubicBezTo>
                      <a:cubicBezTo>
                        <a:pt x="402" y="311"/>
                        <a:pt x="433" y="302"/>
                        <a:pt x="466" y="305"/>
                      </a:cubicBezTo>
                      <a:cubicBezTo>
                        <a:pt x="506" y="309"/>
                        <a:pt x="526" y="334"/>
                        <a:pt x="531" y="369"/>
                      </a:cubicBezTo>
                      <a:cubicBezTo>
                        <a:pt x="532" y="381"/>
                        <a:pt x="525" y="394"/>
                        <a:pt x="519" y="405"/>
                      </a:cubicBezTo>
                      <a:cubicBezTo>
                        <a:pt x="508" y="424"/>
                        <a:pt x="493" y="439"/>
                        <a:pt x="487" y="461"/>
                      </a:cubicBezTo>
                      <a:cubicBezTo>
                        <a:pt x="479" y="485"/>
                        <a:pt x="459" y="490"/>
                        <a:pt x="436" y="476"/>
                      </a:cubicBezTo>
                      <a:cubicBezTo>
                        <a:pt x="425" y="470"/>
                        <a:pt x="419" y="478"/>
                        <a:pt x="415" y="484"/>
                      </a:cubicBezTo>
                      <a:cubicBezTo>
                        <a:pt x="401" y="507"/>
                        <a:pt x="397" y="532"/>
                        <a:pt x="409" y="557"/>
                      </a:cubicBezTo>
                      <a:cubicBezTo>
                        <a:pt x="417" y="575"/>
                        <a:pt x="433" y="586"/>
                        <a:pt x="451" y="585"/>
                      </a:cubicBezTo>
                      <a:cubicBezTo>
                        <a:pt x="481" y="584"/>
                        <a:pt x="512" y="580"/>
                        <a:pt x="541" y="574"/>
                      </a:cubicBezTo>
                      <a:cubicBezTo>
                        <a:pt x="564" y="569"/>
                        <a:pt x="586" y="561"/>
                        <a:pt x="607" y="551"/>
                      </a:cubicBezTo>
                      <a:cubicBezTo>
                        <a:pt x="635" y="538"/>
                        <a:pt x="652" y="517"/>
                        <a:pt x="657" y="485"/>
                      </a:cubicBezTo>
                      <a:cubicBezTo>
                        <a:pt x="659" y="475"/>
                        <a:pt x="664" y="463"/>
                        <a:pt x="671" y="456"/>
                      </a:cubicBezTo>
                      <a:cubicBezTo>
                        <a:pt x="676" y="450"/>
                        <a:pt x="688" y="445"/>
                        <a:pt x="695" y="447"/>
                      </a:cubicBezTo>
                      <a:cubicBezTo>
                        <a:pt x="705" y="449"/>
                        <a:pt x="717" y="457"/>
                        <a:pt x="720" y="465"/>
                      </a:cubicBezTo>
                      <a:cubicBezTo>
                        <a:pt x="734" y="510"/>
                        <a:pt x="729" y="553"/>
                        <a:pt x="695" y="587"/>
                      </a:cubicBezTo>
                      <a:cubicBezTo>
                        <a:pt x="671" y="611"/>
                        <a:pt x="643" y="629"/>
                        <a:pt x="610" y="638"/>
                      </a:cubicBezTo>
                      <a:cubicBezTo>
                        <a:pt x="589" y="643"/>
                        <a:pt x="570" y="653"/>
                        <a:pt x="549" y="656"/>
                      </a:cubicBezTo>
                      <a:cubicBezTo>
                        <a:pt x="525" y="661"/>
                        <a:pt x="501" y="662"/>
                        <a:pt x="477" y="661"/>
                      </a:cubicBezTo>
                      <a:cubicBezTo>
                        <a:pt x="445" y="660"/>
                        <a:pt x="412" y="655"/>
                        <a:pt x="390" y="630"/>
                      </a:cubicBezTo>
                      <a:cubicBezTo>
                        <a:pt x="368" y="606"/>
                        <a:pt x="341" y="581"/>
                        <a:pt x="332" y="552"/>
                      </a:cubicBezTo>
                      <a:cubicBezTo>
                        <a:pt x="315" y="502"/>
                        <a:pt x="322" y="441"/>
                        <a:pt x="373" y="404"/>
                      </a:cubicBezTo>
                      <a:cubicBezTo>
                        <a:pt x="388" y="393"/>
                        <a:pt x="401" y="380"/>
                        <a:pt x="415" y="368"/>
                      </a:cubicBezTo>
                      <a:cubicBezTo>
                        <a:pt x="414" y="365"/>
                        <a:pt x="413" y="363"/>
                        <a:pt x="411" y="361"/>
                      </a:cubicBezTo>
                      <a:close/>
                      <a:moveTo>
                        <a:pt x="421" y="359"/>
                      </a:moveTo>
                      <a:cubicBezTo>
                        <a:pt x="449" y="364"/>
                        <a:pt x="449" y="364"/>
                        <a:pt x="468" y="390"/>
                      </a:cubicBezTo>
                      <a:cubicBezTo>
                        <a:pt x="469" y="392"/>
                        <a:pt x="475" y="393"/>
                        <a:pt x="477" y="392"/>
                      </a:cubicBezTo>
                      <a:cubicBezTo>
                        <a:pt x="485" y="387"/>
                        <a:pt x="480" y="355"/>
                        <a:pt x="471" y="353"/>
                      </a:cubicBezTo>
                      <a:cubicBezTo>
                        <a:pt x="455" y="350"/>
                        <a:pt x="439" y="347"/>
                        <a:pt x="421" y="35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3" name="Freeform 8"/>
                <p:cNvSpPr>
                  <a:spLocks noEditPoints="1"/>
                </p:cNvSpPr>
                <p:nvPr/>
              </p:nvSpPr>
              <p:spPr bwMode="auto">
                <a:xfrm>
                  <a:off x="-393700" y="855663"/>
                  <a:ext cx="1817688" cy="2114550"/>
                </a:xfrm>
                <a:custGeom>
                  <a:avLst/>
                  <a:gdLst>
                    <a:gd name="T0" fmla="*/ 227 w 576"/>
                    <a:gd name="T1" fmla="*/ 594 h 669"/>
                    <a:gd name="T2" fmla="*/ 134 w 576"/>
                    <a:gd name="T3" fmla="*/ 588 h 669"/>
                    <a:gd name="T4" fmla="*/ 92 w 576"/>
                    <a:gd name="T5" fmla="*/ 525 h 669"/>
                    <a:gd name="T6" fmla="*/ 217 w 576"/>
                    <a:gd name="T7" fmla="*/ 468 h 669"/>
                    <a:gd name="T8" fmla="*/ 236 w 576"/>
                    <a:gd name="T9" fmla="*/ 447 h 669"/>
                    <a:gd name="T10" fmla="*/ 154 w 576"/>
                    <a:gd name="T11" fmla="*/ 452 h 669"/>
                    <a:gd name="T12" fmla="*/ 8 w 576"/>
                    <a:gd name="T13" fmla="*/ 459 h 669"/>
                    <a:gd name="T14" fmla="*/ 42 w 576"/>
                    <a:gd name="T15" fmla="*/ 404 h 669"/>
                    <a:gd name="T16" fmla="*/ 46 w 576"/>
                    <a:gd name="T17" fmla="*/ 381 h 669"/>
                    <a:gd name="T18" fmla="*/ 80 w 576"/>
                    <a:gd name="T19" fmla="*/ 263 h 669"/>
                    <a:gd name="T20" fmla="*/ 96 w 576"/>
                    <a:gd name="T21" fmla="*/ 165 h 669"/>
                    <a:gd name="T22" fmla="*/ 252 w 576"/>
                    <a:gd name="T23" fmla="*/ 85 h 669"/>
                    <a:gd name="T24" fmla="*/ 252 w 576"/>
                    <a:gd name="T25" fmla="*/ 67 h 669"/>
                    <a:gd name="T26" fmla="*/ 123 w 576"/>
                    <a:gd name="T27" fmla="*/ 110 h 669"/>
                    <a:gd name="T28" fmla="*/ 130 w 576"/>
                    <a:gd name="T29" fmla="*/ 31 h 669"/>
                    <a:gd name="T30" fmla="*/ 273 w 576"/>
                    <a:gd name="T31" fmla="*/ 16 h 669"/>
                    <a:gd name="T32" fmla="*/ 333 w 576"/>
                    <a:gd name="T33" fmla="*/ 10 h 669"/>
                    <a:gd name="T34" fmla="*/ 441 w 576"/>
                    <a:gd name="T35" fmla="*/ 2 h 669"/>
                    <a:gd name="T36" fmla="*/ 454 w 576"/>
                    <a:gd name="T37" fmla="*/ 61 h 669"/>
                    <a:gd name="T38" fmla="*/ 359 w 576"/>
                    <a:gd name="T39" fmla="*/ 73 h 669"/>
                    <a:gd name="T40" fmla="*/ 337 w 576"/>
                    <a:gd name="T41" fmla="*/ 99 h 669"/>
                    <a:gd name="T42" fmla="*/ 403 w 576"/>
                    <a:gd name="T43" fmla="*/ 99 h 669"/>
                    <a:gd name="T44" fmla="*/ 447 w 576"/>
                    <a:gd name="T45" fmla="*/ 141 h 669"/>
                    <a:gd name="T46" fmla="*/ 362 w 576"/>
                    <a:gd name="T47" fmla="*/ 322 h 669"/>
                    <a:gd name="T48" fmla="*/ 323 w 576"/>
                    <a:gd name="T49" fmla="*/ 344 h 669"/>
                    <a:gd name="T50" fmla="*/ 386 w 576"/>
                    <a:gd name="T51" fmla="*/ 348 h 669"/>
                    <a:gd name="T52" fmla="*/ 576 w 576"/>
                    <a:gd name="T53" fmla="*/ 382 h 669"/>
                    <a:gd name="T54" fmla="*/ 400 w 576"/>
                    <a:gd name="T55" fmla="*/ 415 h 669"/>
                    <a:gd name="T56" fmla="*/ 317 w 576"/>
                    <a:gd name="T57" fmla="*/ 428 h 669"/>
                    <a:gd name="T58" fmla="*/ 331 w 576"/>
                    <a:gd name="T59" fmla="*/ 460 h 669"/>
                    <a:gd name="T60" fmla="*/ 450 w 576"/>
                    <a:gd name="T61" fmla="*/ 468 h 669"/>
                    <a:gd name="T62" fmla="*/ 322 w 576"/>
                    <a:gd name="T63" fmla="*/ 546 h 669"/>
                    <a:gd name="T64" fmla="*/ 292 w 576"/>
                    <a:gd name="T65" fmla="*/ 642 h 669"/>
                    <a:gd name="T66" fmla="*/ 237 w 576"/>
                    <a:gd name="T67" fmla="*/ 650 h 669"/>
                    <a:gd name="T68" fmla="*/ 247 w 576"/>
                    <a:gd name="T69" fmla="*/ 232 h 669"/>
                    <a:gd name="T70" fmla="*/ 240 w 576"/>
                    <a:gd name="T71" fmla="*/ 224 h 669"/>
                    <a:gd name="T72" fmla="*/ 163 w 576"/>
                    <a:gd name="T73" fmla="*/ 302 h 669"/>
                    <a:gd name="T74" fmla="*/ 150 w 576"/>
                    <a:gd name="T75" fmla="*/ 368 h 669"/>
                    <a:gd name="T76" fmla="*/ 226 w 576"/>
                    <a:gd name="T77" fmla="*/ 347 h 669"/>
                    <a:gd name="T78" fmla="*/ 247 w 576"/>
                    <a:gd name="T79" fmla="*/ 232 h 669"/>
                    <a:gd name="T80" fmla="*/ 316 w 576"/>
                    <a:gd name="T81" fmla="*/ 256 h 669"/>
                    <a:gd name="T82" fmla="*/ 317 w 576"/>
                    <a:gd name="T83" fmla="*/ 279 h 669"/>
                    <a:gd name="T84" fmla="*/ 378 w 576"/>
                    <a:gd name="T85" fmla="*/ 257 h 669"/>
                    <a:gd name="T86" fmla="*/ 390 w 576"/>
                    <a:gd name="T87" fmla="*/ 221 h 669"/>
                    <a:gd name="T88" fmla="*/ 358 w 576"/>
                    <a:gd name="T89" fmla="*/ 150 h 669"/>
                    <a:gd name="T90" fmla="*/ 325 w 576"/>
                    <a:gd name="T91" fmla="*/ 178 h 669"/>
                    <a:gd name="T92" fmla="*/ 313 w 576"/>
                    <a:gd name="T93" fmla="*/ 256 h 669"/>
                    <a:gd name="T94" fmla="*/ 179 w 576"/>
                    <a:gd name="T95" fmla="*/ 200 h 669"/>
                    <a:gd name="T96" fmla="*/ 248 w 576"/>
                    <a:gd name="T97" fmla="*/ 149 h 669"/>
                    <a:gd name="T98" fmla="*/ 235 w 576"/>
                    <a:gd name="T99" fmla="*/ 133 h 669"/>
                    <a:gd name="T100" fmla="*/ 156 w 576"/>
                    <a:gd name="T101" fmla="*/ 189 h 669"/>
                    <a:gd name="T102" fmla="*/ 80 w 576"/>
                    <a:gd name="T103" fmla="*/ 331 h 669"/>
                    <a:gd name="T104" fmla="*/ 107 w 576"/>
                    <a:gd name="T105" fmla="*/ 342 h 669"/>
                    <a:gd name="T106" fmla="*/ 128 w 576"/>
                    <a:gd name="T107" fmla="*/ 297 h 669"/>
                    <a:gd name="T108" fmla="*/ 101 w 576"/>
                    <a:gd name="T109" fmla="*/ 305 h 6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576" h="669">
                      <a:moveTo>
                        <a:pt x="227" y="608"/>
                      </a:moveTo>
                      <a:cubicBezTo>
                        <a:pt x="227" y="603"/>
                        <a:pt x="227" y="598"/>
                        <a:pt x="227" y="594"/>
                      </a:cubicBezTo>
                      <a:cubicBezTo>
                        <a:pt x="227" y="568"/>
                        <a:pt x="214" y="561"/>
                        <a:pt x="189" y="573"/>
                      </a:cubicBezTo>
                      <a:cubicBezTo>
                        <a:pt x="172" y="582"/>
                        <a:pt x="154" y="591"/>
                        <a:pt x="134" y="588"/>
                      </a:cubicBezTo>
                      <a:cubicBezTo>
                        <a:pt x="121" y="585"/>
                        <a:pt x="108" y="582"/>
                        <a:pt x="96" y="576"/>
                      </a:cubicBezTo>
                      <a:cubicBezTo>
                        <a:pt x="76" y="566"/>
                        <a:pt x="75" y="540"/>
                        <a:pt x="92" y="525"/>
                      </a:cubicBezTo>
                      <a:cubicBezTo>
                        <a:pt x="115" y="504"/>
                        <a:pt x="144" y="493"/>
                        <a:pt x="173" y="482"/>
                      </a:cubicBezTo>
                      <a:cubicBezTo>
                        <a:pt x="187" y="476"/>
                        <a:pt x="202" y="473"/>
                        <a:pt x="217" y="468"/>
                      </a:cubicBezTo>
                      <a:cubicBezTo>
                        <a:pt x="219" y="467"/>
                        <a:pt x="222" y="467"/>
                        <a:pt x="224" y="465"/>
                      </a:cubicBezTo>
                      <a:cubicBezTo>
                        <a:pt x="228" y="459"/>
                        <a:pt x="232" y="453"/>
                        <a:pt x="236" y="447"/>
                      </a:cubicBezTo>
                      <a:cubicBezTo>
                        <a:pt x="229" y="444"/>
                        <a:pt x="222" y="437"/>
                        <a:pt x="216" y="438"/>
                      </a:cubicBezTo>
                      <a:cubicBezTo>
                        <a:pt x="195" y="441"/>
                        <a:pt x="173" y="445"/>
                        <a:pt x="154" y="452"/>
                      </a:cubicBezTo>
                      <a:cubicBezTo>
                        <a:pt x="111" y="468"/>
                        <a:pt x="66" y="472"/>
                        <a:pt x="21" y="470"/>
                      </a:cubicBezTo>
                      <a:cubicBezTo>
                        <a:pt x="16" y="470"/>
                        <a:pt x="9" y="464"/>
                        <a:pt x="8" y="459"/>
                      </a:cubicBezTo>
                      <a:cubicBezTo>
                        <a:pt x="0" y="436"/>
                        <a:pt x="14" y="411"/>
                        <a:pt x="37" y="405"/>
                      </a:cubicBezTo>
                      <a:cubicBezTo>
                        <a:pt x="39" y="404"/>
                        <a:pt x="40" y="404"/>
                        <a:pt x="42" y="404"/>
                      </a:cubicBezTo>
                      <a:cubicBezTo>
                        <a:pt x="48" y="400"/>
                        <a:pt x="55" y="397"/>
                        <a:pt x="61" y="393"/>
                      </a:cubicBezTo>
                      <a:cubicBezTo>
                        <a:pt x="56" y="389"/>
                        <a:pt x="51" y="384"/>
                        <a:pt x="46" y="381"/>
                      </a:cubicBezTo>
                      <a:cubicBezTo>
                        <a:pt x="34" y="374"/>
                        <a:pt x="28" y="364"/>
                        <a:pt x="25" y="349"/>
                      </a:cubicBezTo>
                      <a:cubicBezTo>
                        <a:pt x="19" y="304"/>
                        <a:pt x="47" y="282"/>
                        <a:pt x="80" y="263"/>
                      </a:cubicBezTo>
                      <a:cubicBezTo>
                        <a:pt x="94" y="255"/>
                        <a:pt x="97" y="248"/>
                        <a:pt x="85" y="237"/>
                      </a:cubicBezTo>
                      <a:cubicBezTo>
                        <a:pt x="63" y="214"/>
                        <a:pt x="74" y="180"/>
                        <a:pt x="96" y="165"/>
                      </a:cubicBezTo>
                      <a:cubicBezTo>
                        <a:pt x="137" y="134"/>
                        <a:pt x="181" y="110"/>
                        <a:pt x="230" y="94"/>
                      </a:cubicBezTo>
                      <a:cubicBezTo>
                        <a:pt x="237" y="91"/>
                        <a:pt x="245" y="89"/>
                        <a:pt x="252" y="85"/>
                      </a:cubicBezTo>
                      <a:cubicBezTo>
                        <a:pt x="255" y="83"/>
                        <a:pt x="260" y="79"/>
                        <a:pt x="260" y="77"/>
                      </a:cubicBezTo>
                      <a:cubicBezTo>
                        <a:pt x="260" y="73"/>
                        <a:pt x="256" y="69"/>
                        <a:pt x="252" y="67"/>
                      </a:cubicBezTo>
                      <a:cubicBezTo>
                        <a:pt x="248" y="66"/>
                        <a:pt x="243" y="66"/>
                        <a:pt x="239" y="68"/>
                      </a:cubicBezTo>
                      <a:cubicBezTo>
                        <a:pt x="200" y="81"/>
                        <a:pt x="160" y="89"/>
                        <a:pt x="123" y="110"/>
                      </a:cubicBezTo>
                      <a:cubicBezTo>
                        <a:pt x="107" y="120"/>
                        <a:pt x="86" y="107"/>
                        <a:pt x="82" y="88"/>
                      </a:cubicBezTo>
                      <a:cubicBezTo>
                        <a:pt x="75" y="58"/>
                        <a:pt x="99" y="30"/>
                        <a:pt x="130" y="31"/>
                      </a:cubicBezTo>
                      <a:cubicBezTo>
                        <a:pt x="152" y="32"/>
                        <a:pt x="174" y="29"/>
                        <a:pt x="196" y="23"/>
                      </a:cubicBezTo>
                      <a:cubicBezTo>
                        <a:pt x="220" y="16"/>
                        <a:pt x="247" y="18"/>
                        <a:pt x="273" y="16"/>
                      </a:cubicBezTo>
                      <a:cubicBezTo>
                        <a:pt x="280" y="16"/>
                        <a:pt x="288" y="16"/>
                        <a:pt x="293" y="12"/>
                      </a:cubicBezTo>
                      <a:cubicBezTo>
                        <a:pt x="306" y="0"/>
                        <a:pt x="319" y="4"/>
                        <a:pt x="333" y="10"/>
                      </a:cubicBezTo>
                      <a:cubicBezTo>
                        <a:pt x="351" y="19"/>
                        <a:pt x="370" y="17"/>
                        <a:pt x="389" y="12"/>
                      </a:cubicBezTo>
                      <a:cubicBezTo>
                        <a:pt x="406" y="8"/>
                        <a:pt x="424" y="3"/>
                        <a:pt x="441" y="2"/>
                      </a:cubicBezTo>
                      <a:cubicBezTo>
                        <a:pt x="457" y="0"/>
                        <a:pt x="473" y="12"/>
                        <a:pt x="476" y="25"/>
                      </a:cubicBezTo>
                      <a:cubicBezTo>
                        <a:pt x="478" y="34"/>
                        <a:pt x="466" y="57"/>
                        <a:pt x="454" y="61"/>
                      </a:cubicBezTo>
                      <a:cubicBezTo>
                        <a:pt x="437" y="66"/>
                        <a:pt x="420" y="69"/>
                        <a:pt x="403" y="71"/>
                      </a:cubicBezTo>
                      <a:cubicBezTo>
                        <a:pt x="389" y="73"/>
                        <a:pt x="374" y="71"/>
                        <a:pt x="359" y="73"/>
                      </a:cubicBezTo>
                      <a:cubicBezTo>
                        <a:pt x="353" y="74"/>
                        <a:pt x="344" y="76"/>
                        <a:pt x="340" y="81"/>
                      </a:cubicBezTo>
                      <a:cubicBezTo>
                        <a:pt x="336" y="85"/>
                        <a:pt x="336" y="93"/>
                        <a:pt x="337" y="99"/>
                      </a:cubicBezTo>
                      <a:cubicBezTo>
                        <a:pt x="338" y="102"/>
                        <a:pt x="346" y="106"/>
                        <a:pt x="350" y="105"/>
                      </a:cubicBezTo>
                      <a:cubicBezTo>
                        <a:pt x="368" y="104"/>
                        <a:pt x="386" y="102"/>
                        <a:pt x="403" y="99"/>
                      </a:cubicBezTo>
                      <a:cubicBezTo>
                        <a:pt x="418" y="97"/>
                        <a:pt x="425" y="105"/>
                        <a:pt x="431" y="116"/>
                      </a:cubicBezTo>
                      <a:cubicBezTo>
                        <a:pt x="436" y="125"/>
                        <a:pt x="441" y="134"/>
                        <a:pt x="447" y="141"/>
                      </a:cubicBezTo>
                      <a:cubicBezTo>
                        <a:pt x="482" y="178"/>
                        <a:pt x="479" y="215"/>
                        <a:pt x="452" y="253"/>
                      </a:cubicBezTo>
                      <a:cubicBezTo>
                        <a:pt x="429" y="285"/>
                        <a:pt x="397" y="306"/>
                        <a:pt x="362" y="322"/>
                      </a:cubicBezTo>
                      <a:cubicBezTo>
                        <a:pt x="356" y="324"/>
                        <a:pt x="348" y="323"/>
                        <a:pt x="340" y="325"/>
                      </a:cubicBezTo>
                      <a:cubicBezTo>
                        <a:pt x="331" y="328"/>
                        <a:pt x="322" y="332"/>
                        <a:pt x="323" y="344"/>
                      </a:cubicBezTo>
                      <a:cubicBezTo>
                        <a:pt x="324" y="352"/>
                        <a:pt x="341" y="357"/>
                        <a:pt x="351" y="355"/>
                      </a:cubicBezTo>
                      <a:cubicBezTo>
                        <a:pt x="362" y="352"/>
                        <a:pt x="374" y="351"/>
                        <a:pt x="386" y="348"/>
                      </a:cubicBezTo>
                      <a:cubicBezTo>
                        <a:pt x="434" y="338"/>
                        <a:pt x="483" y="333"/>
                        <a:pt x="532" y="333"/>
                      </a:cubicBezTo>
                      <a:cubicBezTo>
                        <a:pt x="565" y="333"/>
                        <a:pt x="576" y="345"/>
                        <a:pt x="576" y="382"/>
                      </a:cubicBezTo>
                      <a:cubicBezTo>
                        <a:pt x="575" y="403"/>
                        <a:pt x="551" y="424"/>
                        <a:pt x="528" y="423"/>
                      </a:cubicBezTo>
                      <a:cubicBezTo>
                        <a:pt x="486" y="420"/>
                        <a:pt x="443" y="417"/>
                        <a:pt x="400" y="415"/>
                      </a:cubicBezTo>
                      <a:cubicBezTo>
                        <a:pt x="380" y="414"/>
                        <a:pt x="361" y="414"/>
                        <a:pt x="341" y="416"/>
                      </a:cubicBezTo>
                      <a:cubicBezTo>
                        <a:pt x="333" y="417"/>
                        <a:pt x="322" y="422"/>
                        <a:pt x="317" y="428"/>
                      </a:cubicBezTo>
                      <a:cubicBezTo>
                        <a:pt x="313" y="435"/>
                        <a:pt x="312" y="446"/>
                        <a:pt x="313" y="455"/>
                      </a:cubicBezTo>
                      <a:cubicBezTo>
                        <a:pt x="314" y="457"/>
                        <a:pt x="325" y="461"/>
                        <a:pt x="331" y="460"/>
                      </a:cubicBezTo>
                      <a:cubicBezTo>
                        <a:pt x="357" y="457"/>
                        <a:pt x="383" y="453"/>
                        <a:pt x="408" y="448"/>
                      </a:cubicBezTo>
                      <a:cubicBezTo>
                        <a:pt x="430" y="443"/>
                        <a:pt x="441" y="447"/>
                        <a:pt x="450" y="468"/>
                      </a:cubicBezTo>
                      <a:cubicBezTo>
                        <a:pt x="465" y="500"/>
                        <a:pt x="441" y="536"/>
                        <a:pt x="406" y="538"/>
                      </a:cubicBezTo>
                      <a:cubicBezTo>
                        <a:pt x="378" y="539"/>
                        <a:pt x="350" y="543"/>
                        <a:pt x="322" y="546"/>
                      </a:cubicBezTo>
                      <a:cubicBezTo>
                        <a:pt x="309" y="548"/>
                        <a:pt x="302" y="556"/>
                        <a:pt x="300" y="570"/>
                      </a:cubicBezTo>
                      <a:cubicBezTo>
                        <a:pt x="298" y="594"/>
                        <a:pt x="295" y="618"/>
                        <a:pt x="292" y="642"/>
                      </a:cubicBezTo>
                      <a:cubicBezTo>
                        <a:pt x="290" y="662"/>
                        <a:pt x="278" y="669"/>
                        <a:pt x="260" y="662"/>
                      </a:cubicBezTo>
                      <a:cubicBezTo>
                        <a:pt x="252" y="658"/>
                        <a:pt x="244" y="655"/>
                        <a:pt x="237" y="650"/>
                      </a:cubicBezTo>
                      <a:cubicBezTo>
                        <a:pt x="221" y="639"/>
                        <a:pt x="228" y="622"/>
                        <a:pt x="227" y="608"/>
                      </a:cubicBezTo>
                      <a:close/>
                      <a:moveTo>
                        <a:pt x="247" y="232"/>
                      </a:moveTo>
                      <a:cubicBezTo>
                        <a:pt x="249" y="231"/>
                        <a:pt x="251" y="230"/>
                        <a:pt x="252" y="229"/>
                      </a:cubicBezTo>
                      <a:cubicBezTo>
                        <a:pt x="248" y="227"/>
                        <a:pt x="243" y="222"/>
                        <a:pt x="240" y="224"/>
                      </a:cubicBezTo>
                      <a:cubicBezTo>
                        <a:pt x="222" y="233"/>
                        <a:pt x="204" y="243"/>
                        <a:pt x="186" y="254"/>
                      </a:cubicBezTo>
                      <a:cubicBezTo>
                        <a:pt x="167" y="264"/>
                        <a:pt x="167" y="284"/>
                        <a:pt x="163" y="302"/>
                      </a:cubicBezTo>
                      <a:cubicBezTo>
                        <a:pt x="158" y="321"/>
                        <a:pt x="154" y="340"/>
                        <a:pt x="149" y="359"/>
                      </a:cubicBezTo>
                      <a:cubicBezTo>
                        <a:pt x="149" y="362"/>
                        <a:pt x="148" y="367"/>
                        <a:pt x="150" y="368"/>
                      </a:cubicBezTo>
                      <a:cubicBezTo>
                        <a:pt x="153" y="370"/>
                        <a:pt x="158" y="371"/>
                        <a:pt x="161" y="370"/>
                      </a:cubicBezTo>
                      <a:cubicBezTo>
                        <a:pt x="181" y="358"/>
                        <a:pt x="203" y="351"/>
                        <a:pt x="226" y="347"/>
                      </a:cubicBezTo>
                      <a:cubicBezTo>
                        <a:pt x="234" y="345"/>
                        <a:pt x="245" y="335"/>
                        <a:pt x="246" y="328"/>
                      </a:cubicBezTo>
                      <a:cubicBezTo>
                        <a:pt x="248" y="296"/>
                        <a:pt x="247" y="264"/>
                        <a:pt x="247" y="232"/>
                      </a:cubicBezTo>
                      <a:close/>
                      <a:moveTo>
                        <a:pt x="313" y="256"/>
                      </a:moveTo>
                      <a:cubicBezTo>
                        <a:pt x="314" y="256"/>
                        <a:pt x="315" y="256"/>
                        <a:pt x="316" y="256"/>
                      </a:cubicBezTo>
                      <a:cubicBezTo>
                        <a:pt x="316" y="260"/>
                        <a:pt x="315" y="263"/>
                        <a:pt x="316" y="267"/>
                      </a:cubicBezTo>
                      <a:cubicBezTo>
                        <a:pt x="316" y="271"/>
                        <a:pt x="316" y="275"/>
                        <a:pt x="317" y="279"/>
                      </a:cubicBezTo>
                      <a:cubicBezTo>
                        <a:pt x="323" y="294"/>
                        <a:pt x="330" y="297"/>
                        <a:pt x="344" y="287"/>
                      </a:cubicBezTo>
                      <a:cubicBezTo>
                        <a:pt x="356" y="278"/>
                        <a:pt x="368" y="268"/>
                        <a:pt x="378" y="257"/>
                      </a:cubicBezTo>
                      <a:cubicBezTo>
                        <a:pt x="385" y="251"/>
                        <a:pt x="390" y="242"/>
                        <a:pt x="394" y="234"/>
                      </a:cubicBezTo>
                      <a:cubicBezTo>
                        <a:pt x="395" y="231"/>
                        <a:pt x="393" y="223"/>
                        <a:pt x="390" y="221"/>
                      </a:cubicBezTo>
                      <a:cubicBezTo>
                        <a:pt x="361" y="205"/>
                        <a:pt x="357" y="196"/>
                        <a:pt x="363" y="162"/>
                      </a:cubicBezTo>
                      <a:cubicBezTo>
                        <a:pt x="364" y="158"/>
                        <a:pt x="359" y="149"/>
                        <a:pt x="358" y="150"/>
                      </a:cubicBezTo>
                      <a:cubicBezTo>
                        <a:pt x="348" y="151"/>
                        <a:pt x="338" y="152"/>
                        <a:pt x="330" y="157"/>
                      </a:cubicBezTo>
                      <a:cubicBezTo>
                        <a:pt x="326" y="160"/>
                        <a:pt x="326" y="171"/>
                        <a:pt x="325" y="178"/>
                      </a:cubicBezTo>
                      <a:cubicBezTo>
                        <a:pt x="325" y="188"/>
                        <a:pt x="327" y="199"/>
                        <a:pt x="325" y="209"/>
                      </a:cubicBezTo>
                      <a:cubicBezTo>
                        <a:pt x="322" y="224"/>
                        <a:pt x="317" y="240"/>
                        <a:pt x="313" y="256"/>
                      </a:cubicBezTo>
                      <a:close/>
                      <a:moveTo>
                        <a:pt x="167" y="205"/>
                      </a:moveTo>
                      <a:cubicBezTo>
                        <a:pt x="170" y="204"/>
                        <a:pt x="175" y="203"/>
                        <a:pt x="179" y="200"/>
                      </a:cubicBezTo>
                      <a:cubicBezTo>
                        <a:pt x="195" y="190"/>
                        <a:pt x="211" y="180"/>
                        <a:pt x="226" y="169"/>
                      </a:cubicBezTo>
                      <a:cubicBezTo>
                        <a:pt x="234" y="163"/>
                        <a:pt x="242" y="156"/>
                        <a:pt x="248" y="149"/>
                      </a:cubicBezTo>
                      <a:cubicBezTo>
                        <a:pt x="251" y="145"/>
                        <a:pt x="249" y="138"/>
                        <a:pt x="250" y="133"/>
                      </a:cubicBezTo>
                      <a:cubicBezTo>
                        <a:pt x="245" y="133"/>
                        <a:pt x="239" y="131"/>
                        <a:pt x="235" y="133"/>
                      </a:cubicBezTo>
                      <a:cubicBezTo>
                        <a:pt x="216" y="142"/>
                        <a:pt x="196" y="152"/>
                        <a:pt x="179" y="164"/>
                      </a:cubicBezTo>
                      <a:cubicBezTo>
                        <a:pt x="169" y="170"/>
                        <a:pt x="162" y="179"/>
                        <a:pt x="156" y="189"/>
                      </a:cubicBezTo>
                      <a:cubicBezTo>
                        <a:pt x="150" y="197"/>
                        <a:pt x="154" y="204"/>
                        <a:pt x="167" y="205"/>
                      </a:cubicBezTo>
                      <a:close/>
                      <a:moveTo>
                        <a:pt x="80" y="331"/>
                      </a:moveTo>
                      <a:cubicBezTo>
                        <a:pt x="84" y="337"/>
                        <a:pt x="87" y="343"/>
                        <a:pt x="91" y="345"/>
                      </a:cubicBezTo>
                      <a:cubicBezTo>
                        <a:pt x="96" y="347"/>
                        <a:pt x="103" y="346"/>
                        <a:pt x="107" y="342"/>
                      </a:cubicBezTo>
                      <a:cubicBezTo>
                        <a:pt x="114" y="336"/>
                        <a:pt x="121" y="328"/>
                        <a:pt x="125" y="320"/>
                      </a:cubicBezTo>
                      <a:cubicBezTo>
                        <a:pt x="128" y="313"/>
                        <a:pt x="127" y="305"/>
                        <a:pt x="128" y="297"/>
                      </a:cubicBezTo>
                      <a:cubicBezTo>
                        <a:pt x="121" y="299"/>
                        <a:pt x="114" y="300"/>
                        <a:pt x="108" y="302"/>
                      </a:cubicBezTo>
                      <a:cubicBezTo>
                        <a:pt x="106" y="303"/>
                        <a:pt x="103" y="303"/>
                        <a:pt x="101" y="305"/>
                      </a:cubicBezTo>
                      <a:cubicBezTo>
                        <a:pt x="94" y="313"/>
                        <a:pt x="88" y="321"/>
                        <a:pt x="80" y="3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4" name="Freeform 9"/>
                <p:cNvSpPr>
                  <a:spLocks noEditPoints="1"/>
                </p:cNvSpPr>
                <p:nvPr/>
              </p:nvSpPr>
              <p:spPr bwMode="auto">
                <a:xfrm>
                  <a:off x="4048125" y="839788"/>
                  <a:ext cx="1846263" cy="2085975"/>
                </a:xfrm>
                <a:custGeom>
                  <a:avLst/>
                  <a:gdLst>
                    <a:gd name="T0" fmla="*/ 8 w 585"/>
                    <a:gd name="T1" fmla="*/ 178 h 660"/>
                    <a:gd name="T2" fmla="*/ 30 w 585"/>
                    <a:gd name="T3" fmla="*/ 88 h 660"/>
                    <a:gd name="T4" fmla="*/ 189 w 585"/>
                    <a:gd name="T5" fmla="*/ 35 h 660"/>
                    <a:gd name="T6" fmla="*/ 193 w 585"/>
                    <a:gd name="T7" fmla="*/ 139 h 660"/>
                    <a:gd name="T8" fmla="*/ 141 w 585"/>
                    <a:gd name="T9" fmla="*/ 202 h 660"/>
                    <a:gd name="T10" fmla="*/ 193 w 585"/>
                    <a:gd name="T11" fmla="*/ 185 h 660"/>
                    <a:gd name="T12" fmla="*/ 231 w 585"/>
                    <a:gd name="T13" fmla="*/ 108 h 660"/>
                    <a:gd name="T14" fmla="*/ 438 w 585"/>
                    <a:gd name="T15" fmla="*/ 3 h 660"/>
                    <a:gd name="T16" fmla="*/ 523 w 585"/>
                    <a:gd name="T17" fmla="*/ 35 h 660"/>
                    <a:gd name="T18" fmla="*/ 422 w 585"/>
                    <a:gd name="T19" fmla="*/ 85 h 660"/>
                    <a:gd name="T20" fmla="*/ 422 w 585"/>
                    <a:gd name="T21" fmla="*/ 101 h 660"/>
                    <a:gd name="T22" fmla="*/ 445 w 585"/>
                    <a:gd name="T23" fmla="*/ 157 h 660"/>
                    <a:gd name="T24" fmla="*/ 497 w 585"/>
                    <a:gd name="T25" fmla="*/ 164 h 660"/>
                    <a:gd name="T26" fmla="*/ 585 w 585"/>
                    <a:gd name="T27" fmla="*/ 204 h 660"/>
                    <a:gd name="T28" fmla="*/ 519 w 585"/>
                    <a:gd name="T29" fmla="*/ 358 h 660"/>
                    <a:gd name="T30" fmla="*/ 430 w 585"/>
                    <a:gd name="T31" fmla="*/ 422 h 660"/>
                    <a:gd name="T32" fmla="*/ 415 w 585"/>
                    <a:gd name="T33" fmla="*/ 561 h 660"/>
                    <a:gd name="T34" fmla="*/ 378 w 585"/>
                    <a:gd name="T35" fmla="*/ 660 h 660"/>
                    <a:gd name="T36" fmla="*/ 346 w 585"/>
                    <a:gd name="T37" fmla="*/ 567 h 660"/>
                    <a:gd name="T38" fmla="*/ 345 w 585"/>
                    <a:gd name="T39" fmla="*/ 348 h 660"/>
                    <a:gd name="T40" fmla="*/ 332 w 585"/>
                    <a:gd name="T41" fmla="*/ 296 h 660"/>
                    <a:gd name="T42" fmla="*/ 318 w 585"/>
                    <a:gd name="T43" fmla="*/ 327 h 660"/>
                    <a:gd name="T44" fmla="*/ 290 w 585"/>
                    <a:gd name="T45" fmla="*/ 407 h 660"/>
                    <a:gd name="T46" fmla="*/ 248 w 585"/>
                    <a:gd name="T47" fmla="*/ 339 h 660"/>
                    <a:gd name="T48" fmla="*/ 301 w 585"/>
                    <a:gd name="T49" fmla="*/ 148 h 660"/>
                    <a:gd name="T50" fmla="*/ 326 w 585"/>
                    <a:gd name="T51" fmla="*/ 108 h 660"/>
                    <a:gd name="T52" fmla="*/ 268 w 585"/>
                    <a:gd name="T53" fmla="*/ 141 h 660"/>
                    <a:gd name="T54" fmla="*/ 181 w 585"/>
                    <a:gd name="T55" fmla="*/ 316 h 660"/>
                    <a:gd name="T56" fmla="*/ 159 w 585"/>
                    <a:gd name="T57" fmla="*/ 406 h 660"/>
                    <a:gd name="T58" fmla="*/ 101 w 585"/>
                    <a:gd name="T59" fmla="*/ 389 h 660"/>
                    <a:gd name="T60" fmla="*/ 132 w 585"/>
                    <a:gd name="T61" fmla="*/ 312 h 660"/>
                    <a:gd name="T62" fmla="*/ 116 w 585"/>
                    <a:gd name="T63" fmla="*/ 298 h 660"/>
                    <a:gd name="T64" fmla="*/ 83 w 585"/>
                    <a:gd name="T65" fmla="*/ 300 h 660"/>
                    <a:gd name="T66" fmla="*/ 60 w 585"/>
                    <a:gd name="T67" fmla="*/ 332 h 660"/>
                    <a:gd name="T68" fmla="*/ 72 w 585"/>
                    <a:gd name="T69" fmla="*/ 435 h 660"/>
                    <a:gd name="T70" fmla="*/ 36 w 585"/>
                    <a:gd name="T71" fmla="*/ 445 h 660"/>
                    <a:gd name="T72" fmla="*/ 2 w 585"/>
                    <a:gd name="T73" fmla="*/ 287 h 660"/>
                    <a:gd name="T74" fmla="*/ 64 w 585"/>
                    <a:gd name="T75" fmla="*/ 256 h 660"/>
                    <a:gd name="T76" fmla="*/ 84 w 585"/>
                    <a:gd name="T77" fmla="*/ 255 h 660"/>
                    <a:gd name="T78" fmla="*/ 117 w 585"/>
                    <a:gd name="T79" fmla="*/ 185 h 660"/>
                    <a:gd name="T80" fmla="*/ 127 w 585"/>
                    <a:gd name="T81" fmla="*/ 125 h 660"/>
                    <a:gd name="T82" fmla="*/ 133 w 585"/>
                    <a:gd name="T83" fmla="*/ 94 h 660"/>
                    <a:gd name="T84" fmla="*/ 94 w 585"/>
                    <a:gd name="T85" fmla="*/ 126 h 660"/>
                    <a:gd name="T86" fmla="*/ 60 w 585"/>
                    <a:gd name="T87" fmla="*/ 228 h 660"/>
                    <a:gd name="T88" fmla="*/ 460 w 585"/>
                    <a:gd name="T89" fmla="*/ 320 h 660"/>
                    <a:gd name="T90" fmla="*/ 496 w 585"/>
                    <a:gd name="T91" fmla="*/ 242 h 660"/>
                    <a:gd name="T92" fmla="*/ 432 w 585"/>
                    <a:gd name="T93" fmla="*/ 281 h 660"/>
                    <a:gd name="T94" fmla="*/ 317 w 585"/>
                    <a:gd name="T95" fmla="*/ 221 h 660"/>
                    <a:gd name="T96" fmla="*/ 338 w 585"/>
                    <a:gd name="T97" fmla="*/ 203 h 660"/>
                    <a:gd name="T98" fmla="*/ 366 w 585"/>
                    <a:gd name="T99" fmla="*/ 134 h 660"/>
                    <a:gd name="T100" fmla="*/ 314 w 585"/>
                    <a:gd name="T101" fmla="*/ 204 h 6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585" h="660">
                      <a:moveTo>
                        <a:pt x="2" y="287"/>
                      </a:moveTo>
                      <a:cubicBezTo>
                        <a:pt x="4" y="250"/>
                        <a:pt x="5" y="214"/>
                        <a:pt x="8" y="178"/>
                      </a:cubicBezTo>
                      <a:cubicBezTo>
                        <a:pt x="9" y="166"/>
                        <a:pt x="15" y="154"/>
                        <a:pt x="18" y="142"/>
                      </a:cubicBezTo>
                      <a:cubicBezTo>
                        <a:pt x="22" y="124"/>
                        <a:pt x="28" y="106"/>
                        <a:pt x="30" y="88"/>
                      </a:cubicBezTo>
                      <a:cubicBezTo>
                        <a:pt x="36" y="36"/>
                        <a:pt x="72" y="15"/>
                        <a:pt x="119" y="13"/>
                      </a:cubicBezTo>
                      <a:cubicBezTo>
                        <a:pt x="145" y="12"/>
                        <a:pt x="172" y="12"/>
                        <a:pt x="189" y="35"/>
                      </a:cubicBezTo>
                      <a:cubicBezTo>
                        <a:pt x="196" y="44"/>
                        <a:pt x="202" y="56"/>
                        <a:pt x="202" y="67"/>
                      </a:cubicBezTo>
                      <a:cubicBezTo>
                        <a:pt x="201" y="91"/>
                        <a:pt x="200" y="116"/>
                        <a:pt x="193" y="139"/>
                      </a:cubicBezTo>
                      <a:cubicBezTo>
                        <a:pt x="188" y="160"/>
                        <a:pt x="170" y="175"/>
                        <a:pt x="151" y="188"/>
                      </a:cubicBezTo>
                      <a:cubicBezTo>
                        <a:pt x="147" y="191"/>
                        <a:pt x="145" y="197"/>
                        <a:pt x="141" y="202"/>
                      </a:cubicBezTo>
                      <a:cubicBezTo>
                        <a:pt x="147" y="205"/>
                        <a:pt x="152" y="209"/>
                        <a:pt x="157" y="210"/>
                      </a:cubicBezTo>
                      <a:cubicBezTo>
                        <a:pt x="184" y="212"/>
                        <a:pt x="185" y="211"/>
                        <a:pt x="193" y="185"/>
                      </a:cubicBezTo>
                      <a:cubicBezTo>
                        <a:pt x="195" y="179"/>
                        <a:pt x="199" y="173"/>
                        <a:pt x="203" y="168"/>
                      </a:cubicBezTo>
                      <a:cubicBezTo>
                        <a:pt x="214" y="149"/>
                        <a:pt x="225" y="130"/>
                        <a:pt x="231" y="108"/>
                      </a:cubicBezTo>
                      <a:cubicBezTo>
                        <a:pt x="245" y="52"/>
                        <a:pt x="266" y="37"/>
                        <a:pt x="328" y="25"/>
                      </a:cubicBezTo>
                      <a:cubicBezTo>
                        <a:pt x="365" y="18"/>
                        <a:pt x="401" y="9"/>
                        <a:pt x="438" y="3"/>
                      </a:cubicBezTo>
                      <a:cubicBezTo>
                        <a:pt x="458" y="0"/>
                        <a:pt x="480" y="1"/>
                        <a:pt x="501" y="3"/>
                      </a:cubicBezTo>
                      <a:cubicBezTo>
                        <a:pt x="514" y="3"/>
                        <a:pt x="525" y="21"/>
                        <a:pt x="523" y="35"/>
                      </a:cubicBezTo>
                      <a:cubicBezTo>
                        <a:pt x="520" y="55"/>
                        <a:pt x="499" y="78"/>
                        <a:pt x="476" y="78"/>
                      </a:cubicBezTo>
                      <a:cubicBezTo>
                        <a:pt x="458" y="78"/>
                        <a:pt x="440" y="82"/>
                        <a:pt x="422" y="85"/>
                      </a:cubicBezTo>
                      <a:cubicBezTo>
                        <a:pt x="419" y="86"/>
                        <a:pt x="416" y="91"/>
                        <a:pt x="413" y="94"/>
                      </a:cubicBezTo>
                      <a:cubicBezTo>
                        <a:pt x="416" y="96"/>
                        <a:pt x="418" y="100"/>
                        <a:pt x="422" y="101"/>
                      </a:cubicBezTo>
                      <a:cubicBezTo>
                        <a:pt x="439" y="108"/>
                        <a:pt x="447" y="117"/>
                        <a:pt x="446" y="136"/>
                      </a:cubicBezTo>
                      <a:cubicBezTo>
                        <a:pt x="446" y="143"/>
                        <a:pt x="445" y="150"/>
                        <a:pt x="445" y="157"/>
                      </a:cubicBezTo>
                      <a:cubicBezTo>
                        <a:pt x="443" y="173"/>
                        <a:pt x="450" y="178"/>
                        <a:pt x="465" y="174"/>
                      </a:cubicBezTo>
                      <a:cubicBezTo>
                        <a:pt x="476" y="171"/>
                        <a:pt x="486" y="167"/>
                        <a:pt x="497" y="164"/>
                      </a:cubicBezTo>
                      <a:cubicBezTo>
                        <a:pt x="511" y="161"/>
                        <a:pt x="525" y="156"/>
                        <a:pt x="540" y="155"/>
                      </a:cubicBezTo>
                      <a:cubicBezTo>
                        <a:pt x="574" y="154"/>
                        <a:pt x="585" y="177"/>
                        <a:pt x="585" y="204"/>
                      </a:cubicBezTo>
                      <a:cubicBezTo>
                        <a:pt x="584" y="222"/>
                        <a:pt x="580" y="239"/>
                        <a:pt x="577" y="257"/>
                      </a:cubicBezTo>
                      <a:cubicBezTo>
                        <a:pt x="572" y="299"/>
                        <a:pt x="545" y="329"/>
                        <a:pt x="519" y="358"/>
                      </a:cubicBezTo>
                      <a:cubicBezTo>
                        <a:pt x="511" y="366"/>
                        <a:pt x="499" y="369"/>
                        <a:pt x="489" y="375"/>
                      </a:cubicBezTo>
                      <a:cubicBezTo>
                        <a:pt x="467" y="388"/>
                        <a:pt x="442" y="398"/>
                        <a:pt x="430" y="422"/>
                      </a:cubicBezTo>
                      <a:cubicBezTo>
                        <a:pt x="422" y="437"/>
                        <a:pt x="417" y="455"/>
                        <a:pt x="416" y="473"/>
                      </a:cubicBezTo>
                      <a:cubicBezTo>
                        <a:pt x="414" y="502"/>
                        <a:pt x="416" y="532"/>
                        <a:pt x="415" y="561"/>
                      </a:cubicBezTo>
                      <a:cubicBezTo>
                        <a:pt x="414" y="583"/>
                        <a:pt x="413" y="605"/>
                        <a:pt x="410" y="627"/>
                      </a:cubicBezTo>
                      <a:cubicBezTo>
                        <a:pt x="409" y="646"/>
                        <a:pt x="394" y="660"/>
                        <a:pt x="378" y="660"/>
                      </a:cubicBezTo>
                      <a:cubicBezTo>
                        <a:pt x="360" y="660"/>
                        <a:pt x="351" y="651"/>
                        <a:pt x="350" y="633"/>
                      </a:cubicBezTo>
                      <a:cubicBezTo>
                        <a:pt x="348" y="611"/>
                        <a:pt x="347" y="589"/>
                        <a:pt x="346" y="567"/>
                      </a:cubicBezTo>
                      <a:cubicBezTo>
                        <a:pt x="344" y="534"/>
                        <a:pt x="341" y="500"/>
                        <a:pt x="341" y="466"/>
                      </a:cubicBezTo>
                      <a:cubicBezTo>
                        <a:pt x="341" y="427"/>
                        <a:pt x="345" y="388"/>
                        <a:pt x="345" y="348"/>
                      </a:cubicBezTo>
                      <a:cubicBezTo>
                        <a:pt x="345" y="333"/>
                        <a:pt x="341" y="318"/>
                        <a:pt x="339" y="303"/>
                      </a:cubicBezTo>
                      <a:cubicBezTo>
                        <a:pt x="338" y="300"/>
                        <a:pt x="335" y="296"/>
                        <a:pt x="332" y="296"/>
                      </a:cubicBezTo>
                      <a:cubicBezTo>
                        <a:pt x="330" y="296"/>
                        <a:pt x="325" y="299"/>
                        <a:pt x="324" y="301"/>
                      </a:cubicBezTo>
                      <a:cubicBezTo>
                        <a:pt x="322" y="310"/>
                        <a:pt x="319" y="319"/>
                        <a:pt x="318" y="327"/>
                      </a:cubicBezTo>
                      <a:cubicBezTo>
                        <a:pt x="317" y="343"/>
                        <a:pt x="319" y="358"/>
                        <a:pt x="318" y="374"/>
                      </a:cubicBezTo>
                      <a:cubicBezTo>
                        <a:pt x="317" y="393"/>
                        <a:pt x="307" y="406"/>
                        <a:pt x="290" y="407"/>
                      </a:cubicBezTo>
                      <a:cubicBezTo>
                        <a:pt x="273" y="409"/>
                        <a:pt x="257" y="398"/>
                        <a:pt x="253" y="380"/>
                      </a:cubicBezTo>
                      <a:cubicBezTo>
                        <a:pt x="250" y="366"/>
                        <a:pt x="248" y="352"/>
                        <a:pt x="248" y="339"/>
                      </a:cubicBezTo>
                      <a:cubicBezTo>
                        <a:pt x="247" y="321"/>
                        <a:pt x="248" y="304"/>
                        <a:pt x="248" y="286"/>
                      </a:cubicBezTo>
                      <a:cubicBezTo>
                        <a:pt x="246" y="232"/>
                        <a:pt x="266" y="187"/>
                        <a:pt x="301" y="148"/>
                      </a:cubicBezTo>
                      <a:cubicBezTo>
                        <a:pt x="309" y="139"/>
                        <a:pt x="316" y="131"/>
                        <a:pt x="323" y="123"/>
                      </a:cubicBezTo>
                      <a:cubicBezTo>
                        <a:pt x="325" y="119"/>
                        <a:pt x="325" y="113"/>
                        <a:pt x="326" y="108"/>
                      </a:cubicBezTo>
                      <a:cubicBezTo>
                        <a:pt x="321" y="107"/>
                        <a:pt x="316" y="106"/>
                        <a:pt x="312" y="107"/>
                      </a:cubicBezTo>
                      <a:cubicBezTo>
                        <a:pt x="292" y="112"/>
                        <a:pt x="278" y="125"/>
                        <a:pt x="268" y="141"/>
                      </a:cubicBezTo>
                      <a:cubicBezTo>
                        <a:pt x="248" y="176"/>
                        <a:pt x="228" y="210"/>
                        <a:pt x="210" y="246"/>
                      </a:cubicBezTo>
                      <a:cubicBezTo>
                        <a:pt x="198" y="268"/>
                        <a:pt x="189" y="292"/>
                        <a:pt x="181" y="316"/>
                      </a:cubicBezTo>
                      <a:cubicBezTo>
                        <a:pt x="177" y="326"/>
                        <a:pt x="181" y="340"/>
                        <a:pt x="178" y="351"/>
                      </a:cubicBezTo>
                      <a:cubicBezTo>
                        <a:pt x="173" y="370"/>
                        <a:pt x="167" y="389"/>
                        <a:pt x="159" y="406"/>
                      </a:cubicBezTo>
                      <a:cubicBezTo>
                        <a:pt x="153" y="418"/>
                        <a:pt x="139" y="423"/>
                        <a:pt x="125" y="418"/>
                      </a:cubicBezTo>
                      <a:cubicBezTo>
                        <a:pt x="111" y="413"/>
                        <a:pt x="101" y="403"/>
                        <a:pt x="101" y="389"/>
                      </a:cubicBezTo>
                      <a:cubicBezTo>
                        <a:pt x="101" y="375"/>
                        <a:pt x="105" y="360"/>
                        <a:pt x="111" y="348"/>
                      </a:cubicBezTo>
                      <a:cubicBezTo>
                        <a:pt x="116" y="335"/>
                        <a:pt x="126" y="324"/>
                        <a:pt x="132" y="312"/>
                      </a:cubicBezTo>
                      <a:cubicBezTo>
                        <a:pt x="135" y="307"/>
                        <a:pt x="134" y="300"/>
                        <a:pt x="135" y="293"/>
                      </a:cubicBezTo>
                      <a:cubicBezTo>
                        <a:pt x="128" y="295"/>
                        <a:pt x="122" y="295"/>
                        <a:pt x="116" y="298"/>
                      </a:cubicBezTo>
                      <a:cubicBezTo>
                        <a:pt x="112" y="299"/>
                        <a:pt x="108" y="304"/>
                        <a:pt x="104" y="307"/>
                      </a:cubicBezTo>
                      <a:cubicBezTo>
                        <a:pt x="95" y="313"/>
                        <a:pt x="87" y="312"/>
                        <a:pt x="83" y="300"/>
                      </a:cubicBezTo>
                      <a:cubicBezTo>
                        <a:pt x="79" y="287"/>
                        <a:pt x="72" y="290"/>
                        <a:pt x="69" y="298"/>
                      </a:cubicBezTo>
                      <a:cubicBezTo>
                        <a:pt x="64" y="309"/>
                        <a:pt x="59" y="321"/>
                        <a:pt x="60" y="332"/>
                      </a:cubicBezTo>
                      <a:cubicBezTo>
                        <a:pt x="62" y="360"/>
                        <a:pt x="66" y="388"/>
                        <a:pt x="70" y="415"/>
                      </a:cubicBezTo>
                      <a:cubicBezTo>
                        <a:pt x="71" y="422"/>
                        <a:pt x="72" y="428"/>
                        <a:pt x="72" y="435"/>
                      </a:cubicBezTo>
                      <a:cubicBezTo>
                        <a:pt x="73" y="443"/>
                        <a:pt x="74" y="453"/>
                        <a:pt x="62" y="457"/>
                      </a:cubicBezTo>
                      <a:cubicBezTo>
                        <a:pt x="50" y="461"/>
                        <a:pt x="41" y="456"/>
                        <a:pt x="36" y="445"/>
                      </a:cubicBezTo>
                      <a:cubicBezTo>
                        <a:pt x="28" y="430"/>
                        <a:pt x="22" y="415"/>
                        <a:pt x="15" y="399"/>
                      </a:cubicBezTo>
                      <a:cubicBezTo>
                        <a:pt x="0" y="363"/>
                        <a:pt x="2" y="325"/>
                        <a:pt x="2" y="287"/>
                      </a:cubicBezTo>
                      <a:close/>
                      <a:moveTo>
                        <a:pt x="60" y="228"/>
                      </a:moveTo>
                      <a:cubicBezTo>
                        <a:pt x="61" y="238"/>
                        <a:pt x="61" y="248"/>
                        <a:pt x="64" y="256"/>
                      </a:cubicBezTo>
                      <a:cubicBezTo>
                        <a:pt x="65" y="260"/>
                        <a:pt x="71" y="264"/>
                        <a:pt x="76" y="265"/>
                      </a:cubicBezTo>
                      <a:cubicBezTo>
                        <a:pt x="78" y="265"/>
                        <a:pt x="84" y="258"/>
                        <a:pt x="84" y="255"/>
                      </a:cubicBezTo>
                      <a:cubicBezTo>
                        <a:pt x="83" y="237"/>
                        <a:pt x="92" y="224"/>
                        <a:pt x="106" y="215"/>
                      </a:cubicBezTo>
                      <a:cubicBezTo>
                        <a:pt x="118" y="207"/>
                        <a:pt x="124" y="199"/>
                        <a:pt x="117" y="185"/>
                      </a:cubicBezTo>
                      <a:cubicBezTo>
                        <a:pt x="115" y="182"/>
                        <a:pt x="116" y="178"/>
                        <a:pt x="117" y="175"/>
                      </a:cubicBezTo>
                      <a:cubicBezTo>
                        <a:pt x="120" y="158"/>
                        <a:pt x="123" y="142"/>
                        <a:pt x="127" y="125"/>
                      </a:cubicBezTo>
                      <a:cubicBezTo>
                        <a:pt x="128" y="119"/>
                        <a:pt x="131" y="113"/>
                        <a:pt x="132" y="107"/>
                      </a:cubicBezTo>
                      <a:cubicBezTo>
                        <a:pt x="133" y="103"/>
                        <a:pt x="133" y="98"/>
                        <a:pt x="133" y="94"/>
                      </a:cubicBezTo>
                      <a:cubicBezTo>
                        <a:pt x="129" y="95"/>
                        <a:pt x="122" y="93"/>
                        <a:pt x="119" y="96"/>
                      </a:cubicBezTo>
                      <a:cubicBezTo>
                        <a:pt x="110" y="105"/>
                        <a:pt x="100" y="115"/>
                        <a:pt x="94" y="126"/>
                      </a:cubicBezTo>
                      <a:cubicBezTo>
                        <a:pt x="85" y="145"/>
                        <a:pt x="80" y="164"/>
                        <a:pt x="73" y="184"/>
                      </a:cubicBezTo>
                      <a:cubicBezTo>
                        <a:pt x="68" y="199"/>
                        <a:pt x="64" y="214"/>
                        <a:pt x="60" y="228"/>
                      </a:cubicBezTo>
                      <a:close/>
                      <a:moveTo>
                        <a:pt x="433" y="290"/>
                      </a:moveTo>
                      <a:cubicBezTo>
                        <a:pt x="431" y="314"/>
                        <a:pt x="443" y="327"/>
                        <a:pt x="460" y="320"/>
                      </a:cubicBezTo>
                      <a:cubicBezTo>
                        <a:pt x="486" y="307"/>
                        <a:pt x="503" y="286"/>
                        <a:pt x="511" y="257"/>
                      </a:cubicBezTo>
                      <a:cubicBezTo>
                        <a:pt x="514" y="245"/>
                        <a:pt x="509" y="240"/>
                        <a:pt x="496" y="242"/>
                      </a:cubicBezTo>
                      <a:cubicBezTo>
                        <a:pt x="482" y="244"/>
                        <a:pt x="469" y="248"/>
                        <a:pt x="455" y="250"/>
                      </a:cubicBezTo>
                      <a:cubicBezTo>
                        <a:pt x="435" y="253"/>
                        <a:pt x="429" y="261"/>
                        <a:pt x="432" y="281"/>
                      </a:cubicBezTo>
                      <a:cubicBezTo>
                        <a:pt x="433" y="285"/>
                        <a:pt x="433" y="289"/>
                        <a:pt x="433" y="290"/>
                      </a:cubicBezTo>
                      <a:close/>
                      <a:moveTo>
                        <a:pt x="317" y="221"/>
                      </a:moveTo>
                      <a:cubicBezTo>
                        <a:pt x="319" y="221"/>
                        <a:pt x="321" y="221"/>
                        <a:pt x="322" y="221"/>
                      </a:cubicBezTo>
                      <a:cubicBezTo>
                        <a:pt x="328" y="215"/>
                        <a:pt x="334" y="210"/>
                        <a:pt x="338" y="203"/>
                      </a:cubicBezTo>
                      <a:cubicBezTo>
                        <a:pt x="347" y="185"/>
                        <a:pt x="356" y="167"/>
                        <a:pt x="364" y="150"/>
                      </a:cubicBezTo>
                      <a:cubicBezTo>
                        <a:pt x="366" y="145"/>
                        <a:pt x="366" y="139"/>
                        <a:pt x="366" y="134"/>
                      </a:cubicBezTo>
                      <a:cubicBezTo>
                        <a:pt x="361" y="136"/>
                        <a:pt x="353" y="136"/>
                        <a:pt x="351" y="140"/>
                      </a:cubicBezTo>
                      <a:cubicBezTo>
                        <a:pt x="338" y="161"/>
                        <a:pt x="325" y="182"/>
                        <a:pt x="314" y="204"/>
                      </a:cubicBezTo>
                      <a:cubicBezTo>
                        <a:pt x="312" y="208"/>
                        <a:pt x="316" y="215"/>
                        <a:pt x="317" y="2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5" name="Freeform 10"/>
                <p:cNvSpPr>
                  <a:spLocks noEditPoints="1"/>
                </p:cNvSpPr>
                <p:nvPr/>
              </p:nvSpPr>
              <p:spPr bwMode="auto">
                <a:xfrm>
                  <a:off x="1854200" y="730251"/>
                  <a:ext cx="1852613" cy="2098675"/>
                </a:xfrm>
                <a:custGeom>
                  <a:avLst/>
                  <a:gdLst>
                    <a:gd name="T0" fmla="*/ 164 w 587"/>
                    <a:gd name="T1" fmla="*/ 273 h 664"/>
                    <a:gd name="T2" fmla="*/ 135 w 587"/>
                    <a:gd name="T3" fmla="*/ 375 h 664"/>
                    <a:gd name="T4" fmla="*/ 91 w 587"/>
                    <a:gd name="T5" fmla="*/ 449 h 664"/>
                    <a:gd name="T6" fmla="*/ 61 w 587"/>
                    <a:gd name="T7" fmla="*/ 281 h 664"/>
                    <a:gd name="T8" fmla="*/ 191 w 587"/>
                    <a:gd name="T9" fmla="*/ 170 h 664"/>
                    <a:gd name="T10" fmla="*/ 172 w 587"/>
                    <a:gd name="T11" fmla="*/ 202 h 664"/>
                    <a:gd name="T12" fmla="*/ 247 w 587"/>
                    <a:gd name="T13" fmla="*/ 146 h 664"/>
                    <a:gd name="T14" fmla="*/ 218 w 587"/>
                    <a:gd name="T15" fmla="*/ 114 h 664"/>
                    <a:gd name="T16" fmla="*/ 46 w 587"/>
                    <a:gd name="T17" fmla="*/ 152 h 664"/>
                    <a:gd name="T18" fmla="*/ 124 w 587"/>
                    <a:gd name="T19" fmla="*/ 79 h 664"/>
                    <a:gd name="T20" fmla="*/ 253 w 587"/>
                    <a:gd name="T21" fmla="*/ 60 h 664"/>
                    <a:gd name="T22" fmla="*/ 297 w 587"/>
                    <a:gd name="T23" fmla="*/ 7 h 664"/>
                    <a:gd name="T24" fmla="*/ 370 w 587"/>
                    <a:gd name="T25" fmla="*/ 40 h 664"/>
                    <a:gd name="T26" fmla="*/ 431 w 587"/>
                    <a:gd name="T27" fmla="*/ 49 h 664"/>
                    <a:gd name="T28" fmla="*/ 372 w 587"/>
                    <a:gd name="T29" fmla="*/ 102 h 664"/>
                    <a:gd name="T30" fmla="*/ 314 w 587"/>
                    <a:gd name="T31" fmla="*/ 149 h 664"/>
                    <a:gd name="T32" fmla="*/ 356 w 587"/>
                    <a:gd name="T33" fmla="*/ 146 h 664"/>
                    <a:gd name="T34" fmla="*/ 445 w 587"/>
                    <a:gd name="T35" fmla="*/ 183 h 664"/>
                    <a:gd name="T36" fmla="*/ 388 w 587"/>
                    <a:gd name="T37" fmla="*/ 313 h 664"/>
                    <a:gd name="T38" fmla="*/ 316 w 587"/>
                    <a:gd name="T39" fmla="*/ 390 h 664"/>
                    <a:gd name="T40" fmla="*/ 322 w 587"/>
                    <a:gd name="T41" fmla="*/ 444 h 664"/>
                    <a:gd name="T42" fmla="*/ 418 w 587"/>
                    <a:gd name="T43" fmla="*/ 486 h 664"/>
                    <a:gd name="T44" fmla="*/ 520 w 587"/>
                    <a:gd name="T45" fmla="*/ 504 h 664"/>
                    <a:gd name="T46" fmla="*/ 576 w 587"/>
                    <a:gd name="T47" fmla="*/ 545 h 664"/>
                    <a:gd name="T48" fmla="*/ 498 w 587"/>
                    <a:gd name="T49" fmla="*/ 592 h 664"/>
                    <a:gd name="T50" fmla="*/ 283 w 587"/>
                    <a:gd name="T51" fmla="*/ 499 h 664"/>
                    <a:gd name="T52" fmla="*/ 260 w 587"/>
                    <a:gd name="T53" fmla="*/ 486 h 664"/>
                    <a:gd name="T54" fmla="*/ 253 w 587"/>
                    <a:gd name="T55" fmla="*/ 549 h 664"/>
                    <a:gd name="T56" fmla="*/ 243 w 587"/>
                    <a:gd name="T57" fmla="*/ 659 h 664"/>
                    <a:gd name="T58" fmla="*/ 192 w 587"/>
                    <a:gd name="T59" fmla="*/ 621 h 664"/>
                    <a:gd name="T60" fmla="*/ 178 w 587"/>
                    <a:gd name="T61" fmla="*/ 533 h 664"/>
                    <a:gd name="T62" fmla="*/ 76 w 587"/>
                    <a:gd name="T63" fmla="*/ 635 h 664"/>
                    <a:gd name="T64" fmla="*/ 13 w 587"/>
                    <a:gd name="T65" fmla="*/ 595 h 664"/>
                    <a:gd name="T66" fmla="*/ 139 w 587"/>
                    <a:gd name="T67" fmla="*/ 456 h 664"/>
                    <a:gd name="T68" fmla="*/ 189 w 587"/>
                    <a:gd name="T69" fmla="*/ 391 h 664"/>
                    <a:gd name="T70" fmla="*/ 193 w 587"/>
                    <a:gd name="T71" fmla="*/ 347 h 664"/>
                    <a:gd name="T72" fmla="*/ 187 w 587"/>
                    <a:gd name="T73" fmla="*/ 327 h 664"/>
                    <a:gd name="T74" fmla="*/ 208 w 587"/>
                    <a:gd name="T75" fmla="*/ 257 h 664"/>
                    <a:gd name="T76" fmla="*/ 304 w 587"/>
                    <a:gd name="T77" fmla="*/ 330 h 664"/>
                    <a:gd name="T78" fmla="*/ 362 w 587"/>
                    <a:gd name="T79" fmla="*/ 243 h 664"/>
                    <a:gd name="T80" fmla="*/ 294 w 587"/>
                    <a:gd name="T81" fmla="*/ 223 h 664"/>
                    <a:gd name="T82" fmla="*/ 286 w 587"/>
                    <a:gd name="T83" fmla="*/ 261 h 664"/>
                    <a:gd name="T84" fmla="*/ 295 w 587"/>
                    <a:gd name="T85" fmla="*/ 336 h 6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87" h="664">
                      <a:moveTo>
                        <a:pt x="208" y="257"/>
                      </a:moveTo>
                      <a:cubicBezTo>
                        <a:pt x="186" y="252"/>
                        <a:pt x="172" y="257"/>
                        <a:pt x="164" y="273"/>
                      </a:cubicBezTo>
                      <a:cubicBezTo>
                        <a:pt x="152" y="298"/>
                        <a:pt x="141" y="322"/>
                        <a:pt x="132" y="347"/>
                      </a:cubicBezTo>
                      <a:cubicBezTo>
                        <a:pt x="129" y="355"/>
                        <a:pt x="133" y="366"/>
                        <a:pt x="135" y="375"/>
                      </a:cubicBezTo>
                      <a:cubicBezTo>
                        <a:pt x="139" y="397"/>
                        <a:pt x="143" y="419"/>
                        <a:pt x="132" y="440"/>
                      </a:cubicBezTo>
                      <a:cubicBezTo>
                        <a:pt x="125" y="456"/>
                        <a:pt x="104" y="460"/>
                        <a:pt x="91" y="449"/>
                      </a:cubicBezTo>
                      <a:cubicBezTo>
                        <a:pt x="81" y="441"/>
                        <a:pt x="77" y="432"/>
                        <a:pt x="73" y="419"/>
                      </a:cubicBezTo>
                      <a:cubicBezTo>
                        <a:pt x="59" y="374"/>
                        <a:pt x="60" y="328"/>
                        <a:pt x="61" y="281"/>
                      </a:cubicBezTo>
                      <a:cubicBezTo>
                        <a:pt x="62" y="211"/>
                        <a:pt x="112" y="169"/>
                        <a:pt x="178" y="165"/>
                      </a:cubicBezTo>
                      <a:cubicBezTo>
                        <a:pt x="182" y="165"/>
                        <a:pt x="187" y="168"/>
                        <a:pt x="191" y="170"/>
                      </a:cubicBezTo>
                      <a:cubicBezTo>
                        <a:pt x="189" y="174"/>
                        <a:pt x="187" y="178"/>
                        <a:pt x="184" y="181"/>
                      </a:cubicBezTo>
                      <a:cubicBezTo>
                        <a:pt x="178" y="188"/>
                        <a:pt x="165" y="191"/>
                        <a:pt x="172" y="202"/>
                      </a:cubicBezTo>
                      <a:cubicBezTo>
                        <a:pt x="174" y="205"/>
                        <a:pt x="188" y="202"/>
                        <a:pt x="195" y="200"/>
                      </a:cubicBezTo>
                      <a:cubicBezTo>
                        <a:pt x="222" y="191"/>
                        <a:pt x="235" y="169"/>
                        <a:pt x="247" y="146"/>
                      </a:cubicBezTo>
                      <a:cubicBezTo>
                        <a:pt x="251" y="139"/>
                        <a:pt x="250" y="124"/>
                        <a:pt x="245" y="119"/>
                      </a:cubicBezTo>
                      <a:cubicBezTo>
                        <a:pt x="240" y="113"/>
                        <a:pt x="226" y="113"/>
                        <a:pt x="218" y="114"/>
                      </a:cubicBezTo>
                      <a:cubicBezTo>
                        <a:pt x="178" y="123"/>
                        <a:pt x="142" y="141"/>
                        <a:pt x="110" y="164"/>
                      </a:cubicBezTo>
                      <a:cubicBezTo>
                        <a:pt x="82" y="185"/>
                        <a:pt x="60" y="173"/>
                        <a:pt x="46" y="152"/>
                      </a:cubicBezTo>
                      <a:cubicBezTo>
                        <a:pt x="39" y="141"/>
                        <a:pt x="40" y="131"/>
                        <a:pt x="47" y="122"/>
                      </a:cubicBezTo>
                      <a:cubicBezTo>
                        <a:pt x="67" y="97"/>
                        <a:pt x="87" y="75"/>
                        <a:pt x="124" y="79"/>
                      </a:cubicBezTo>
                      <a:cubicBezTo>
                        <a:pt x="139" y="80"/>
                        <a:pt x="155" y="75"/>
                        <a:pt x="171" y="72"/>
                      </a:cubicBezTo>
                      <a:cubicBezTo>
                        <a:pt x="198" y="68"/>
                        <a:pt x="225" y="64"/>
                        <a:pt x="253" y="60"/>
                      </a:cubicBezTo>
                      <a:cubicBezTo>
                        <a:pt x="256" y="59"/>
                        <a:pt x="262" y="54"/>
                        <a:pt x="262" y="51"/>
                      </a:cubicBezTo>
                      <a:cubicBezTo>
                        <a:pt x="266" y="30"/>
                        <a:pt x="276" y="15"/>
                        <a:pt x="297" y="7"/>
                      </a:cubicBezTo>
                      <a:cubicBezTo>
                        <a:pt x="314" y="0"/>
                        <a:pt x="324" y="2"/>
                        <a:pt x="331" y="20"/>
                      </a:cubicBezTo>
                      <a:cubicBezTo>
                        <a:pt x="339" y="40"/>
                        <a:pt x="348" y="45"/>
                        <a:pt x="370" y="40"/>
                      </a:cubicBezTo>
                      <a:cubicBezTo>
                        <a:pt x="382" y="38"/>
                        <a:pt x="395" y="37"/>
                        <a:pt x="408" y="36"/>
                      </a:cubicBezTo>
                      <a:cubicBezTo>
                        <a:pt x="418" y="35"/>
                        <a:pt x="428" y="37"/>
                        <a:pt x="431" y="49"/>
                      </a:cubicBezTo>
                      <a:cubicBezTo>
                        <a:pt x="434" y="60"/>
                        <a:pt x="436" y="73"/>
                        <a:pt x="424" y="80"/>
                      </a:cubicBezTo>
                      <a:cubicBezTo>
                        <a:pt x="407" y="89"/>
                        <a:pt x="390" y="95"/>
                        <a:pt x="372" y="102"/>
                      </a:cubicBezTo>
                      <a:cubicBezTo>
                        <a:pt x="359" y="106"/>
                        <a:pt x="346" y="108"/>
                        <a:pt x="333" y="112"/>
                      </a:cubicBezTo>
                      <a:cubicBezTo>
                        <a:pt x="318" y="118"/>
                        <a:pt x="311" y="134"/>
                        <a:pt x="314" y="149"/>
                      </a:cubicBezTo>
                      <a:cubicBezTo>
                        <a:pt x="316" y="158"/>
                        <a:pt x="321" y="156"/>
                        <a:pt x="328" y="153"/>
                      </a:cubicBezTo>
                      <a:cubicBezTo>
                        <a:pt x="337" y="150"/>
                        <a:pt x="346" y="147"/>
                        <a:pt x="356" y="146"/>
                      </a:cubicBezTo>
                      <a:cubicBezTo>
                        <a:pt x="372" y="145"/>
                        <a:pt x="389" y="146"/>
                        <a:pt x="406" y="146"/>
                      </a:cubicBezTo>
                      <a:cubicBezTo>
                        <a:pt x="427" y="147"/>
                        <a:pt x="443" y="163"/>
                        <a:pt x="445" y="183"/>
                      </a:cubicBezTo>
                      <a:cubicBezTo>
                        <a:pt x="447" y="221"/>
                        <a:pt x="438" y="255"/>
                        <a:pt x="411" y="283"/>
                      </a:cubicBezTo>
                      <a:cubicBezTo>
                        <a:pt x="402" y="292"/>
                        <a:pt x="395" y="302"/>
                        <a:pt x="388" y="313"/>
                      </a:cubicBezTo>
                      <a:cubicBezTo>
                        <a:pt x="372" y="335"/>
                        <a:pt x="349" y="350"/>
                        <a:pt x="327" y="364"/>
                      </a:cubicBezTo>
                      <a:cubicBezTo>
                        <a:pt x="317" y="371"/>
                        <a:pt x="314" y="378"/>
                        <a:pt x="316" y="390"/>
                      </a:cubicBezTo>
                      <a:cubicBezTo>
                        <a:pt x="318" y="398"/>
                        <a:pt x="315" y="407"/>
                        <a:pt x="312" y="415"/>
                      </a:cubicBezTo>
                      <a:cubicBezTo>
                        <a:pt x="306" y="431"/>
                        <a:pt x="307" y="435"/>
                        <a:pt x="322" y="444"/>
                      </a:cubicBezTo>
                      <a:cubicBezTo>
                        <a:pt x="333" y="450"/>
                        <a:pt x="342" y="459"/>
                        <a:pt x="354" y="463"/>
                      </a:cubicBezTo>
                      <a:cubicBezTo>
                        <a:pt x="375" y="472"/>
                        <a:pt x="396" y="480"/>
                        <a:pt x="418" y="486"/>
                      </a:cubicBezTo>
                      <a:cubicBezTo>
                        <a:pt x="442" y="494"/>
                        <a:pt x="466" y="501"/>
                        <a:pt x="490" y="506"/>
                      </a:cubicBezTo>
                      <a:cubicBezTo>
                        <a:pt x="500" y="508"/>
                        <a:pt x="510" y="505"/>
                        <a:pt x="520" y="504"/>
                      </a:cubicBezTo>
                      <a:cubicBezTo>
                        <a:pt x="525" y="503"/>
                        <a:pt x="531" y="501"/>
                        <a:pt x="534" y="503"/>
                      </a:cubicBezTo>
                      <a:cubicBezTo>
                        <a:pt x="549" y="516"/>
                        <a:pt x="564" y="529"/>
                        <a:pt x="576" y="545"/>
                      </a:cubicBezTo>
                      <a:cubicBezTo>
                        <a:pt x="587" y="561"/>
                        <a:pt x="577" y="583"/>
                        <a:pt x="558" y="589"/>
                      </a:cubicBezTo>
                      <a:cubicBezTo>
                        <a:pt x="538" y="596"/>
                        <a:pt x="519" y="597"/>
                        <a:pt x="498" y="592"/>
                      </a:cubicBezTo>
                      <a:cubicBezTo>
                        <a:pt x="471" y="585"/>
                        <a:pt x="443" y="583"/>
                        <a:pt x="416" y="576"/>
                      </a:cubicBezTo>
                      <a:cubicBezTo>
                        <a:pt x="365" y="562"/>
                        <a:pt x="320" y="537"/>
                        <a:pt x="283" y="499"/>
                      </a:cubicBezTo>
                      <a:cubicBezTo>
                        <a:pt x="280" y="496"/>
                        <a:pt x="278" y="493"/>
                        <a:pt x="274" y="491"/>
                      </a:cubicBezTo>
                      <a:cubicBezTo>
                        <a:pt x="270" y="488"/>
                        <a:pt x="265" y="485"/>
                        <a:pt x="260" y="486"/>
                      </a:cubicBezTo>
                      <a:cubicBezTo>
                        <a:pt x="257" y="487"/>
                        <a:pt x="254" y="494"/>
                        <a:pt x="254" y="498"/>
                      </a:cubicBezTo>
                      <a:cubicBezTo>
                        <a:pt x="253" y="515"/>
                        <a:pt x="253" y="532"/>
                        <a:pt x="253" y="549"/>
                      </a:cubicBezTo>
                      <a:cubicBezTo>
                        <a:pt x="253" y="577"/>
                        <a:pt x="254" y="604"/>
                        <a:pt x="253" y="632"/>
                      </a:cubicBezTo>
                      <a:cubicBezTo>
                        <a:pt x="252" y="642"/>
                        <a:pt x="250" y="656"/>
                        <a:pt x="243" y="659"/>
                      </a:cubicBezTo>
                      <a:cubicBezTo>
                        <a:pt x="234" y="664"/>
                        <a:pt x="220" y="663"/>
                        <a:pt x="209" y="660"/>
                      </a:cubicBezTo>
                      <a:cubicBezTo>
                        <a:pt x="192" y="654"/>
                        <a:pt x="190" y="639"/>
                        <a:pt x="192" y="621"/>
                      </a:cubicBezTo>
                      <a:cubicBezTo>
                        <a:pt x="196" y="593"/>
                        <a:pt x="196" y="565"/>
                        <a:pt x="197" y="537"/>
                      </a:cubicBezTo>
                      <a:cubicBezTo>
                        <a:pt x="197" y="527"/>
                        <a:pt x="187" y="525"/>
                        <a:pt x="178" y="533"/>
                      </a:cubicBezTo>
                      <a:cubicBezTo>
                        <a:pt x="164" y="546"/>
                        <a:pt x="151" y="560"/>
                        <a:pt x="138" y="573"/>
                      </a:cubicBezTo>
                      <a:cubicBezTo>
                        <a:pt x="117" y="594"/>
                        <a:pt x="98" y="616"/>
                        <a:pt x="76" y="635"/>
                      </a:cubicBezTo>
                      <a:cubicBezTo>
                        <a:pt x="60" y="650"/>
                        <a:pt x="40" y="645"/>
                        <a:pt x="22" y="638"/>
                      </a:cubicBezTo>
                      <a:cubicBezTo>
                        <a:pt x="4" y="630"/>
                        <a:pt x="0" y="613"/>
                        <a:pt x="13" y="595"/>
                      </a:cubicBezTo>
                      <a:cubicBezTo>
                        <a:pt x="27" y="575"/>
                        <a:pt x="42" y="556"/>
                        <a:pt x="59" y="539"/>
                      </a:cubicBezTo>
                      <a:cubicBezTo>
                        <a:pt x="85" y="511"/>
                        <a:pt x="114" y="485"/>
                        <a:pt x="139" y="456"/>
                      </a:cubicBezTo>
                      <a:cubicBezTo>
                        <a:pt x="150" y="444"/>
                        <a:pt x="157" y="428"/>
                        <a:pt x="162" y="412"/>
                      </a:cubicBezTo>
                      <a:cubicBezTo>
                        <a:pt x="168" y="394"/>
                        <a:pt x="169" y="391"/>
                        <a:pt x="189" y="391"/>
                      </a:cubicBezTo>
                      <a:cubicBezTo>
                        <a:pt x="199" y="391"/>
                        <a:pt x="203" y="384"/>
                        <a:pt x="197" y="376"/>
                      </a:cubicBezTo>
                      <a:cubicBezTo>
                        <a:pt x="189" y="367"/>
                        <a:pt x="187" y="358"/>
                        <a:pt x="193" y="347"/>
                      </a:cubicBezTo>
                      <a:cubicBezTo>
                        <a:pt x="195" y="344"/>
                        <a:pt x="193" y="339"/>
                        <a:pt x="192" y="335"/>
                      </a:cubicBezTo>
                      <a:cubicBezTo>
                        <a:pt x="191" y="332"/>
                        <a:pt x="189" y="330"/>
                        <a:pt x="187" y="327"/>
                      </a:cubicBezTo>
                      <a:cubicBezTo>
                        <a:pt x="170" y="302"/>
                        <a:pt x="172" y="290"/>
                        <a:pt x="196" y="271"/>
                      </a:cubicBezTo>
                      <a:cubicBezTo>
                        <a:pt x="200" y="268"/>
                        <a:pt x="203" y="263"/>
                        <a:pt x="208" y="257"/>
                      </a:cubicBezTo>
                      <a:close/>
                      <a:moveTo>
                        <a:pt x="295" y="336"/>
                      </a:moveTo>
                      <a:cubicBezTo>
                        <a:pt x="301" y="332"/>
                        <a:pt x="303" y="332"/>
                        <a:pt x="304" y="330"/>
                      </a:cubicBezTo>
                      <a:cubicBezTo>
                        <a:pt x="316" y="317"/>
                        <a:pt x="328" y="303"/>
                        <a:pt x="337" y="289"/>
                      </a:cubicBezTo>
                      <a:cubicBezTo>
                        <a:pt x="347" y="274"/>
                        <a:pt x="356" y="259"/>
                        <a:pt x="362" y="243"/>
                      </a:cubicBezTo>
                      <a:cubicBezTo>
                        <a:pt x="368" y="230"/>
                        <a:pt x="361" y="223"/>
                        <a:pt x="346" y="223"/>
                      </a:cubicBezTo>
                      <a:cubicBezTo>
                        <a:pt x="329" y="222"/>
                        <a:pt x="311" y="223"/>
                        <a:pt x="294" y="223"/>
                      </a:cubicBezTo>
                      <a:cubicBezTo>
                        <a:pt x="280" y="222"/>
                        <a:pt x="275" y="229"/>
                        <a:pt x="277" y="241"/>
                      </a:cubicBezTo>
                      <a:cubicBezTo>
                        <a:pt x="278" y="248"/>
                        <a:pt x="281" y="256"/>
                        <a:pt x="286" y="261"/>
                      </a:cubicBezTo>
                      <a:cubicBezTo>
                        <a:pt x="302" y="274"/>
                        <a:pt x="306" y="289"/>
                        <a:pt x="298" y="308"/>
                      </a:cubicBezTo>
                      <a:cubicBezTo>
                        <a:pt x="294" y="315"/>
                        <a:pt x="296" y="324"/>
                        <a:pt x="295" y="3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6" name="Freeform 11"/>
                <p:cNvSpPr>
                  <a:spLocks noEditPoints="1"/>
                </p:cNvSpPr>
                <p:nvPr/>
              </p:nvSpPr>
              <p:spPr bwMode="auto">
                <a:xfrm>
                  <a:off x="11379200" y="669926"/>
                  <a:ext cx="1820863" cy="1482725"/>
                </a:xfrm>
                <a:custGeom>
                  <a:avLst/>
                  <a:gdLst>
                    <a:gd name="T0" fmla="*/ 463 w 577"/>
                    <a:gd name="T1" fmla="*/ 188 h 469"/>
                    <a:gd name="T2" fmla="*/ 443 w 577"/>
                    <a:gd name="T3" fmla="*/ 236 h 469"/>
                    <a:gd name="T4" fmla="*/ 537 w 577"/>
                    <a:gd name="T5" fmla="*/ 233 h 469"/>
                    <a:gd name="T6" fmla="*/ 551 w 577"/>
                    <a:gd name="T7" fmla="*/ 326 h 469"/>
                    <a:gd name="T8" fmla="*/ 462 w 577"/>
                    <a:gd name="T9" fmla="*/ 291 h 469"/>
                    <a:gd name="T10" fmla="*/ 297 w 577"/>
                    <a:gd name="T11" fmla="*/ 309 h 469"/>
                    <a:gd name="T12" fmla="*/ 111 w 577"/>
                    <a:gd name="T13" fmla="*/ 352 h 469"/>
                    <a:gd name="T14" fmla="*/ 58 w 577"/>
                    <a:gd name="T15" fmla="*/ 389 h 469"/>
                    <a:gd name="T16" fmla="*/ 43 w 577"/>
                    <a:gd name="T17" fmla="*/ 468 h 469"/>
                    <a:gd name="T18" fmla="*/ 2 w 577"/>
                    <a:gd name="T19" fmla="*/ 394 h 469"/>
                    <a:gd name="T20" fmla="*/ 65 w 577"/>
                    <a:gd name="T21" fmla="*/ 280 h 469"/>
                    <a:gd name="T22" fmla="*/ 84 w 577"/>
                    <a:gd name="T23" fmla="*/ 249 h 469"/>
                    <a:gd name="T24" fmla="*/ 113 w 577"/>
                    <a:gd name="T25" fmla="*/ 114 h 469"/>
                    <a:gd name="T26" fmla="*/ 205 w 577"/>
                    <a:gd name="T27" fmla="*/ 38 h 469"/>
                    <a:gd name="T28" fmla="*/ 248 w 577"/>
                    <a:gd name="T29" fmla="*/ 26 h 469"/>
                    <a:gd name="T30" fmla="*/ 316 w 577"/>
                    <a:gd name="T31" fmla="*/ 6 h 469"/>
                    <a:gd name="T32" fmla="*/ 337 w 577"/>
                    <a:gd name="T33" fmla="*/ 40 h 469"/>
                    <a:gd name="T34" fmla="*/ 323 w 577"/>
                    <a:gd name="T35" fmla="*/ 91 h 469"/>
                    <a:gd name="T36" fmla="*/ 388 w 577"/>
                    <a:gd name="T37" fmla="*/ 53 h 469"/>
                    <a:gd name="T38" fmla="*/ 488 w 577"/>
                    <a:gd name="T39" fmla="*/ 49 h 469"/>
                    <a:gd name="T40" fmla="*/ 459 w 577"/>
                    <a:gd name="T41" fmla="*/ 115 h 469"/>
                    <a:gd name="T42" fmla="*/ 455 w 577"/>
                    <a:gd name="T43" fmla="*/ 105 h 469"/>
                    <a:gd name="T44" fmla="*/ 413 w 577"/>
                    <a:gd name="T45" fmla="*/ 89 h 469"/>
                    <a:gd name="T46" fmla="*/ 358 w 577"/>
                    <a:gd name="T47" fmla="*/ 167 h 469"/>
                    <a:gd name="T48" fmla="*/ 339 w 577"/>
                    <a:gd name="T49" fmla="*/ 243 h 469"/>
                    <a:gd name="T50" fmla="*/ 368 w 577"/>
                    <a:gd name="T51" fmla="*/ 227 h 469"/>
                    <a:gd name="T52" fmla="*/ 390 w 577"/>
                    <a:gd name="T53" fmla="*/ 159 h 469"/>
                    <a:gd name="T54" fmla="*/ 422 w 577"/>
                    <a:gd name="T55" fmla="*/ 143 h 469"/>
                    <a:gd name="T56" fmla="*/ 441 w 577"/>
                    <a:gd name="T57" fmla="*/ 147 h 469"/>
                    <a:gd name="T58" fmla="*/ 137 w 577"/>
                    <a:gd name="T59" fmla="*/ 264 h 469"/>
                    <a:gd name="T60" fmla="*/ 139 w 577"/>
                    <a:gd name="T61" fmla="*/ 280 h 469"/>
                    <a:gd name="T62" fmla="*/ 159 w 577"/>
                    <a:gd name="T63" fmla="*/ 213 h 469"/>
                    <a:gd name="T64" fmla="*/ 175 w 577"/>
                    <a:gd name="T65" fmla="*/ 153 h 469"/>
                    <a:gd name="T66" fmla="*/ 163 w 577"/>
                    <a:gd name="T67" fmla="*/ 142 h 469"/>
                    <a:gd name="T68" fmla="*/ 137 w 577"/>
                    <a:gd name="T69" fmla="*/ 264 h 469"/>
                    <a:gd name="T70" fmla="*/ 220 w 577"/>
                    <a:gd name="T71" fmla="*/ 219 h 469"/>
                    <a:gd name="T72" fmla="*/ 237 w 577"/>
                    <a:gd name="T73" fmla="*/ 202 h 469"/>
                    <a:gd name="T74" fmla="*/ 266 w 577"/>
                    <a:gd name="T75" fmla="*/ 142 h 469"/>
                    <a:gd name="T76" fmla="*/ 210 w 577"/>
                    <a:gd name="T77" fmla="*/ 202 h 469"/>
                    <a:gd name="T78" fmla="*/ 269 w 577"/>
                    <a:gd name="T79" fmla="*/ 232 h 469"/>
                    <a:gd name="T80" fmla="*/ 296 w 577"/>
                    <a:gd name="T81" fmla="*/ 189 h 4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77" h="469">
                      <a:moveTo>
                        <a:pt x="501" y="106"/>
                      </a:moveTo>
                      <a:cubicBezTo>
                        <a:pt x="500" y="140"/>
                        <a:pt x="481" y="164"/>
                        <a:pt x="463" y="188"/>
                      </a:cubicBezTo>
                      <a:cubicBezTo>
                        <a:pt x="456" y="198"/>
                        <a:pt x="447" y="206"/>
                        <a:pt x="439" y="215"/>
                      </a:cubicBezTo>
                      <a:cubicBezTo>
                        <a:pt x="431" y="225"/>
                        <a:pt x="431" y="231"/>
                        <a:pt x="443" y="236"/>
                      </a:cubicBezTo>
                      <a:cubicBezTo>
                        <a:pt x="449" y="238"/>
                        <a:pt x="458" y="240"/>
                        <a:pt x="463" y="238"/>
                      </a:cubicBezTo>
                      <a:cubicBezTo>
                        <a:pt x="487" y="227"/>
                        <a:pt x="512" y="231"/>
                        <a:pt x="537" y="233"/>
                      </a:cubicBezTo>
                      <a:cubicBezTo>
                        <a:pt x="555" y="233"/>
                        <a:pt x="571" y="250"/>
                        <a:pt x="574" y="267"/>
                      </a:cubicBezTo>
                      <a:cubicBezTo>
                        <a:pt x="577" y="292"/>
                        <a:pt x="567" y="318"/>
                        <a:pt x="551" y="326"/>
                      </a:cubicBezTo>
                      <a:cubicBezTo>
                        <a:pt x="527" y="339"/>
                        <a:pt x="490" y="325"/>
                        <a:pt x="478" y="301"/>
                      </a:cubicBezTo>
                      <a:cubicBezTo>
                        <a:pt x="476" y="296"/>
                        <a:pt x="468" y="291"/>
                        <a:pt x="462" y="291"/>
                      </a:cubicBezTo>
                      <a:cubicBezTo>
                        <a:pt x="422" y="291"/>
                        <a:pt x="383" y="291"/>
                        <a:pt x="344" y="303"/>
                      </a:cubicBezTo>
                      <a:cubicBezTo>
                        <a:pt x="329" y="307"/>
                        <a:pt x="312" y="306"/>
                        <a:pt x="297" y="309"/>
                      </a:cubicBezTo>
                      <a:cubicBezTo>
                        <a:pt x="266" y="315"/>
                        <a:pt x="235" y="322"/>
                        <a:pt x="205" y="329"/>
                      </a:cubicBezTo>
                      <a:cubicBezTo>
                        <a:pt x="173" y="336"/>
                        <a:pt x="142" y="344"/>
                        <a:pt x="111" y="352"/>
                      </a:cubicBezTo>
                      <a:cubicBezTo>
                        <a:pt x="98" y="355"/>
                        <a:pt x="86" y="359"/>
                        <a:pt x="74" y="364"/>
                      </a:cubicBezTo>
                      <a:cubicBezTo>
                        <a:pt x="63" y="369"/>
                        <a:pt x="58" y="378"/>
                        <a:pt x="58" y="389"/>
                      </a:cubicBezTo>
                      <a:cubicBezTo>
                        <a:pt x="59" y="406"/>
                        <a:pt x="58" y="423"/>
                        <a:pt x="59" y="440"/>
                      </a:cubicBezTo>
                      <a:cubicBezTo>
                        <a:pt x="60" y="454"/>
                        <a:pt x="56" y="467"/>
                        <a:pt x="43" y="468"/>
                      </a:cubicBezTo>
                      <a:cubicBezTo>
                        <a:pt x="33" y="469"/>
                        <a:pt x="20" y="461"/>
                        <a:pt x="14" y="453"/>
                      </a:cubicBezTo>
                      <a:cubicBezTo>
                        <a:pt x="0" y="436"/>
                        <a:pt x="0" y="415"/>
                        <a:pt x="2" y="394"/>
                      </a:cubicBezTo>
                      <a:cubicBezTo>
                        <a:pt x="5" y="362"/>
                        <a:pt x="14" y="331"/>
                        <a:pt x="28" y="301"/>
                      </a:cubicBezTo>
                      <a:cubicBezTo>
                        <a:pt x="36" y="286"/>
                        <a:pt x="48" y="281"/>
                        <a:pt x="65" y="280"/>
                      </a:cubicBezTo>
                      <a:cubicBezTo>
                        <a:pt x="71" y="280"/>
                        <a:pt x="78" y="274"/>
                        <a:pt x="81" y="268"/>
                      </a:cubicBezTo>
                      <a:cubicBezTo>
                        <a:pt x="84" y="263"/>
                        <a:pt x="83" y="256"/>
                        <a:pt x="84" y="249"/>
                      </a:cubicBezTo>
                      <a:cubicBezTo>
                        <a:pt x="90" y="219"/>
                        <a:pt x="96" y="188"/>
                        <a:pt x="102" y="158"/>
                      </a:cubicBezTo>
                      <a:cubicBezTo>
                        <a:pt x="105" y="143"/>
                        <a:pt x="109" y="129"/>
                        <a:pt x="113" y="114"/>
                      </a:cubicBezTo>
                      <a:cubicBezTo>
                        <a:pt x="119" y="90"/>
                        <a:pt x="136" y="74"/>
                        <a:pt x="158" y="70"/>
                      </a:cubicBezTo>
                      <a:cubicBezTo>
                        <a:pt x="180" y="66"/>
                        <a:pt x="192" y="52"/>
                        <a:pt x="205" y="38"/>
                      </a:cubicBezTo>
                      <a:cubicBezTo>
                        <a:pt x="211" y="31"/>
                        <a:pt x="216" y="24"/>
                        <a:pt x="223" y="18"/>
                      </a:cubicBezTo>
                      <a:cubicBezTo>
                        <a:pt x="236" y="8"/>
                        <a:pt x="244" y="11"/>
                        <a:pt x="248" y="26"/>
                      </a:cubicBezTo>
                      <a:cubicBezTo>
                        <a:pt x="254" y="48"/>
                        <a:pt x="259" y="50"/>
                        <a:pt x="276" y="34"/>
                      </a:cubicBezTo>
                      <a:cubicBezTo>
                        <a:pt x="288" y="23"/>
                        <a:pt x="297" y="6"/>
                        <a:pt x="316" y="6"/>
                      </a:cubicBezTo>
                      <a:cubicBezTo>
                        <a:pt x="326" y="6"/>
                        <a:pt x="339" y="8"/>
                        <a:pt x="343" y="14"/>
                      </a:cubicBezTo>
                      <a:cubicBezTo>
                        <a:pt x="346" y="19"/>
                        <a:pt x="341" y="32"/>
                        <a:pt x="337" y="40"/>
                      </a:cubicBezTo>
                      <a:cubicBezTo>
                        <a:pt x="333" y="50"/>
                        <a:pt x="326" y="59"/>
                        <a:pt x="320" y="69"/>
                      </a:cubicBezTo>
                      <a:cubicBezTo>
                        <a:pt x="316" y="77"/>
                        <a:pt x="314" y="84"/>
                        <a:pt x="323" y="91"/>
                      </a:cubicBezTo>
                      <a:cubicBezTo>
                        <a:pt x="332" y="98"/>
                        <a:pt x="343" y="105"/>
                        <a:pt x="352" y="95"/>
                      </a:cubicBezTo>
                      <a:cubicBezTo>
                        <a:pt x="365" y="83"/>
                        <a:pt x="376" y="67"/>
                        <a:pt x="388" y="53"/>
                      </a:cubicBezTo>
                      <a:cubicBezTo>
                        <a:pt x="397" y="41"/>
                        <a:pt x="406" y="28"/>
                        <a:pt x="419" y="20"/>
                      </a:cubicBezTo>
                      <a:cubicBezTo>
                        <a:pt x="447" y="0"/>
                        <a:pt x="481" y="16"/>
                        <a:pt x="488" y="49"/>
                      </a:cubicBezTo>
                      <a:cubicBezTo>
                        <a:pt x="492" y="68"/>
                        <a:pt x="497" y="87"/>
                        <a:pt x="501" y="106"/>
                      </a:cubicBezTo>
                      <a:close/>
                      <a:moveTo>
                        <a:pt x="459" y="115"/>
                      </a:moveTo>
                      <a:cubicBezTo>
                        <a:pt x="457" y="114"/>
                        <a:pt x="456" y="113"/>
                        <a:pt x="455" y="113"/>
                      </a:cubicBezTo>
                      <a:cubicBezTo>
                        <a:pt x="455" y="110"/>
                        <a:pt x="455" y="108"/>
                        <a:pt x="455" y="105"/>
                      </a:cubicBezTo>
                      <a:cubicBezTo>
                        <a:pt x="455" y="92"/>
                        <a:pt x="448" y="82"/>
                        <a:pt x="437" y="79"/>
                      </a:cubicBezTo>
                      <a:cubicBezTo>
                        <a:pt x="430" y="77"/>
                        <a:pt x="420" y="85"/>
                        <a:pt x="413" y="89"/>
                      </a:cubicBezTo>
                      <a:cubicBezTo>
                        <a:pt x="407" y="92"/>
                        <a:pt x="403" y="96"/>
                        <a:pt x="398" y="100"/>
                      </a:cubicBezTo>
                      <a:cubicBezTo>
                        <a:pt x="373" y="115"/>
                        <a:pt x="360" y="139"/>
                        <a:pt x="358" y="167"/>
                      </a:cubicBezTo>
                      <a:cubicBezTo>
                        <a:pt x="357" y="187"/>
                        <a:pt x="353" y="204"/>
                        <a:pt x="341" y="219"/>
                      </a:cubicBezTo>
                      <a:cubicBezTo>
                        <a:pt x="335" y="226"/>
                        <a:pt x="331" y="235"/>
                        <a:pt x="339" y="243"/>
                      </a:cubicBezTo>
                      <a:cubicBezTo>
                        <a:pt x="342" y="247"/>
                        <a:pt x="350" y="250"/>
                        <a:pt x="355" y="249"/>
                      </a:cubicBezTo>
                      <a:cubicBezTo>
                        <a:pt x="365" y="246"/>
                        <a:pt x="369" y="238"/>
                        <a:pt x="368" y="227"/>
                      </a:cubicBezTo>
                      <a:cubicBezTo>
                        <a:pt x="366" y="216"/>
                        <a:pt x="370" y="207"/>
                        <a:pt x="380" y="200"/>
                      </a:cubicBezTo>
                      <a:cubicBezTo>
                        <a:pt x="394" y="189"/>
                        <a:pt x="395" y="174"/>
                        <a:pt x="390" y="159"/>
                      </a:cubicBezTo>
                      <a:cubicBezTo>
                        <a:pt x="385" y="147"/>
                        <a:pt x="386" y="137"/>
                        <a:pt x="397" y="131"/>
                      </a:cubicBezTo>
                      <a:cubicBezTo>
                        <a:pt x="410" y="125"/>
                        <a:pt x="415" y="136"/>
                        <a:pt x="422" y="143"/>
                      </a:cubicBezTo>
                      <a:cubicBezTo>
                        <a:pt x="422" y="144"/>
                        <a:pt x="423" y="145"/>
                        <a:pt x="423" y="146"/>
                      </a:cubicBezTo>
                      <a:cubicBezTo>
                        <a:pt x="428" y="155"/>
                        <a:pt x="436" y="154"/>
                        <a:pt x="441" y="147"/>
                      </a:cubicBezTo>
                      <a:cubicBezTo>
                        <a:pt x="448" y="137"/>
                        <a:pt x="453" y="126"/>
                        <a:pt x="459" y="115"/>
                      </a:cubicBezTo>
                      <a:close/>
                      <a:moveTo>
                        <a:pt x="137" y="264"/>
                      </a:moveTo>
                      <a:cubicBezTo>
                        <a:pt x="135" y="264"/>
                        <a:pt x="133" y="264"/>
                        <a:pt x="131" y="265"/>
                      </a:cubicBezTo>
                      <a:cubicBezTo>
                        <a:pt x="134" y="270"/>
                        <a:pt x="136" y="275"/>
                        <a:pt x="139" y="280"/>
                      </a:cubicBezTo>
                      <a:cubicBezTo>
                        <a:pt x="142" y="277"/>
                        <a:pt x="146" y="276"/>
                        <a:pt x="147" y="273"/>
                      </a:cubicBezTo>
                      <a:cubicBezTo>
                        <a:pt x="154" y="253"/>
                        <a:pt x="164" y="235"/>
                        <a:pt x="159" y="213"/>
                      </a:cubicBezTo>
                      <a:cubicBezTo>
                        <a:pt x="159" y="209"/>
                        <a:pt x="161" y="204"/>
                        <a:pt x="162" y="200"/>
                      </a:cubicBezTo>
                      <a:cubicBezTo>
                        <a:pt x="166" y="184"/>
                        <a:pt x="171" y="168"/>
                        <a:pt x="175" y="153"/>
                      </a:cubicBezTo>
                      <a:cubicBezTo>
                        <a:pt x="176" y="150"/>
                        <a:pt x="175" y="145"/>
                        <a:pt x="173" y="143"/>
                      </a:cubicBezTo>
                      <a:cubicBezTo>
                        <a:pt x="171" y="142"/>
                        <a:pt x="165" y="141"/>
                        <a:pt x="163" y="142"/>
                      </a:cubicBezTo>
                      <a:cubicBezTo>
                        <a:pt x="152" y="152"/>
                        <a:pt x="137" y="159"/>
                        <a:pt x="137" y="176"/>
                      </a:cubicBezTo>
                      <a:cubicBezTo>
                        <a:pt x="136" y="205"/>
                        <a:pt x="137" y="235"/>
                        <a:pt x="137" y="264"/>
                      </a:cubicBezTo>
                      <a:close/>
                      <a:moveTo>
                        <a:pt x="210" y="202"/>
                      </a:moveTo>
                      <a:cubicBezTo>
                        <a:pt x="213" y="207"/>
                        <a:pt x="216" y="213"/>
                        <a:pt x="220" y="219"/>
                      </a:cubicBezTo>
                      <a:cubicBezTo>
                        <a:pt x="225" y="214"/>
                        <a:pt x="231" y="209"/>
                        <a:pt x="236" y="203"/>
                      </a:cubicBezTo>
                      <a:cubicBezTo>
                        <a:pt x="237" y="203"/>
                        <a:pt x="237" y="202"/>
                        <a:pt x="237" y="202"/>
                      </a:cubicBezTo>
                      <a:cubicBezTo>
                        <a:pt x="245" y="187"/>
                        <a:pt x="254" y="172"/>
                        <a:pt x="262" y="157"/>
                      </a:cubicBezTo>
                      <a:cubicBezTo>
                        <a:pt x="264" y="152"/>
                        <a:pt x="264" y="147"/>
                        <a:pt x="266" y="142"/>
                      </a:cubicBezTo>
                      <a:cubicBezTo>
                        <a:pt x="260" y="142"/>
                        <a:pt x="254" y="139"/>
                        <a:pt x="250" y="141"/>
                      </a:cubicBezTo>
                      <a:cubicBezTo>
                        <a:pt x="227" y="154"/>
                        <a:pt x="218" y="176"/>
                        <a:pt x="210" y="202"/>
                      </a:cubicBezTo>
                      <a:close/>
                      <a:moveTo>
                        <a:pt x="296" y="189"/>
                      </a:moveTo>
                      <a:cubicBezTo>
                        <a:pt x="280" y="200"/>
                        <a:pt x="268" y="212"/>
                        <a:pt x="269" y="232"/>
                      </a:cubicBezTo>
                      <a:cubicBezTo>
                        <a:pt x="269" y="235"/>
                        <a:pt x="277" y="242"/>
                        <a:pt x="280" y="241"/>
                      </a:cubicBezTo>
                      <a:cubicBezTo>
                        <a:pt x="299" y="238"/>
                        <a:pt x="309" y="206"/>
                        <a:pt x="296" y="18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7" name="Freeform 12"/>
                <p:cNvSpPr/>
                <p:nvPr/>
              </p:nvSpPr>
              <p:spPr bwMode="auto">
                <a:xfrm>
                  <a:off x="8702675" y="858838"/>
                  <a:ext cx="1938338" cy="1754188"/>
                </a:xfrm>
                <a:custGeom>
                  <a:avLst/>
                  <a:gdLst>
                    <a:gd name="T0" fmla="*/ 501 w 614"/>
                    <a:gd name="T1" fmla="*/ 253 h 555"/>
                    <a:gd name="T2" fmla="*/ 389 w 614"/>
                    <a:gd name="T3" fmla="*/ 280 h 555"/>
                    <a:gd name="T4" fmla="*/ 374 w 614"/>
                    <a:gd name="T5" fmla="*/ 292 h 555"/>
                    <a:gd name="T6" fmla="*/ 316 w 614"/>
                    <a:gd name="T7" fmla="*/ 350 h 555"/>
                    <a:gd name="T8" fmla="*/ 262 w 614"/>
                    <a:gd name="T9" fmla="*/ 406 h 555"/>
                    <a:gd name="T10" fmla="*/ 83 w 614"/>
                    <a:gd name="T11" fmla="*/ 538 h 555"/>
                    <a:gd name="T12" fmla="*/ 18 w 614"/>
                    <a:gd name="T13" fmla="*/ 539 h 555"/>
                    <a:gd name="T14" fmla="*/ 21 w 614"/>
                    <a:gd name="T15" fmla="*/ 491 h 555"/>
                    <a:gd name="T16" fmla="*/ 83 w 614"/>
                    <a:gd name="T17" fmla="*/ 460 h 555"/>
                    <a:gd name="T18" fmla="*/ 166 w 614"/>
                    <a:gd name="T19" fmla="*/ 392 h 555"/>
                    <a:gd name="T20" fmla="*/ 205 w 614"/>
                    <a:gd name="T21" fmla="*/ 349 h 555"/>
                    <a:gd name="T22" fmla="*/ 210 w 614"/>
                    <a:gd name="T23" fmla="*/ 334 h 555"/>
                    <a:gd name="T24" fmla="*/ 196 w 614"/>
                    <a:gd name="T25" fmla="*/ 333 h 555"/>
                    <a:gd name="T26" fmla="*/ 123 w 614"/>
                    <a:gd name="T27" fmla="*/ 297 h 555"/>
                    <a:gd name="T28" fmla="*/ 134 w 614"/>
                    <a:gd name="T29" fmla="*/ 242 h 555"/>
                    <a:gd name="T30" fmla="*/ 201 w 614"/>
                    <a:gd name="T31" fmla="*/ 205 h 555"/>
                    <a:gd name="T32" fmla="*/ 287 w 614"/>
                    <a:gd name="T33" fmla="*/ 191 h 555"/>
                    <a:gd name="T34" fmla="*/ 317 w 614"/>
                    <a:gd name="T35" fmla="*/ 177 h 555"/>
                    <a:gd name="T36" fmla="*/ 394 w 614"/>
                    <a:gd name="T37" fmla="*/ 108 h 555"/>
                    <a:gd name="T38" fmla="*/ 457 w 614"/>
                    <a:gd name="T39" fmla="*/ 47 h 555"/>
                    <a:gd name="T40" fmla="*/ 577 w 614"/>
                    <a:gd name="T41" fmla="*/ 1 h 555"/>
                    <a:gd name="T42" fmla="*/ 610 w 614"/>
                    <a:gd name="T43" fmla="*/ 30 h 555"/>
                    <a:gd name="T44" fmla="*/ 577 w 614"/>
                    <a:gd name="T45" fmla="*/ 104 h 555"/>
                    <a:gd name="T46" fmla="*/ 505 w 614"/>
                    <a:gd name="T47" fmla="*/ 136 h 555"/>
                    <a:gd name="T48" fmla="*/ 472 w 614"/>
                    <a:gd name="T49" fmla="*/ 170 h 555"/>
                    <a:gd name="T50" fmla="*/ 476 w 614"/>
                    <a:gd name="T51" fmla="*/ 180 h 555"/>
                    <a:gd name="T52" fmla="*/ 488 w 614"/>
                    <a:gd name="T53" fmla="*/ 179 h 555"/>
                    <a:gd name="T54" fmla="*/ 543 w 614"/>
                    <a:gd name="T55" fmla="*/ 160 h 555"/>
                    <a:gd name="T56" fmla="*/ 586 w 614"/>
                    <a:gd name="T57" fmla="*/ 187 h 555"/>
                    <a:gd name="T58" fmla="*/ 574 w 614"/>
                    <a:gd name="T59" fmla="*/ 224 h 555"/>
                    <a:gd name="T60" fmla="*/ 502 w 614"/>
                    <a:gd name="T61" fmla="*/ 257 h 555"/>
                    <a:gd name="T62" fmla="*/ 501 w 614"/>
                    <a:gd name="T63" fmla="*/ 253 h 5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614" h="555">
                      <a:moveTo>
                        <a:pt x="501" y="253"/>
                      </a:moveTo>
                      <a:cubicBezTo>
                        <a:pt x="464" y="262"/>
                        <a:pt x="426" y="271"/>
                        <a:pt x="389" y="280"/>
                      </a:cubicBezTo>
                      <a:cubicBezTo>
                        <a:pt x="383" y="282"/>
                        <a:pt x="378" y="287"/>
                        <a:pt x="374" y="292"/>
                      </a:cubicBezTo>
                      <a:cubicBezTo>
                        <a:pt x="354" y="311"/>
                        <a:pt x="335" y="330"/>
                        <a:pt x="316" y="350"/>
                      </a:cubicBezTo>
                      <a:cubicBezTo>
                        <a:pt x="298" y="368"/>
                        <a:pt x="280" y="387"/>
                        <a:pt x="262" y="406"/>
                      </a:cubicBezTo>
                      <a:cubicBezTo>
                        <a:pt x="210" y="460"/>
                        <a:pt x="152" y="507"/>
                        <a:pt x="83" y="538"/>
                      </a:cubicBezTo>
                      <a:cubicBezTo>
                        <a:pt x="62" y="548"/>
                        <a:pt x="40" y="555"/>
                        <a:pt x="18" y="539"/>
                      </a:cubicBezTo>
                      <a:cubicBezTo>
                        <a:pt x="0" y="525"/>
                        <a:pt x="0" y="502"/>
                        <a:pt x="21" y="491"/>
                      </a:cubicBezTo>
                      <a:cubicBezTo>
                        <a:pt x="41" y="480"/>
                        <a:pt x="62" y="470"/>
                        <a:pt x="83" y="460"/>
                      </a:cubicBezTo>
                      <a:cubicBezTo>
                        <a:pt x="116" y="444"/>
                        <a:pt x="142" y="419"/>
                        <a:pt x="166" y="392"/>
                      </a:cubicBezTo>
                      <a:cubicBezTo>
                        <a:pt x="178" y="377"/>
                        <a:pt x="192" y="363"/>
                        <a:pt x="205" y="349"/>
                      </a:cubicBezTo>
                      <a:cubicBezTo>
                        <a:pt x="208" y="345"/>
                        <a:pt x="208" y="339"/>
                        <a:pt x="210" y="334"/>
                      </a:cubicBezTo>
                      <a:cubicBezTo>
                        <a:pt x="205" y="334"/>
                        <a:pt x="201" y="332"/>
                        <a:pt x="196" y="333"/>
                      </a:cubicBezTo>
                      <a:cubicBezTo>
                        <a:pt x="165" y="333"/>
                        <a:pt x="140" y="323"/>
                        <a:pt x="123" y="297"/>
                      </a:cubicBezTo>
                      <a:cubicBezTo>
                        <a:pt x="112" y="282"/>
                        <a:pt x="116" y="255"/>
                        <a:pt x="134" y="242"/>
                      </a:cubicBezTo>
                      <a:cubicBezTo>
                        <a:pt x="154" y="227"/>
                        <a:pt x="178" y="216"/>
                        <a:pt x="201" y="205"/>
                      </a:cubicBezTo>
                      <a:cubicBezTo>
                        <a:pt x="228" y="192"/>
                        <a:pt x="257" y="192"/>
                        <a:pt x="287" y="191"/>
                      </a:cubicBezTo>
                      <a:cubicBezTo>
                        <a:pt x="297" y="191"/>
                        <a:pt x="309" y="184"/>
                        <a:pt x="317" y="177"/>
                      </a:cubicBezTo>
                      <a:cubicBezTo>
                        <a:pt x="344" y="154"/>
                        <a:pt x="369" y="131"/>
                        <a:pt x="394" y="108"/>
                      </a:cubicBezTo>
                      <a:cubicBezTo>
                        <a:pt x="415" y="88"/>
                        <a:pt x="434" y="65"/>
                        <a:pt x="457" y="47"/>
                      </a:cubicBezTo>
                      <a:cubicBezTo>
                        <a:pt x="492" y="20"/>
                        <a:pt x="531" y="2"/>
                        <a:pt x="577" y="1"/>
                      </a:cubicBezTo>
                      <a:cubicBezTo>
                        <a:pt x="597" y="0"/>
                        <a:pt x="607" y="10"/>
                        <a:pt x="610" y="30"/>
                      </a:cubicBezTo>
                      <a:cubicBezTo>
                        <a:pt x="614" y="61"/>
                        <a:pt x="601" y="85"/>
                        <a:pt x="577" y="104"/>
                      </a:cubicBezTo>
                      <a:cubicBezTo>
                        <a:pt x="556" y="121"/>
                        <a:pt x="532" y="131"/>
                        <a:pt x="505" y="136"/>
                      </a:cubicBezTo>
                      <a:cubicBezTo>
                        <a:pt x="492" y="138"/>
                        <a:pt x="473" y="157"/>
                        <a:pt x="472" y="170"/>
                      </a:cubicBezTo>
                      <a:cubicBezTo>
                        <a:pt x="472" y="173"/>
                        <a:pt x="473" y="179"/>
                        <a:pt x="476" y="180"/>
                      </a:cubicBezTo>
                      <a:cubicBezTo>
                        <a:pt x="479" y="182"/>
                        <a:pt x="485" y="181"/>
                        <a:pt x="488" y="179"/>
                      </a:cubicBezTo>
                      <a:cubicBezTo>
                        <a:pt x="504" y="165"/>
                        <a:pt x="521" y="160"/>
                        <a:pt x="543" y="160"/>
                      </a:cubicBezTo>
                      <a:cubicBezTo>
                        <a:pt x="564" y="160"/>
                        <a:pt x="577" y="171"/>
                        <a:pt x="586" y="187"/>
                      </a:cubicBezTo>
                      <a:cubicBezTo>
                        <a:pt x="594" y="202"/>
                        <a:pt x="581" y="214"/>
                        <a:pt x="574" y="224"/>
                      </a:cubicBezTo>
                      <a:cubicBezTo>
                        <a:pt x="562" y="242"/>
                        <a:pt x="524" y="258"/>
                        <a:pt x="502" y="257"/>
                      </a:cubicBezTo>
                      <a:cubicBezTo>
                        <a:pt x="502" y="256"/>
                        <a:pt x="502" y="254"/>
                        <a:pt x="501" y="25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8" name="Freeform 13"/>
                <p:cNvSpPr/>
                <p:nvPr/>
              </p:nvSpPr>
              <p:spPr bwMode="auto">
                <a:xfrm>
                  <a:off x="11758613" y="1719263"/>
                  <a:ext cx="1131888" cy="1235075"/>
                </a:xfrm>
                <a:custGeom>
                  <a:avLst/>
                  <a:gdLst>
                    <a:gd name="T0" fmla="*/ 285 w 359"/>
                    <a:gd name="T1" fmla="*/ 179 h 391"/>
                    <a:gd name="T2" fmla="*/ 245 w 359"/>
                    <a:gd name="T3" fmla="*/ 182 h 391"/>
                    <a:gd name="T4" fmla="*/ 235 w 359"/>
                    <a:gd name="T5" fmla="*/ 197 h 391"/>
                    <a:gd name="T6" fmla="*/ 206 w 359"/>
                    <a:gd name="T7" fmla="*/ 300 h 391"/>
                    <a:gd name="T8" fmla="*/ 131 w 359"/>
                    <a:gd name="T9" fmla="*/ 377 h 391"/>
                    <a:gd name="T10" fmla="*/ 81 w 359"/>
                    <a:gd name="T11" fmla="*/ 386 h 391"/>
                    <a:gd name="T12" fmla="*/ 54 w 359"/>
                    <a:gd name="T13" fmla="*/ 329 h 391"/>
                    <a:gd name="T14" fmla="*/ 83 w 359"/>
                    <a:gd name="T15" fmla="*/ 311 h 391"/>
                    <a:gd name="T16" fmla="*/ 146 w 359"/>
                    <a:gd name="T17" fmla="*/ 267 h 391"/>
                    <a:gd name="T18" fmla="*/ 162 w 359"/>
                    <a:gd name="T19" fmla="*/ 208 h 391"/>
                    <a:gd name="T20" fmla="*/ 146 w 359"/>
                    <a:gd name="T21" fmla="*/ 200 h 391"/>
                    <a:gd name="T22" fmla="*/ 93 w 359"/>
                    <a:gd name="T23" fmla="*/ 217 h 391"/>
                    <a:gd name="T24" fmla="*/ 63 w 359"/>
                    <a:gd name="T25" fmla="*/ 228 h 391"/>
                    <a:gd name="T26" fmla="*/ 7 w 359"/>
                    <a:gd name="T27" fmla="*/ 206 h 391"/>
                    <a:gd name="T28" fmla="*/ 14 w 359"/>
                    <a:gd name="T29" fmla="*/ 179 h 391"/>
                    <a:gd name="T30" fmla="*/ 81 w 359"/>
                    <a:gd name="T31" fmla="*/ 142 h 391"/>
                    <a:gd name="T32" fmla="*/ 144 w 359"/>
                    <a:gd name="T33" fmla="*/ 92 h 391"/>
                    <a:gd name="T34" fmla="*/ 148 w 359"/>
                    <a:gd name="T35" fmla="*/ 84 h 391"/>
                    <a:gd name="T36" fmla="*/ 146 w 359"/>
                    <a:gd name="T37" fmla="*/ 55 h 391"/>
                    <a:gd name="T38" fmla="*/ 124 w 359"/>
                    <a:gd name="T39" fmla="*/ 67 h 391"/>
                    <a:gd name="T40" fmla="*/ 83 w 359"/>
                    <a:gd name="T41" fmla="*/ 101 h 391"/>
                    <a:gd name="T42" fmla="*/ 34 w 359"/>
                    <a:gd name="T43" fmla="*/ 111 h 391"/>
                    <a:gd name="T44" fmla="*/ 15 w 359"/>
                    <a:gd name="T45" fmla="*/ 60 h 391"/>
                    <a:gd name="T46" fmla="*/ 79 w 359"/>
                    <a:gd name="T47" fmla="*/ 23 h 391"/>
                    <a:gd name="T48" fmla="*/ 191 w 359"/>
                    <a:gd name="T49" fmla="*/ 6 h 391"/>
                    <a:gd name="T50" fmla="*/ 259 w 359"/>
                    <a:gd name="T51" fmla="*/ 22 h 391"/>
                    <a:gd name="T52" fmla="*/ 266 w 359"/>
                    <a:gd name="T53" fmla="*/ 68 h 391"/>
                    <a:gd name="T54" fmla="*/ 241 w 359"/>
                    <a:gd name="T55" fmla="*/ 84 h 391"/>
                    <a:gd name="T56" fmla="*/ 202 w 359"/>
                    <a:gd name="T57" fmla="*/ 97 h 391"/>
                    <a:gd name="T58" fmla="*/ 191 w 359"/>
                    <a:gd name="T59" fmla="*/ 113 h 391"/>
                    <a:gd name="T60" fmla="*/ 206 w 359"/>
                    <a:gd name="T61" fmla="*/ 121 h 391"/>
                    <a:gd name="T62" fmla="*/ 274 w 359"/>
                    <a:gd name="T63" fmla="*/ 111 h 391"/>
                    <a:gd name="T64" fmla="*/ 314 w 359"/>
                    <a:gd name="T65" fmla="*/ 102 h 391"/>
                    <a:gd name="T66" fmla="*/ 355 w 359"/>
                    <a:gd name="T67" fmla="*/ 138 h 391"/>
                    <a:gd name="T68" fmla="*/ 331 w 359"/>
                    <a:gd name="T69" fmla="*/ 175 h 391"/>
                    <a:gd name="T70" fmla="*/ 285 w 359"/>
                    <a:gd name="T71" fmla="*/ 182 h 391"/>
                    <a:gd name="T72" fmla="*/ 285 w 359"/>
                    <a:gd name="T73" fmla="*/ 179 h 3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359" h="391">
                      <a:moveTo>
                        <a:pt x="285" y="179"/>
                      </a:moveTo>
                      <a:cubicBezTo>
                        <a:pt x="271" y="180"/>
                        <a:pt x="258" y="181"/>
                        <a:pt x="245" y="182"/>
                      </a:cubicBezTo>
                      <a:cubicBezTo>
                        <a:pt x="236" y="183"/>
                        <a:pt x="233" y="189"/>
                        <a:pt x="235" y="197"/>
                      </a:cubicBezTo>
                      <a:cubicBezTo>
                        <a:pt x="243" y="237"/>
                        <a:pt x="228" y="271"/>
                        <a:pt x="206" y="300"/>
                      </a:cubicBezTo>
                      <a:cubicBezTo>
                        <a:pt x="184" y="328"/>
                        <a:pt x="157" y="353"/>
                        <a:pt x="131" y="377"/>
                      </a:cubicBezTo>
                      <a:cubicBezTo>
                        <a:pt x="117" y="389"/>
                        <a:pt x="99" y="391"/>
                        <a:pt x="81" y="386"/>
                      </a:cubicBezTo>
                      <a:cubicBezTo>
                        <a:pt x="49" y="376"/>
                        <a:pt x="44" y="356"/>
                        <a:pt x="54" y="329"/>
                      </a:cubicBezTo>
                      <a:cubicBezTo>
                        <a:pt x="57" y="320"/>
                        <a:pt x="73" y="311"/>
                        <a:pt x="83" y="311"/>
                      </a:cubicBezTo>
                      <a:cubicBezTo>
                        <a:pt x="114" y="309"/>
                        <a:pt x="130" y="289"/>
                        <a:pt x="146" y="267"/>
                      </a:cubicBezTo>
                      <a:cubicBezTo>
                        <a:pt x="158" y="250"/>
                        <a:pt x="165" y="230"/>
                        <a:pt x="162" y="208"/>
                      </a:cubicBezTo>
                      <a:cubicBezTo>
                        <a:pt x="161" y="196"/>
                        <a:pt x="155" y="193"/>
                        <a:pt x="146" y="200"/>
                      </a:cubicBezTo>
                      <a:cubicBezTo>
                        <a:pt x="130" y="211"/>
                        <a:pt x="114" y="219"/>
                        <a:pt x="93" y="217"/>
                      </a:cubicBezTo>
                      <a:cubicBezTo>
                        <a:pt x="84" y="216"/>
                        <a:pt x="72" y="222"/>
                        <a:pt x="63" y="228"/>
                      </a:cubicBezTo>
                      <a:cubicBezTo>
                        <a:pt x="41" y="240"/>
                        <a:pt x="15" y="231"/>
                        <a:pt x="7" y="206"/>
                      </a:cubicBezTo>
                      <a:cubicBezTo>
                        <a:pt x="3" y="196"/>
                        <a:pt x="6" y="187"/>
                        <a:pt x="14" y="179"/>
                      </a:cubicBezTo>
                      <a:cubicBezTo>
                        <a:pt x="32" y="159"/>
                        <a:pt x="57" y="151"/>
                        <a:pt x="81" y="142"/>
                      </a:cubicBezTo>
                      <a:cubicBezTo>
                        <a:pt x="107" y="132"/>
                        <a:pt x="133" y="122"/>
                        <a:pt x="144" y="92"/>
                      </a:cubicBezTo>
                      <a:cubicBezTo>
                        <a:pt x="145" y="89"/>
                        <a:pt x="148" y="86"/>
                        <a:pt x="148" y="84"/>
                      </a:cubicBezTo>
                      <a:cubicBezTo>
                        <a:pt x="148" y="74"/>
                        <a:pt x="147" y="65"/>
                        <a:pt x="146" y="55"/>
                      </a:cubicBezTo>
                      <a:cubicBezTo>
                        <a:pt x="139" y="59"/>
                        <a:pt x="131" y="62"/>
                        <a:pt x="124" y="67"/>
                      </a:cubicBezTo>
                      <a:cubicBezTo>
                        <a:pt x="110" y="78"/>
                        <a:pt x="97" y="91"/>
                        <a:pt x="83" y="101"/>
                      </a:cubicBezTo>
                      <a:cubicBezTo>
                        <a:pt x="68" y="112"/>
                        <a:pt x="51" y="114"/>
                        <a:pt x="34" y="111"/>
                      </a:cubicBezTo>
                      <a:cubicBezTo>
                        <a:pt x="10" y="105"/>
                        <a:pt x="0" y="80"/>
                        <a:pt x="15" y="60"/>
                      </a:cubicBezTo>
                      <a:cubicBezTo>
                        <a:pt x="31" y="38"/>
                        <a:pt x="54" y="28"/>
                        <a:pt x="79" y="23"/>
                      </a:cubicBezTo>
                      <a:cubicBezTo>
                        <a:pt x="116" y="16"/>
                        <a:pt x="154" y="11"/>
                        <a:pt x="191" y="6"/>
                      </a:cubicBezTo>
                      <a:cubicBezTo>
                        <a:pt x="215" y="3"/>
                        <a:pt x="240" y="0"/>
                        <a:pt x="259" y="22"/>
                      </a:cubicBezTo>
                      <a:cubicBezTo>
                        <a:pt x="272" y="36"/>
                        <a:pt x="272" y="53"/>
                        <a:pt x="266" y="68"/>
                      </a:cubicBezTo>
                      <a:cubicBezTo>
                        <a:pt x="264" y="75"/>
                        <a:pt x="251" y="80"/>
                        <a:pt x="241" y="84"/>
                      </a:cubicBezTo>
                      <a:cubicBezTo>
                        <a:pt x="229" y="89"/>
                        <a:pt x="215" y="91"/>
                        <a:pt x="202" y="97"/>
                      </a:cubicBezTo>
                      <a:cubicBezTo>
                        <a:pt x="197" y="100"/>
                        <a:pt x="195" y="108"/>
                        <a:pt x="191" y="113"/>
                      </a:cubicBezTo>
                      <a:cubicBezTo>
                        <a:pt x="196" y="116"/>
                        <a:pt x="201" y="122"/>
                        <a:pt x="206" y="121"/>
                      </a:cubicBezTo>
                      <a:cubicBezTo>
                        <a:pt x="229" y="119"/>
                        <a:pt x="251" y="115"/>
                        <a:pt x="274" y="111"/>
                      </a:cubicBezTo>
                      <a:cubicBezTo>
                        <a:pt x="287" y="108"/>
                        <a:pt x="301" y="104"/>
                        <a:pt x="314" y="102"/>
                      </a:cubicBezTo>
                      <a:cubicBezTo>
                        <a:pt x="328" y="100"/>
                        <a:pt x="353" y="122"/>
                        <a:pt x="355" y="138"/>
                      </a:cubicBezTo>
                      <a:cubicBezTo>
                        <a:pt x="359" y="159"/>
                        <a:pt x="352" y="170"/>
                        <a:pt x="331" y="175"/>
                      </a:cubicBezTo>
                      <a:cubicBezTo>
                        <a:pt x="316" y="179"/>
                        <a:pt x="300" y="180"/>
                        <a:pt x="285" y="182"/>
                      </a:cubicBezTo>
                      <a:cubicBezTo>
                        <a:pt x="285" y="181"/>
                        <a:pt x="285" y="180"/>
                        <a:pt x="285" y="17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9" name="Freeform 25"/>
                <p:cNvSpPr/>
                <p:nvPr/>
              </p:nvSpPr>
              <p:spPr bwMode="auto">
                <a:xfrm>
                  <a:off x="9864725" y="1873251"/>
                  <a:ext cx="1192213" cy="617538"/>
                </a:xfrm>
                <a:custGeom>
                  <a:avLst/>
                  <a:gdLst>
                    <a:gd name="T0" fmla="*/ 310 w 378"/>
                    <a:gd name="T1" fmla="*/ 185 h 195"/>
                    <a:gd name="T2" fmla="*/ 237 w 378"/>
                    <a:gd name="T3" fmla="*/ 192 h 195"/>
                    <a:gd name="T4" fmla="*/ 102 w 378"/>
                    <a:gd name="T5" fmla="*/ 161 h 195"/>
                    <a:gd name="T6" fmla="*/ 45 w 378"/>
                    <a:gd name="T7" fmla="*/ 128 h 195"/>
                    <a:gd name="T8" fmla="*/ 16 w 378"/>
                    <a:gd name="T9" fmla="*/ 23 h 195"/>
                    <a:gd name="T10" fmla="*/ 56 w 378"/>
                    <a:gd name="T11" fmla="*/ 12 h 195"/>
                    <a:gd name="T12" fmla="*/ 138 w 378"/>
                    <a:gd name="T13" fmla="*/ 65 h 195"/>
                    <a:gd name="T14" fmla="*/ 176 w 378"/>
                    <a:gd name="T15" fmla="*/ 79 h 195"/>
                    <a:gd name="T16" fmla="*/ 274 w 378"/>
                    <a:gd name="T17" fmla="*/ 92 h 195"/>
                    <a:gd name="T18" fmla="*/ 341 w 378"/>
                    <a:gd name="T19" fmla="*/ 105 h 195"/>
                    <a:gd name="T20" fmla="*/ 350 w 378"/>
                    <a:gd name="T21" fmla="*/ 180 h 195"/>
                    <a:gd name="T22" fmla="*/ 311 w 378"/>
                    <a:gd name="T23" fmla="*/ 189 h 195"/>
                    <a:gd name="T24" fmla="*/ 310 w 378"/>
                    <a:gd name="T25" fmla="*/ 185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78" h="195">
                      <a:moveTo>
                        <a:pt x="310" y="185"/>
                      </a:moveTo>
                      <a:cubicBezTo>
                        <a:pt x="286" y="187"/>
                        <a:pt x="262" y="190"/>
                        <a:pt x="237" y="192"/>
                      </a:cubicBezTo>
                      <a:cubicBezTo>
                        <a:pt x="189" y="195"/>
                        <a:pt x="145" y="180"/>
                        <a:pt x="102" y="161"/>
                      </a:cubicBezTo>
                      <a:cubicBezTo>
                        <a:pt x="82" y="153"/>
                        <a:pt x="63" y="141"/>
                        <a:pt x="45" y="128"/>
                      </a:cubicBezTo>
                      <a:cubicBezTo>
                        <a:pt x="11" y="103"/>
                        <a:pt x="0" y="63"/>
                        <a:pt x="16" y="23"/>
                      </a:cubicBezTo>
                      <a:cubicBezTo>
                        <a:pt x="24" y="2"/>
                        <a:pt x="38" y="0"/>
                        <a:pt x="56" y="12"/>
                      </a:cubicBezTo>
                      <a:cubicBezTo>
                        <a:pt x="83" y="31"/>
                        <a:pt x="110" y="49"/>
                        <a:pt x="138" y="65"/>
                      </a:cubicBezTo>
                      <a:cubicBezTo>
                        <a:pt x="150" y="72"/>
                        <a:pt x="163" y="76"/>
                        <a:pt x="176" y="79"/>
                      </a:cubicBezTo>
                      <a:cubicBezTo>
                        <a:pt x="208" y="88"/>
                        <a:pt x="240" y="95"/>
                        <a:pt x="274" y="92"/>
                      </a:cubicBezTo>
                      <a:cubicBezTo>
                        <a:pt x="297" y="91"/>
                        <a:pt x="320" y="95"/>
                        <a:pt x="341" y="105"/>
                      </a:cubicBezTo>
                      <a:cubicBezTo>
                        <a:pt x="372" y="119"/>
                        <a:pt x="378" y="161"/>
                        <a:pt x="350" y="180"/>
                      </a:cubicBezTo>
                      <a:cubicBezTo>
                        <a:pt x="340" y="187"/>
                        <a:pt x="324" y="186"/>
                        <a:pt x="311" y="189"/>
                      </a:cubicBezTo>
                      <a:cubicBezTo>
                        <a:pt x="311" y="187"/>
                        <a:pt x="310" y="186"/>
                        <a:pt x="310" y="1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0" name="Freeform 40"/>
                <p:cNvSpPr/>
                <p:nvPr/>
              </p:nvSpPr>
              <p:spPr bwMode="auto">
                <a:xfrm>
                  <a:off x="20638" y="609601"/>
                  <a:ext cx="384175" cy="255588"/>
                </a:xfrm>
                <a:custGeom>
                  <a:avLst/>
                  <a:gdLst>
                    <a:gd name="T0" fmla="*/ 61 w 122"/>
                    <a:gd name="T1" fmla="*/ 0 h 81"/>
                    <a:gd name="T2" fmla="*/ 116 w 122"/>
                    <a:gd name="T3" fmla="*/ 30 h 81"/>
                    <a:gd name="T4" fmla="*/ 102 w 122"/>
                    <a:gd name="T5" fmla="*/ 68 h 81"/>
                    <a:gd name="T6" fmla="*/ 23 w 122"/>
                    <a:gd name="T7" fmla="*/ 74 h 81"/>
                    <a:gd name="T8" fmla="*/ 7 w 122"/>
                    <a:gd name="T9" fmla="*/ 30 h 81"/>
                    <a:gd name="T10" fmla="*/ 61 w 122"/>
                    <a:gd name="T11" fmla="*/ 0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2" h="81">
                      <a:moveTo>
                        <a:pt x="61" y="0"/>
                      </a:moveTo>
                      <a:cubicBezTo>
                        <a:pt x="91" y="0"/>
                        <a:pt x="108" y="9"/>
                        <a:pt x="116" y="30"/>
                      </a:cubicBezTo>
                      <a:cubicBezTo>
                        <a:pt x="122" y="44"/>
                        <a:pt x="116" y="61"/>
                        <a:pt x="102" y="68"/>
                      </a:cubicBezTo>
                      <a:cubicBezTo>
                        <a:pt x="76" y="79"/>
                        <a:pt x="49" y="81"/>
                        <a:pt x="23" y="74"/>
                      </a:cubicBezTo>
                      <a:cubicBezTo>
                        <a:pt x="7" y="70"/>
                        <a:pt x="0" y="48"/>
                        <a:pt x="7" y="30"/>
                      </a:cubicBezTo>
                      <a:cubicBezTo>
                        <a:pt x="15" y="8"/>
                        <a:pt x="30" y="0"/>
                        <a:pt x="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1" name="Freeform 41"/>
                <p:cNvSpPr/>
                <p:nvPr/>
              </p:nvSpPr>
              <p:spPr bwMode="auto">
                <a:xfrm>
                  <a:off x="550863" y="612776"/>
                  <a:ext cx="428625" cy="230188"/>
                </a:xfrm>
                <a:custGeom>
                  <a:avLst/>
                  <a:gdLst>
                    <a:gd name="T0" fmla="*/ 75 w 136"/>
                    <a:gd name="T1" fmla="*/ 69 h 73"/>
                    <a:gd name="T2" fmla="*/ 29 w 136"/>
                    <a:gd name="T3" fmla="*/ 72 h 73"/>
                    <a:gd name="T4" fmla="*/ 7 w 136"/>
                    <a:gd name="T5" fmla="*/ 62 h 73"/>
                    <a:gd name="T6" fmla="*/ 12 w 136"/>
                    <a:gd name="T7" fmla="*/ 40 h 73"/>
                    <a:gd name="T8" fmla="*/ 79 w 136"/>
                    <a:gd name="T9" fmla="*/ 2 h 73"/>
                    <a:gd name="T10" fmla="*/ 119 w 136"/>
                    <a:gd name="T11" fmla="*/ 11 h 73"/>
                    <a:gd name="T12" fmla="*/ 126 w 136"/>
                    <a:gd name="T13" fmla="*/ 49 h 73"/>
                    <a:gd name="T14" fmla="*/ 75 w 136"/>
                    <a:gd name="T15" fmla="*/ 69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6" h="73">
                      <a:moveTo>
                        <a:pt x="75" y="69"/>
                      </a:moveTo>
                      <a:cubicBezTo>
                        <a:pt x="60" y="70"/>
                        <a:pt x="44" y="73"/>
                        <a:pt x="29" y="72"/>
                      </a:cubicBezTo>
                      <a:cubicBezTo>
                        <a:pt x="21" y="72"/>
                        <a:pt x="12" y="68"/>
                        <a:pt x="7" y="62"/>
                      </a:cubicBezTo>
                      <a:cubicBezTo>
                        <a:pt x="0" y="54"/>
                        <a:pt x="7" y="47"/>
                        <a:pt x="12" y="40"/>
                      </a:cubicBezTo>
                      <a:cubicBezTo>
                        <a:pt x="29" y="17"/>
                        <a:pt x="53" y="6"/>
                        <a:pt x="79" y="2"/>
                      </a:cubicBezTo>
                      <a:cubicBezTo>
                        <a:pt x="92" y="0"/>
                        <a:pt x="107" y="5"/>
                        <a:pt x="119" y="11"/>
                      </a:cubicBezTo>
                      <a:cubicBezTo>
                        <a:pt x="135" y="19"/>
                        <a:pt x="136" y="34"/>
                        <a:pt x="126" y="49"/>
                      </a:cubicBezTo>
                      <a:cubicBezTo>
                        <a:pt x="114" y="68"/>
                        <a:pt x="104" y="72"/>
                        <a:pt x="75" y="6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296" name="组合 295"/>
            <p:cNvGrpSpPr/>
            <p:nvPr/>
          </p:nvGrpSpPr>
          <p:grpSpPr>
            <a:xfrm>
              <a:off x="987425" y="3353428"/>
              <a:ext cx="4174510" cy="4173171"/>
              <a:chOff x="14471650" y="-2432050"/>
              <a:chExt cx="9898062" cy="9894888"/>
            </a:xfrm>
            <a:grpFill/>
          </p:grpSpPr>
          <p:sp>
            <p:nvSpPr>
              <p:cNvPr id="297" name="Freeform 225"/>
              <p:cNvSpPr>
                <a:spLocks noEditPoints="1"/>
              </p:cNvSpPr>
              <p:nvPr/>
            </p:nvSpPr>
            <p:spPr bwMode="auto">
              <a:xfrm>
                <a:off x="14471650" y="-2432050"/>
                <a:ext cx="9898062" cy="9894888"/>
              </a:xfrm>
              <a:custGeom>
                <a:avLst/>
                <a:gdLst>
                  <a:gd name="T0" fmla="*/ 1562 w 3135"/>
                  <a:gd name="T1" fmla="*/ 3133 h 3133"/>
                  <a:gd name="T2" fmla="*/ 3 w 3135"/>
                  <a:gd name="T3" fmla="*/ 1567 h 3133"/>
                  <a:gd name="T4" fmla="*/ 1593 w 3135"/>
                  <a:gd name="T5" fmla="*/ 15 h 3133"/>
                  <a:gd name="T6" fmla="*/ 3123 w 3135"/>
                  <a:gd name="T7" fmla="*/ 1598 h 3133"/>
                  <a:gd name="T8" fmla="*/ 1562 w 3135"/>
                  <a:gd name="T9" fmla="*/ 3133 h 3133"/>
                  <a:gd name="T10" fmla="*/ 61 w 3135"/>
                  <a:gd name="T11" fmla="*/ 1574 h 3133"/>
                  <a:gd name="T12" fmla="*/ 1562 w 3135"/>
                  <a:gd name="T13" fmla="*/ 3074 h 3133"/>
                  <a:gd name="T14" fmla="*/ 3065 w 3135"/>
                  <a:gd name="T15" fmla="*/ 1568 h 3133"/>
                  <a:gd name="T16" fmla="*/ 1561 w 3135"/>
                  <a:gd name="T17" fmla="*/ 73 h 3133"/>
                  <a:gd name="T18" fmla="*/ 61 w 3135"/>
                  <a:gd name="T19" fmla="*/ 1574 h 3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35" h="3133">
                    <a:moveTo>
                      <a:pt x="1562" y="3133"/>
                    </a:moveTo>
                    <a:cubicBezTo>
                      <a:pt x="700" y="3129"/>
                      <a:pt x="0" y="2435"/>
                      <a:pt x="3" y="1567"/>
                    </a:cubicBezTo>
                    <a:cubicBezTo>
                      <a:pt x="6" y="712"/>
                      <a:pt x="703" y="0"/>
                      <a:pt x="1593" y="15"/>
                    </a:cubicBezTo>
                    <a:cubicBezTo>
                      <a:pt x="2428" y="29"/>
                      <a:pt x="3135" y="710"/>
                      <a:pt x="3123" y="1598"/>
                    </a:cubicBezTo>
                    <a:cubicBezTo>
                      <a:pt x="3112" y="2439"/>
                      <a:pt x="2428" y="3129"/>
                      <a:pt x="1562" y="3133"/>
                    </a:cubicBezTo>
                    <a:close/>
                    <a:moveTo>
                      <a:pt x="61" y="1574"/>
                    </a:moveTo>
                    <a:cubicBezTo>
                      <a:pt x="63" y="2407"/>
                      <a:pt x="739" y="3074"/>
                      <a:pt x="1562" y="3074"/>
                    </a:cubicBezTo>
                    <a:cubicBezTo>
                      <a:pt x="2397" y="3074"/>
                      <a:pt x="3068" y="2397"/>
                      <a:pt x="3065" y="1568"/>
                    </a:cubicBezTo>
                    <a:cubicBezTo>
                      <a:pt x="3062" y="739"/>
                      <a:pt x="2387" y="72"/>
                      <a:pt x="1561" y="73"/>
                    </a:cubicBezTo>
                    <a:cubicBezTo>
                      <a:pt x="729" y="74"/>
                      <a:pt x="60" y="751"/>
                      <a:pt x="61" y="15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8" name="Freeform 227"/>
              <p:cNvSpPr>
                <a:spLocks noEditPoints="1"/>
              </p:cNvSpPr>
              <p:nvPr/>
            </p:nvSpPr>
            <p:spPr bwMode="auto">
              <a:xfrm>
                <a:off x="16068675" y="-800100"/>
                <a:ext cx="6673850" cy="6672263"/>
              </a:xfrm>
              <a:custGeom>
                <a:avLst/>
                <a:gdLst>
                  <a:gd name="T0" fmla="*/ 1059 w 2114"/>
                  <a:gd name="T1" fmla="*/ 2111 h 2112"/>
                  <a:gd name="T2" fmla="*/ 2 w 2114"/>
                  <a:gd name="T3" fmla="*/ 1059 h 2112"/>
                  <a:gd name="T4" fmla="*/ 1053 w 2114"/>
                  <a:gd name="T5" fmla="*/ 2 h 2112"/>
                  <a:gd name="T6" fmla="*/ 2113 w 2114"/>
                  <a:gd name="T7" fmla="*/ 1052 h 2112"/>
                  <a:gd name="T8" fmla="*/ 1059 w 2114"/>
                  <a:gd name="T9" fmla="*/ 2111 h 2112"/>
                  <a:gd name="T10" fmla="*/ 2079 w 2114"/>
                  <a:gd name="T11" fmla="*/ 1054 h 2112"/>
                  <a:gd name="T12" fmla="*/ 1061 w 2114"/>
                  <a:gd name="T13" fmla="*/ 36 h 2112"/>
                  <a:gd name="T14" fmla="*/ 36 w 2114"/>
                  <a:gd name="T15" fmla="*/ 1050 h 2112"/>
                  <a:gd name="T16" fmla="*/ 1055 w 2114"/>
                  <a:gd name="T17" fmla="*/ 2077 h 2112"/>
                  <a:gd name="T18" fmla="*/ 2079 w 2114"/>
                  <a:gd name="T19" fmla="*/ 1054 h 2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14" h="2112">
                    <a:moveTo>
                      <a:pt x="1059" y="2111"/>
                    </a:moveTo>
                    <a:cubicBezTo>
                      <a:pt x="477" y="2112"/>
                      <a:pt x="4" y="1641"/>
                      <a:pt x="2" y="1059"/>
                    </a:cubicBezTo>
                    <a:cubicBezTo>
                      <a:pt x="0" y="478"/>
                      <a:pt x="473" y="3"/>
                      <a:pt x="1053" y="2"/>
                    </a:cubicBezTo>
                    <a:cubicBezTo>
                      <a:pt x="1636" y="0"/>
                      <a:pt x="2112" y="472"/>
                      <a:pt x="2113" y="1052"/>
                    </a:cubicBezTo>
                    <a:cubicBezTo>
                      <a:pt x="2114" y="1636"/>
                      <a:pt x="1643" y="2109"/>
                      <a:pt x="1059" y="2111"/>
                    </a:cubicBezTo>
                    <a:close/>
                    <a:moveTo>
                      <a:pt x="2079" y="1054"/>
                    </a:moveTo>
                    <a:cubicBezTo>
                      <a:pt x="2078" y="496"/>
                      <a:pt x="1626" y="39"/>
                      <a:pt x="1061" y="36"/>
                    </a:cubicBezTo>
                    <a:cubicBezTo>
                      <a:pt x="500" y="33"/>
                      <a:pt x="39" y="489"/>
                      <a:pt x="36" y="1050"/>
                    </a:cubicBezTo>
                    <a:cubicBezTo>
                      <a:pt x="33" y="1615"/>
                      <a:pt x="489" y="2075"/>
                      <a:pt x="1055" y="2077"/>
                    </a:cubicBezTo>
                    <a:cubicBezTo>
                      <a:pt x="1615" y="2079"/>
                      <a:pt x="2079" y="1625"/>
                      <a:pt x="2079" y="10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Freeform 228"/>
              <p:cNvSpPr/>
              <p:nvPr/>
            </p:nvSpPr>
            <p:spPr bwMode="auto">
              <a:xfrm>
                <a:off x="19516725" y="-1828800"/>
                <a:ext cx="823912" cy="804863"/>
              </a:xfrm>
              <a:custGeom>
                <a:avLst/>
                <a:gdLst>
                  <a:gd name="T0" fmla="*/ 121 w 261"/>
                  <a:gd name="T1" fmla="*/ 178 h 255"/>
                  <a:gd name="T2" fmla="*/ 139 w 261"/>
                  <a:gd name="T3" fmla="*/ 139 h 255"/>
                  <a:gd name="T4" fmla="*/ 185 w 261"/>
                  <a:gd name="T5" fmla="*/ 32 h 255"/>
                  <a:gd name="T6" fmla="*/ 202 w 261"/>
                  <a:gd name="T7" fmla="*/ 22 h 255"/>
                  <a:gd name="T8" fmla="*/ 206 w 261"/>
                  <a:gd name="T9" fmla="*/ 22 h 255"/>
                  <a:gd name="T10" fmla="*/ 244 w 261"/>
                  <a:gd name="T11" fmla="*/ 70 h 255"/>
                  <a:gd name="T12" fmla="*/ 222 w 261"/>
                  <a:gd name="T13" fmla="*/ 238 h 255"/>
                  <a:gd name="T14" fmla="*/ 195 w 261"/>
                  <a:gd name="T15" fmla="*/ 252 h 255"/>
                  <a:gd name="T16" fmla="*/ 186 w 261"/>
                  <a:gd name="T17" fmla="*/ 232 h 255"/>
                  <a:gd name="T18" fmla="*/ 204 w 261"/>
                  <a:gd name="T19" fmla="*/ 91 h 255"/>
                  <a:gd name="T20" fmla="*/ 204 w 261"/>
                  <a:gd name="T21" fmla="*/ 74 h 255"/>
                  <a:gd name="T22" fmla="*/ 199 w 261"/>
                  <a:gd name="T23" fmla="*/ 74 h 255"/>
                  <a:gd name="T24" fmla="*/ 184 w 261"/>
                  <a:gd name="T25" fmla="*/ 108 h 255"/>
                  <a:gd name="T26" fmla="*/ 129 w 261"/>
                  <a:gd name="T27" fmla="*/ 231 h 255"/>
                  <a:gd name="T28" fmla="*/ 111 w 261"/>
                  <a:gd name="T29" fmla="*/ 241 h 255"/>
                  <a:gd name="T30" fmla="*/ 93 w 261"/>
                  <a:gd name="T31" fmla="*/ 227 h 255"/>
                  <a:gd name="T32" fmla="*/ 78 w 261"/>
                  <a:gd name="T33" fmla="*/ 132 h 255"/>
                  <a:gd name="T34" fmla="*/ 69 w 261"/>
                  <a:gd name="T35" fmla="*/ 68 h 255"/>
                  <a:gd name="T36" fmla="*/ 61 w 261"/>
                  <a:gd name="T37" fmla="*/ 54 h 255"/>
                  <a:gd name="T38" fmla="*/ 53 w 261"/>
                  <a:gd name="T39" fmla="*/ 106 h 255"/>
                  <a:gd name="T40" fmla="*/ 40 w 261"/>
                  <a:gd name="T41" fmla="*/ 215 h 255"/>
                  <a:gd name="T42" fmla="*/ 24 w 261"/>
                  <a:gd name="T43" fmla="*/ 230 h 255"/>
                  <a:gd name="T44" fmla="*/ 3 w 261"/>
                  <a:gd name="T45" fmla="*/ 211 h 255"/>
                  <a:gd name="T46" fmla="*/ 28 w 261"/>
                  <a:gd name="T47" fmla="*/ 12 h 255"/>
                  <a:gd name="T48" fmla="*/ 42 w 261"/>
                  <a:gd name="T49" fmla="*/ 1 h 255"/>
                  <a:gd name="T50" fmla="*/ 69 w 261"/>
                  <a:gd name="T51" fmla="*/ 4 h 255"/>
                  <a:gd name="T52" fmla="*/ 96 w 261"/>
                  <a:gd name="T53" fmla="*/ 31 h 255"/>
                  <a:gd name="T54" fmla="*/ 115 w 261"/>
                  <a:gd name="T55" fmla="*/ 172 h 255"/>
                  <a:gd name="T56" fmla="*/ 117 w 261"/>
                  <a:gd name="T57" fmla="*/ 177 h 255"/>
                  <a:gd name="T58" fmla="*/ 121 w 261"/>
                  <a:gd name="T59" fmla="*/ 178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61" h="255">
                    <a:moveTo>
                      <a:pt x="121" y="178"/>
                    </a:moveTo>
                    <a:cubicBezTo>
                      <a:pt x="127" y="165"/>
                      <a:pt x="133" y="152"/>
                      <a:pt x="139" y="139"/>
                    </a:cubicBezTo>
                    <a:cubicBezTo>
                      <a:pt x="154" y="104"/>
                      <a:pt x="170" y="68"/>
                      <a:pt x="185" y="32"/>
                    </a:cubicBezTo>
                    <a:cubicBezTo>
                      <a:pt x="188" y="24"/>
                      <a:pt x="193" y="20"/>
                      <a:pt x="202" y="22"/>
                    </a:cubicBezTo>
                    <a:cubicBezTo>
                      <a:pt x="203" y="22"/>
                      <a:pt x="205" y="22"/>
                      <a:pt x="206" y="22"/>
                    </a:cubicBezTo>
                    <a:cubicBezTo>
                      <a:pt x="261" y="29"/>
                      <a:pt x="248" y="20"/>
                      <a:pt x="244" y="70"/>
                    </a:cubicBezTo>
                    <a:cubicBezTo>
                      <a:pt x="239" y="126"/>
                      <a:pt x="230" y="182"/>
                      <a:pt x="222" y="238"/>
                    </a:cubicBezTo>
                    <a:cubicBezTo>
                      <a:pt x="220" y="255"/>
                      <a:pt x="219" y="255"/>
                      <a:pt x="195" y="252"/>
                    </a:cubicBezTo>
                    <a:cubicBezTo>
                      <a:pt x="180" y="250"/>
                      <a:pt x="185" y="240"/>
                      <a:pt x="186" y="232"/>
                    </a:cubicBezTo>
                    <a:cubicBezTo>
                      <a:pt x="192" y="185"/>
                      <a:pt x="198" y="138"/>
                      <a:pt x="204" y="91"/>
                    </a:cubicBezTo>
                    <a:cubicBezTo>
                      <a:pt x="205" y="86"/>
                      <a:pt x="204" y="80"/>
                      <a:pt x="204" y="74"/>
                    </a:cubicBezTo>
                    <a:cubicBezTo>
                      <a:pt x="202" y="74"/>
                      <a:pt x="201" y="74"/>
                      <a:pt x="199" y="74"/>
                    </a:cubicBezTo>
                    <a:cubicBezTo>
                      <a:pt x="194" y="85"/>
                      <a:pt x="189" y="96"/>
                      <a:pt x="184" y="108"/>
                    </a:cubicBezTo>
                    <a:cubicBezTo>
                      <a:pt x="165" y="149"/>
                      <a:pt x="147" y="190"/>
                      <a:pt x="129" y="231"/>
                    </a:cubicBezTo>
                    <a:cubicBezTo>
                      <a:pt x="125" y="240"/>
                      <a:pt x="120" y="243"/>
                      <a:pt x="111" y="241"/>
                    </a:cubicBezTo>
                    <a:cubicBezTo>
                      <a:pt x="101" y="240"/>
                      <a:pt x="94" y="238"/>
                      <a:pt x="93" y="227"/>
                    </a:cubicBezTo>
                    <a:cubicBezTo>
                      <a:pt x="88" y="195"/>
                      <a:pt x="83" y="164"/>
                      <a:pt x="78" y="132"/>
                    </a:cubicBezTo>
                    <a:cubicBezTo>
                      <a:pt x="75" y="111"/>
                      <a:pt x="72" y="90"/>
                      <a:pt x="69" y="68"/>
                    </a:cubicBezTo>
                    <a:cubicBezTo>
                      <a:pt x="68" y="63"/>
                      <a:pt x="66" y="58"/>
                      <a:pt x="61" y="54"/>
                    </a:cubicBezTo>
                    <a:cubicBezTo>
                      <a:pt x="59" y="71"/>
                      <a:pt x="56" y="89"/>
                      <a:pt x="53" y="106"/>
                    </a:cubicBezTo>
                    <a:cubicBezTo>
                      <a:pt x="49" y="142"/>
                      <a:pt x="44" y="179"/>
                      <a:pt x="40" y="215"/>
                    </a:cubicBezTo>
                    <a:cubicBezTo>
                      <a:pt x="39" y="225"/>
                      <a:pt x="37" y="233"/>
                      <a:pt x="24" y="230"/>
                    </a:cubicBezTo>
                    <a:cubicBezTo>
                      <a:pt x="13" y="228"/>
                      <a:pt x="0" y="231"/>
                      <a:pt x="3" y="211"/>
                    </a:cubicBezTo>
                    <a:cubicBezTo>
                      <a:pt x="12" y="144"/>
                      <a:pt x="20" y="78"/>
                      <a:pt x="28" y="12"/>
                    </a:cubicBezTo>
                    <a:cubicBezTo>
                      <a:pt x="29" y="2"/>
                      <a:pt x="34" y="0"/>
                      <a:pt x="42" y="1"/>
                    </a:cubicBezTo>
                    <a:cubicBezTo>
                      <a:pt x="51" y="2"/>
                      <a:pt x="60" y="3"/>
                      <a:pt x="69" y="4"/>
                    </a:cubicBezTo>
                    <a:cubicBezTo>
                      <a:pt x="92" y="6"/>
                      <a:pt x="93" y="7"/>
                      <a:pt x="96" y="31"/>
                    </a:cubicBezTo>
                    <a:cubicBezTo>
                      <a:pt x="102" y="78"/>
                      <a:pt x="109" y="125"/>
                      <a:pt x="115" y="172"/>
                    </a:cubicBezTo>
                    <a:cubicBezTo>
                      <a:pt x="116" y="174"/>
                      <a:pt x="117" y="176"/>
                      <a:pt x="117" y="177"/>
                    </a:cubicBezTo>
                    <a:cubicBezTo>
                      <a:pt x="119" y="178"/>
                      <a:pt x="120" y="178"/>
                      <a:pt x="121" y="1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Freeform 229"/>
              <p:cNvSpPr>
                <a:spLocks noEditPoints="1"/>
              </p:cNvSpPr>
              <p:nvPr/>
            </p:nvSpPr>
            <p:spPr bwMode="auto">
              <a:xfrm>
                <a:off x="16802100" y="5627688"/>
                <a:ext cx="920750" cy="963613"/>
              </a:xfrm>
              <a:custGeom>
                <a:avLst/>
                <a:gdLst>
                  <a:gd name="T0" fmla="*/ 156 w 292"/>
                  <a:gd name="T1" fmla="*/ 88 h 305"/>
                  <a:gd name="T2" fmla="*/ 137 w 292"/>
                  <a:gd name="T3" fmla="*/ 88 h 305"/>
                  <a:gd name="T4" fmla="*/ 99 w 292"/>
                  <a:gd name="T5" fmla="*/ 124 h 305"/>
                  <a:gd name="T6" fmla="*/ 91 w 292"/>
                  <a:gd name="T7" fmla="*/ 140 h 305"/>
                  <a:gd name="T8" fmla="*/ 80 w 292"/>
                  <a:gd name="T9" fmla="*/ 147 h 305"/>
                  <a:gd name="T10" fmla="*/ 70 w 292"/>
                  <a:gd name="T11" fmla="*/ 133 h 305"/>
                  <a:gd name="T12" fmla="*/ 79 w 292"/>
                  <a:gd name="T13" fmla="*/ 100 h 305"/>
                  <a:gd name="T14" fmla="*/ 103 w 292"/>
                  <a:gd name="T15" fmla="*/ 62 h 305"/>
                  <a:gd name="T16" fmla="*/ 168 w 292"/>
                  <a:gd name="T17" fmla="*/ 53 h 305"/>
                  <a:gd name="T18" fmla="*/ 161 w 292"/>
                  <a:gd name="T19" fmla="*/ 58 h 305"/>
                  <a:gd name="T20" fmla="*/ 157 w 292"/>
                  <a:gd name="T21" fmla="*/ 64 h 305"/>
                  <a:gd name="T22" fmla="*/ 162 w 292"/>
                  <a:gd name="T23" fmla="*/ 69 h 305"/>
                  <a:gd name="T24" fmla="*/ 203 w 292"/>
                  <a:gd name="T25" fmla="*/ 55 h 305"/>
                  <a:gd name="T26" fmla="*/ 196 w 292"/>
                  <a:gd name="T27" fmla="*/ 39 h 305"/>
                  <a:gd name="T28" fmla="*/ 149 w 292"/>
                  <a:gd name="T29" fmla="*/ 32 h 305"/>
                  <a:gd name="T30" fmla="*/ 123 w 292"/>
                  <a:gd name="T31" fmla="*/ 23 h 305"/>
                  <a:gd name="T32" fmla="*/ 125 w 292"/>
                  <a:gd name="T33" fmla="*/ 9 h 305"/>
                  <a:gd name="T34" fmla="*/ 156 w 292"/>
                  <a:gd name="T35" fmla="*/ 3 h 305"/>
                  <a:gd name="T36" fmla="*/ 211 w 292"/>
                  <a:gd name="T37" fmla="*/ 24 h 305"/>
                  <a:gd name="T38" fmla="*/ 231 w 292"/>
                  <a:gd name="T39" fmla="*/ 22 h 305"/>
                  <a:gd name="T40" fmla="*/ 258 w 292"/>
                  <a:gd name="T41" fmla="*/ 31 h 305"/>
                  <a:gd name="T42" fmla="*/ 275 w 292"/>
                  <a:gd name="T43" fmla="*/ 48 h 305"/>
                  <a:gd name="T44" fmla="*/ 288 w 292"/>
                  <a:gd name="T45" fmla="*/ 63 h 305"/>
                  <a:gd name="T46" fmla="*/ 269 w 292"/>
                  <a:gd name="T47" fmla="*/ 69 h 305"/>
                  <a:gd name="T48" fmla="*/ 243 w 292"/>
                  <a:gd name="T49" fmla="*/ 63 h 305"/>
                  <a:gd name="T50" fmla="*/ 222 w 292"/>
                  <a:gd name="T51" fmla="*/ 76 h 305"/>
                  <a:gd name="T52" fmla="*/ 256 w 292"/>
                  <a:gd name="T53" fmla="*/ 94 h 305"/>
                  <a:gd name="T54" fmla="*/ 263 w 292"/>
                  <a:gd name="T55" fmla="*/ 119 h 305"/>
                  <a:gd name="T56" fmla="*/ 237 w 292"/>
                  <a:gd name="T57" fmla="*/ 144 h 305"/>
                  <a:gd name="T58" fmla="*/ 183 w 292"/>
                  <a:gd name="T59" fmla="*/ 159 h 305"/>
                  <a:gd name="T60" fmla="*/ 163 w 292"/>
                  <a:gd name="T61" fmla="*/ 199 h 305"/>
                  <a:gd name="T62" fmla="*/ 222 w 292"/>
                  <a:gd name="T63" fmla="*/ 260 h 305"/>
                  <a:gd name="T64" fmla="*/ 233 w 292"/>
                  <a:gd name="T65" fmla="*/ 293 h 305"/>
                  <a:gd name="T66" fmla="*/ 208 w 292"/>
                  <a:gd name="T67" fmla="*/ 296 h 305"/>
                  <a:gd name="T68" fmla="*/ 135 w 292"/>
                  <a:gd name="T69" fmla="*/ 206 h 305"/>
                  <a:gd name="T70" fmla="*/ 127 w 292"/>
                  <a:gd name="T71" fmla="*/ 194 h 305"/>
                  <a:gd name="T72" fmla="*/ 117 w 292"/>
                  <a:gd name="T73" fmla="*/ 203 h 305"/>
                  <a:gd name="T74" fmla="*/ 90 w 292"/>
                  <a:gd name="T75" fmla="*/ 247 h 305"/>
                  <a:gd name="T76" fmla="*/ 74 w 292"/>
                  <a:gd name="T77" fmla="*/ 253 h 305"/>
                  <a:gd name="T78" fmla="*/ 70 w 292"/>
                  <a:gd name="T79" fmla="*/ 234 h 305"/>
                  <a:gd name="T80" fmla="*/ 88 w 292"/>
                  <a:gd name="T81" fmla="*/ 207 h 305"/>
                  <a:gd name="T82" fmla="*/ 90 w 292"/>
                  <a:gd name="T83" fmla="*/ 196 h 305"/>
                  <a:gd name="T84" fmla="*/ 78 w 292"/>
                  <a:gd name="T85" fmla="*/ 193 h 305"/>
                  <a:gd name="T86" fmla="*/ 42 w 292"/>
                  <a:gd name="T87" fmla="*/ 204 h 305"/>
                  <a:gd name="T88" fmla="*/ 13 w 292"/>
                  <a:gd name="T89" fmla="*/ 207 h 305"/>
                  <a:gd name="T90" fmla="*/ 1 w 292"/>
                  <a:gd name="T91" fmla="*/ 194 h 305"/>
                  <a:gd name="T92" fmla="*/ 10 w 292"/>
                  <a:gd name="T93" fmla="*/ 181 h 305"/>
                  <a:gd name="T94" fmla="*/ 76 w 292"/>
                  <a:gd name="T95" fmla="*/ 159 h 305"/>
                  <a:gd name="T96" fmla="*/ 104 w 292"/>
                  <a:gd name="T97" fmla="*/ 146 h 305"/>
                  <a:gd name="T98" fmla="*/ 110 w 292"/>
                  <a:gd name="T99" fmla="*/ 142 h 305"/>
                  <a:gd name="T100" fmla="*/ 133 w 292"/>
                  <a:gd name="T101" fmla="*/ 123 h 305"/>
                  <a:gd name="T102" fmla="*/ 158 w 292"/>
                  <a:gd name="T103" fmla="*/ 94 h 305"/>
                  <a:gd name="T104" fmla="*/ 156 w 292"/>
                  <a:gd name="T105" fmla="*/ 88 h 305"/>
                  <a:gd name="T106" fmla="*/ 177 w 292"/>
                  <a:gd name="T107" fmla="*/ 144 h 305"/>
                  <a:gd name="T108" fmla="*/ 222 w 292"/>
                  <a:gd name="T109" fmla="*/ 123 h 305"/>
                  <a:gd name="T110" fmla="*/ 224 w 292"/>
                  <a:gd name="T111" fmla="*/ 113 h 305"/>
                  <a:gd name="T112" fmla="*/ 195 w 292"/>
                  <a:gd name="T113" fmla="*/ 96 h 305"/>
                  <a:gd name="T114" fmla="*/ 186 w 292"/>
                  <a:gd name="T115" fmla="*/ 103 h 305"/>
                  <a:gd name="T116" fmla="*/ 186 w 292"/>
                  <a:gd name="T117" fmla="*/ 106 h 305"/>
                  <a:gd name="T118" fmla="*/ 177 w 292"/>
                  <a:gd name="T119" fmla="*/ 144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92" h="305">
                    <a:moveTo>
                      <a:pt x="156" y="88"/>
                    </a:moveTo>
                    <a:cubicBezTo>
                      <a:pt x="150" y="88"/>
                      <a:pt x="143" y="86"/>
                      <a:pt x="137" y="88"/>
                    </a:cubicBezTo>
                    <a:cubicBezTo>
                      <a:pt x="121" y="96"/>
                      <a:pt x="106" y="106"/>
                      <a:pt x="99" y="124"/>
                    </a:cubicBezTo>
                    <a:cubicBezTo>
                      <a:pt x="97" y="130"/>
                      <a:pt x="95" y="135"/>
                      <a:pt x="91" y="140"/>
                    </a:cubicBezTo>
                    <a:cubicBezTo>
                      <a:pt x="88" y="143"/>
                      <a:pt x="81" y="148"/>
                      <a:pt x="80" y="147"/>
                    </a:cubicBezTo>
                    <a:cubicBezTo>
                      <a:pt x="76" y="143"/>
                      <a:pt x="69" y="137"/>
                      <a:pt x="70" y="133"/>
                    </a:cubicBezTo>
                    <a:cubicBezTo>
                      <a:pt x="71" y="122"/>
                      <a:pt x="75" y="110"/>
                      <a:pt x="79" y="100"/>
                    </a:cubicBezTo>
                    <a:cubicBezTo>
                      <a:pt x="86" y="87"/>
                      <a:pt x="94" y="74"/>
                      <a:pt x="103" y="62"/>
                    </a:cubicBezTo>
                    <a:cubicBezTo>
                      <a:pt x="119" y="42"/>
                      <a:pt x="143" y="40"/>
                      <a:pt x="168" y="53"/>
                    </a:cubicBezTo>
                    <a:cubicBezTo>
                      <a:pt x="165" y="55"/>
                      <a:pt x="162" y="56"/>
                      <a:pt x="161" y="58"/>
                    </a:cubicBezTo>
                    <a:cubicBezTo>
                      <a:pt x="159" y="59"/>
                      <a:pt x="157" y="62"/>
                      <a:pt x="157" y="64"/>
                    </a:cubicBezTo>
                    <a:cubicBezTo>
                      <a:pt x="157" y="66"/>
                      <a:pt x="160" y="68"/>
                      <a:pt x="162" y="69"/>
                    </a:cubicBezTo>
                    <a:cubicBezTo>
                      <a:pt x="174" y="73"/>
                      <a:pt x="196" y="65"/>
                      <a:pt x="203" y="55"/>
                    </a:cubicBezTo>
                    <a:cubicBezTo>
                      <a:pt x="209" y="46"/>
                      <a:pt x="202" y="41"/>
                      <a:pt x="196" y="39"/>
                    </a:cubicBezTo>
                    <a:cubicBezTo>
                      <a:pt x="180" y="36"/>
                      <a:pt x="165" y="34"/>
                      <a:pt x="149" y="32"/>
                    </a:cubicBezTo>
                    <a:cubicBezTo>
                      <a:pt x="139" y="31"/>
                      <a:pt x="128" y="35"/>
                      <a:pt x="123" y="23"/>
                    </a:cubicBezTo>
                    <a:cubicBezTo>
                      <a:pt x="121" y="19"/>
                      <a:pt x="123" y="10"/>
                      <a:pt x="125" y="9"/>
                    </a:cubicBezTo>
                    <a:cubicBezTo>
                      <a:pt x="135" y="5"/>
                      <a:pt x="146" y="0"/>
                      <a:pt x="156" y="3"/>
                    </a:cubicBezTo>
                    <a:cubicBezTo>
                      <a:pt x="175" y="8"/>
                      <a:pt x="193" y="17"/>
                      <a:pt x="211" y="24"/>
                    </a:cubicBezTo>
                    <a:cubicBezTo>
                      <a:pt x="219" y="28"/>
                      <a:pt x="224" y="28"/>
                      <a:pt x="231" y="22"/>
                    </a:cubicBezTo>
                    <a:cubicBezTo>
                      <a:pt x="243" y="11"/>
                      <a:pt x="253" y="16"/>
                      <a:pt x="258" y="31"/>
                    </a:cubicBezTo>
                    <a:cubicBezTo>
                      <a:pt x="260" y="38"/>
                      <a:pt x="268" y="44"/>
                      <a:pt x="275" y="48"/>
                    </a:cubicBezTo>
                    <a:cubicBezTo>
                      <a:pt x="282" y="52"/>
                      <a:pt x="292" y="53"/>
                      <a:pt x="288" y="63"/>
                    </a:cubicBezTo>
                    <a:cubicBezTo>
                      <a:pt x="286" y="67"/>
                      <a:pt x="275" y="70"/>
                      <a:pt x="269" y="69"/>
                    </a:cubicBezTo>
                    <a:cubicBezTo>
                      <a:pt x="260" y="69"/>
                      <a:pt x="252" y="65"/>
                      <a:pt x="243" y="63"/>
                    </a:cubicBezTo>
                    <a:cubicBezTo>
                      <a:pt x="231" y="61"/>
                      <a:pt x="227" y="65"/>
                      <a:pt x="222" y="76"/>
                    </a:cubicBezTo>
                    <a:cubicBezTo>
                      <a:pt x="234" y="82"/>
                      <a:pt x="245" y="88"/>
                      <a:pt x="256" y="94"/>
                    </a:cubicBezTo>
                    <a:cubicBezTo>
                      <a:pt x="267" y="100"/>
                      <a:pt x="271" y="109"/>
                      <a:pt x="263" y="119"/>
                    </a:cubicBezTo>
                    <a:cubicBezTo>
                      <a:pt x="256" y="128"/>
                      <a:pt x="247" y="139"/>
                      <a:pt x="237" y="144"/>
                    </a:cubicBezTo>
                    <a:cubicBezTo>
                      <a:pt x="220" y="151"/>
                      <a:pt x="201" y="155"/>
                      <a:pt x="183" y="159"/>
                    </a:cubicBezTo>
                    <a:cubicBezTo>
                      <a:pt x="165" y="163"/>
                      <a:pt x="153" y="184"/>
                      <a:pt x="163" y="199"/>
                    </a:cubicBezTo>
                    <a:cubicBezTo>
                      <a:pt x="177" y="225"/>
                      <a:pt x="197" y="245"/>
                      <a:pt x="222" y="260"/>
                    </a:cubicBezTo>
                    <a:cubicBezTo>
                      <a:pt x="231" y="266"/>
                      <a:pt x="238" y="285"/>
                      <a:pt x="233" y="293"/>
                    </a:cubicBezTo>
                    <a:cubicBezTo>
                      <a:pt x="226" y="305"/>
                      <a:pt x="216" y="301"/>
                      <a:pt x="208" y="296"/>
                    </a:cubicBezTo>
                    <a:cubicBezTo>
                      <a:pt x="174" y="274"/>
                      <a:pt x="147" y="246"/>
                      <a:pt x="135" y="206"/>
                    </a:cubicBezTo>
                    <a:cubicBezTo>
                      <a:pt x="133" y="202"/>
                      <a:pt x="130" y="198"/>
                      <a:pt x="127" y="194"/>
                    </a:cubicBezTo>
                    <a:cubicBezTo>
                      <a:pt x="124" y="197"/>
                      <a:pt x="119" y="200"/>
                      <a:pt x="117" y="203"/>
                    </a:cubicBezTo>
                    <a:cubicBezTo>
                      <a:pt x="107" y="218"/>
                      <a:pt x="99" y="232"/>
                      <a:pt x="90" y="247"/>
                    </a:cubicBezTo>
                    <a:cubicBezTo>
                      <a:pt x="86" y="253"/>
                      <a:pt x="82" y="259"/>
                      <a:pt x="74" y="253"/>
                    </a:cubicBezTo>
                    <a:cubicBezTo>
                      <a:pt x="67" y="249"/>
                      <a:pt x="64" y="243"/>
                      <a:pt x="70" y="234"/>
                    </a:cubicBezTo>
                    <a:cubicBezTo>
                      <a:pt x="76" y="225"/>
                      <a:pt x="82" y="216"/>
                      <a:pt x="88" y="207"/>
                    </a:cubicBezTo>
                    <a:cubicBezTo>
                      <a:pt x="89" y="204"/>
                      <a:pt x="91" y="197"/>
                      <a:pt x="90" y="196"/>
                    </a:cubicBezTo>
                    <a:cubicBezTo>
                      <a:pt x="87" y="194"/>
                      <a:pt x="82" y="192"/>
                      <a:pt x="78" y="193"/>
                    </a:cubicBezTo>
                    <a:cubicBezTo>
                      <a:pt x="66" y="196"/>
                      <a:pt x="54" y="201"/>
                      <a:pt x="42" y="204"/>
                    </a:cubicBezTo>
                    <a:cubicBezTo>
                      <a:pt x="33" y="206"/>
                      <a:pt x="23" y="208"/>
                      <a:pt x="13" y="207"/>
                    </a:cubicBezTo>
                    <a:cubicBezTo>
                      <a:pt x="8" y="206"/>
                      <a:pt x="2" y="199"/>
                      <a:pt x="1" y="194"/>
                    </a:cubicBezTo>
                    <a:cubicBezTo>
                      <a:pt x="0" y="191"/>
                      <a:pt x="5" y="183"/>
                      <a:pt x="10" y="181"/>
                    </a:cubicBezTo>
                    <a:cubicBezTo>
                      <a:pt x="32" y="173"/>
                      <a:pt x="54" y="167"/>
                      <a:pt x="76" y="159"/>
                    </a:cubicBezTo>
                    <a:cubicBezTo>
                      <a:pt x="86" y="156"/>
                      <a:pt x="95" y="151"/>
                      <a:pt x="104" y="146"/>
                    </a:cubicBezTo>
                    <a:cubicBezTo>
                      <a:pt x="106" y="145"/>
                      <a:pt x="109" y="142"/>
                      <a:pt x="110" y="142"/>
                    </a:cubicBezTo>
                    <a:cubicBezTo>
                      <a:pt x="128" y="148"/>
                      <a:pt x="131" y="133"/>
                      <a:pt x="133" y="123"/>
                    </a:cubicBezTo>
                    <a:cubicBezTo>
                      <a:pt x="136" y="108"/>
                      <a:pt x="140" y="97"/>
                      <a:pt x="158" y="94"/>
                    </a:cubicBezTo>
                    <a:cubicBezTo>
                      <a:pt x="158" y="92"/>
                      <a:pt x="157" y="90"/>
                      <a:pt x="156" y="88"/>
                    </a:cubicBezTo>
                    <a:close/>
                    <a:moveTo>
                      <a:pt x="177" y="144"/>
                    </a:moveTo>
                    <a:cubicBezTo>
                      <a:pt x="193" y="139"/>
                      <a:pt x="210" y="137"/>
                      <a:pt x="222" y="123"/>
                    </a:cubicBezTo>
                    <a:cubicBezTo>
                      <a:pt x="224" y="121"/>
                      <a:pt x="225" y="114"/>
                      <a:pt x="224" y="113"/>
                    </a:cubicBezTo>
                    <a:cubicBezTo>
                      <a:pt x="215" y="107"/>
                      <a:pt x="205" y="101"/>
                      <a:pt x="195" y="96"/>
                    </a:cubicBezTo>
                    <a:cubicBezTo>
                      <a:pt x="193" y="95"/>
                      <a:pt x="189" y="100"/>
                      <a:pt x="186" y="103"/>
                    </a:cubicBezTo>
                    <a:cubicBezTo>
                      <a:pt x="186" y="103"/>
                      <a:pt x="186" y="105"/>
                      <a:pt x="186" y="106"/>
                    </a:cubicBezTo>
                    <a:cubicBezTo>
                      <a:pt x="183" y="118"/>
                      <a:pt x="180" y="130"/>
                      <a:pt x="177" y="1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Freeform 230"/>
              <p:cNvSpPr>
                <a:spLocks noEditPoints="1"/>
              </p:cNvSpPr>
              <p:nvPr/>
            </p:nvSpPr>
            <p:spPr bwMode="auto">
              <a:xfrm>
                <a:off x="15882938" y="4829175"/>
                <a:ext cx="893762" cy="793750"/>
              </a:xfrm>
              <a:custGeom>
                <a:avLst/>
                <a:gdLst>
                  <a:gd name="T0" fmla="*/ 44 w 283"/>
                  <a:gd name="T1" fmla="*/ 91 h 251"/>
                  <a:gd name="T2" fmla="*/ 99 w 283"/>
                  <a:gd name="T3" fmla="*/ 54 h 251"/>
                  <a:gd name="T4" fmla="*/ 187 w 283"/>
                  <a:gd name="T5" fmla="*/ 57 h 251"/>
                  <a:gd name="T6" fmla="*/ 191 w 283"/>
                  <a:gd name="T7" fmla="*/ 47 h 251"/>
                  <a:gd name="T8" fmla="*/ 143 w 283"/>
                  <a:gd name="T9" fmla="*/ 12 h 251"/>
                  <a:gd name="T10" fmla="*/ 206 w 283"/>
                  <a:gd name="T11" fmla="*/ 34 h 251"/>
                  <a:gd name="T12" fmla="*/ 276 w 283"/>
                  <a:gd name="T13" fmla="*/ 105 h 251"/>
                  <a:gd name="T14" fmla="*/ 231 w 283"/>
                  <a:gd name="T15" fmla="*/ 88 h 251"/>
                  <a:gd name="T16" fmla="*/ 222 w 283"/>
                  <a:gd name="T17" fmla="*/ 100 h 251"/>
                  <a:gd name="T18" fmla="*/ 203 w 283"/>
                  <a:gd name="T19" fmla="*/ 166 h 251"/>
                  <a:gd name="T20" fmla="*/ 136 w 283"/>
                  <a:gd name="T21" fmla="*/ 157 h 251"/>
                  <a:gd name="T22" fmla="*/ 192 w 283"/>
                  <a:gd name="T23" fmla="*/ 209 h 251"/>
                  <a:gd name="T24" fmla="*/ 203 w 283"/>
                  <a:gd name="T25" fmla="*/ 239 h 251"/>
                  <a:gd name="T26" fmla="*/ 131 w 283"/>
                  <a:gd name="T27" fmla="*/ 193 h 251"/>
                  <a:gd name="T28" fmla="*/ 100 w 283"/>
                  <a:gd name="T29" fmla="*/ 184 h 251"/>
                  <a:gd name="T30" fmla="*/ 127 w 283"/>
                  <a:gd name="T31" fmla="*/ 213 h 251"/>
                  <a:gd name="T32" fmla="*/ 109 w 283"/>
                  <a:gd name="T33" fmla="*/ 242 h 251"/>
                  <a:gd name="T34" fmla="*/ 52 w 283"/>
                  <a:gd name="T35" fmla="*/ 223 h 251"/>
                  <a:gd name="T36" fmla="*/ 24 w 283"/>
                  <a:gd name="T37" fmla="*/ 234 h 251"/>
                  <a:gd name="T38" fmla="*/ 38 w 283"/>
                  <a:gd name="T39" fmla="*/ 193 h 251"/>
                  <a:gd name="T40" fmla="*/ 10 w 283"/>
                  <a:gd name="T41" fmla="*/ 174 h 251"/>
                  <a:gd name="T42" fmla="*/ 24 w 283"/>
                  <a:gd name="T43" fmla="*/ 147 h 251"/>
                  <a:gd name="T44" fmla="*/ 79 w 283"/>
                  <a:gd name="T45" fmla="*/ 162 h 251"/>
                  <a:gd name="T46" fmla="*/ 20 w 283"/>
                  <a:gd name="T47" fmla="*/ 114 h 251"/>
                  <a:gd name="T48" fmla="*/ 33 w 283"/>
                  <a:gd name="T49" fmla="*/ 93 h 251"/>
                  <a:gd name="T50" fmla="*/ 75 w 283"/>
                  <a:gd name="T51" fmla="*/ 114 h 251"/>
                  <a:gd name="T52" fmla="*/ 116 w 283"/>
                  <a:gd name="T53" fmla="*/ 131 h 251"/>
                  <a:gd name="T54" fmla="*/ 75 w 283"/>
                  <a:gd name="T55" fmla="*/ 114 h 251"/>
                  <a:gd name="T56" fmla="*/ 194 w 283"/>
                  <a:gd name="T57" fmla="*/ 130 h 251"/>
                  <a:gd name="T58" fmla="*/ 204 w 283"/>
                  <a:gd name="T59" fmla="*/ 107 h 251"/>
                  <a:gd name="T60" fmla="*/ 164 w 283"/>
                  <a:gd name="T61" fmla="*/ 125 h 251"/>
                  <a:gd name="T62" fmla="*/ 172 w 283"/>
                  <a:gd name="T63" fmla="*/ 151 h 251"/>
                  <a:gd name="T64" fmla="*/ 173 w 283"/>
                  <a:gd name="T65" fmla="*/ 78 h 251"/>
                  <a:gd name="T66" fmla="*/ 129 w 283"/>
                  <a:gd name="T67" fmla="*/ 63 h 251"/>
                  <a:gd name="T68" fmla="*/ 91 w 283"/>
                  <a:gd name="T69" fmla="*/ 85 h 251"/>
                  <a:gd name="T70" fmla="*/ 66 w 283"/>
                  <a:gd name="T71" fmla="*/ 87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83" h="251">
                    <a:moveTo>
                      <a:pt x="41" y="96"/>
                    </a:moveTo>
                    <a:cubicBezTo>
                      <a:pt x="42" y="94"/>
                      <a:pt x="43" y="92"/>
                      <a:pt x="44" y="91"/>
                    </a:cubicBezTo>
                    <a:cubicBezTo>
                      <a:pt x="48" y="62"/>
                      <a:pt x="54" y="57"/>
                      <a:pt x="83" y="62"/>
                    </a:cubicBezTo>
                    <a:cubicBezTo>
                      <a:pt x="90" y="63"/>
                      <a:pt x="96" y="64"/>
                      <a:pt x="99" y="54"/>
                    </a:cubicBezTo>
                    <a:cubicBezTo>
                      <a:pt x="103" y="41"/>
                      <a:pt x="113" y="36"/>
                      <a:pt x="125" y="39"/>
                    </a:cubicBezTo>
                    <a:cubicBezTo>
                      <a:pt x="146" y="44"/>
                      <a:pt x="166" y="51"/>
                      <a:pt x="187" y="57"/>
                    </a:cubicBezTo>
                    <a:cubicBezTo>
                      <a:pt x="190" y="59"/>
                      <a:pt x="195" y="58"/>
                      <a:pt x="199" y="58"/>
                    </a:cubicBezTo>
                    <a:cubicBezTo>
                      <a:pt x="196" y="54"/>
                      <a:pt x="195" y="49"/>
                      <a:pt x="191" y="47"/>
                    </a:cubicBezTo>
                    <a:cubicBezTo>
                      <a:pt x="180" y="40"/>
                      <a:pt x="167" y="35"/>
                      <a:pt x="155" y="29"/>
                    </a:cubicBezTo>
                    <a:cubicBezTo>
                      <a:pt x="147" y="26"/>
                      <a:pt x="138" y="23"/>
                      <a:pt x="143" y="12"/>
                    </a:cubicBezTo>
                    <a:cubicBezTo>
                      <a:pt x="148" y="2"/>
                      <a:pt x="158" y="0"/>
                      <a:pt x="168" y="6"/>
                    </a:cubicBezTo>
                    <a:cubicBezTo>
                      <a:pt x="181" y="14"/>
                      <a:pt x="194" y="24"/>
                      <a:pt x="206" y="34"/>
                    </a:cubicBezTo>
                    <a:cubicBezTo>
                      <a:pt x="227" y="52"/>
                      <a:pt x="248" y="69"/>
                      <a:pt x="269" y="87"/>
                    </a:cubicBezTo>
                    <a:cubicBezTo>
                      <a:pt x="274" y="92"/>
                      <a:pt x="283" y="97"/>
                      <a:pt x="276" y="105"/>
                    </a:cubicBezTo>
                    <a:cubicBezTo>
                      <a:pt x="272" y="109"/>
                      <a:pt x="261" y="109"/>
                      <a:pt x="255" y="106"/>
                    </a:cubicBezTo>
                    <a:cubicBezTo>
                      <a:pt x="246" y="102"/>
                      <a:pt x="240" y="93"/>
                      <a:pt x="231" y="88"/>
                    </a:cubicBezTo>
                    <a:cubicBezTo>
                      <a:pt x="227" y="86"/>
                      <a:pt x="221" y="88"/>
                      <a:pt x="216" y="88"/>
                    </a:cubicBezTo>
                    <a:cubicBezTo>
                      <a:pt x="218" y="92"/>
                      <a:pt x="219" y="99"/>
                      <a:pt x="222" y="100"/>
                    </a:cubicBezTo>
                    <a:cubicBezTo>
                      <a:pt x="245" y="112"/>
                      <a:pt x="233" y="130"/>
                      <a:pt x="231" y="145"/>
                    </a:cubicBezTo>
                    <a:cubicBezTo>
                      <a:pt x="228" y="159"/>
                      <a:pt x="216" y="166"/>
                      <a:pt x="203" y="166"/>
                    </a:cubicBezTo>
                    <a:cubicBezTo>
                      <a:pt x="186" y="166"/>
                      <a:pt x="168" y="161"/>
                      <a:pt x="151" y="158"/>
                    </a:cubicBezTo>
                    <a:cubicBezTo>
                      <a:pt x="146" y="157"/>
                      <a:pt x="141" y="157"/>
                      <a:pt x="136" y="157"/>
                    </a:cubicBezTo>
                    <a:cubicBezTo>
                      <a:pt x="138" y="162"/>
                      <a:pt x="139" y="168"/>
                      <a:pt x="143" y="171"/>
                    </a:cubicBezTo>
                    <a:cubicBezTo>
                      <a:pt x="159" y="184"/>
                      <a:pt x="176" y="196"/>
                      <a:pt x="192" y="209"/>
                    </a:cubicBezTo>
                    <a:cubicBezTo>
                      <a:pt x="196" y="212"/>
                      <a:pt x="198" y="215"/>
                      <a:pt x="201" y="218"/>
                    </a:cubicBezTo>
                    <a:cubicBezTo>
                      <a:pt x="208" y="224"/>
                      <a:pt x="211" y="232"/>
                      <a:pt x="203" y="239"/>
                    </a:cubicBezTo>
                    <a:cubicBezTo>
                      <a:pt x="195" y="247"/>
                      <a:pt x="186" y="251"/>
                      <a:pt x="176" y="241"/>
                    </a:cubicBezTo>
                    <a:cubicBezTo>
                      <a:pt x="161" y="225"/>
                      <a:pt x="147" y="209"/>
                      <a:pt x="131" y="193"/>
                    </a:cubicBezTo>
                    <a:cubicBezTo>
                      <a:pt x="128" y="189"/>
                      <a:pt x="124" y="184"/>
                      <a:pt x="119" y="183"/>
                    </a:cubicBezTo>
                    <a:cubicBezTo>
                      <a:pt x="113" y="181"/>
                      <a:pt x="107" y="183"/>
                      <a:pt x="100" y="184"/>
                    </a:cubicBezTo>
                    <a:cubicBezTo>
                      <a:pt x="103" y="189"/>
                      <a:pt x="103" y="196"/>
                      <a:pt x="107" y="199"/>
                    </a:cubicBezTo>
                    <a:cubicBezTo>
                      <a:pt x="113" y="205"/>
                      <a:pt x="120" y="208"/>
                      <a:pt x="127" y="213"/>
                    </a:cubicBezTo>
                    <a:cubicBezTo>
                      <a:pt x="135" y="218"/>
                      <a:pt x="140" y="225"/>
                      <a:pt x="134" y="234"/>
                    </a:cubicBezTo>
                    <a:cubicBezTo>
                      <a:pt x="128" y="243"/>
                      <a:pt x="119" y="247"/>
                      <a:pt x="109" y="242"/>
                    </a:cubicBezTo>
                    <a:cubicBezTo>
                      <a:pt x="100" y="237"/>
                      <a:pt x="93" y="229"/>
                      <a:pt x="85" y="223"/>
                    </a:cubicBezTo>
                    <a:cubicBezTo>
                      <a:pt x="71" y="212"/>
                      <a:pt x="64" y="212"/>
                      <a:pt x="52" y="223"/>
                    </a:cubicBezTo>
                    <a:cubicBezTo>
                      <a:pt x="49" y="226"/>
                      <a:pt x="46" y="230"/>
                      <a:pt x="43" y="231"/>
                    </a:cubicBezTo>
                    <a:cubicBezTo>
                      <a:pt x="37" y="233"/>
                      <a:pt x="30" y="233"/>
                      <a:pt x="24" y="234"/>
                    </a:cubicBezTo>
                    <a:cubicBezTo>
                      <a:pt x="24" y="227"/>
                      <a:pt x="22" y="219"/>
                      <a:pt x="25" y="213"/>
                    </a:cubicBezTo>
                    <a:cubicBezTo>
                      <a:pt x="27" y="206"/>
                      <a:pt x="33" y="199"/>
                      <a:pt x="38" y="193"/>
                    </a:cubicBezTo>
                    <a:cubicBezTo>
                      <a:pt x="31" y="189"/>
                      <a:pt x="24" y="184"/>
                      <a:pt x="18" y="180"/>
                    </a:cubicBezTo>
                    <a:cubicBezTo>
                      <a:pt x="15" y="178"/>
                      <a:pt x="11" y="177"/>
                      <a:pt x="10" y="174"/>
                    </a:cubicBezTo>
                    <a:cubicBezTo>
                      <a:pt x="6" y="166"/>
                      <a:pt x="0" y="157"/>
                      <a:pt x="2" y="150"/>
                    </a:cubicBezTo>
                    <a:cubicBezTo>
                      <a:pt x="5" y="140"/>
                      <a:pt x="16" y="144"/>
                      <a:pt x="24" y="147"/>
                    </a:cubicBezTo>
                    <a:cubicBezTo>
                      <a:pt x="37" y="152"/>
                      <a:pt x="50" y="158"/>
                      <a:pt x="63" y="162"/>
                    </a:cubicBezTo>
                    <a:cubicBezTo>
                      <a:pt x="68" y="164"/>
                      <a:pt x="73" y="162"/>
                      <a:pt x="79" y="162"/>
                    </a:cubicBezTo>
                    <a:cubicBezTo>
                      <a:pt x="76" y="157"/>
                      <a:pt x="74" y="150"/>
                      <a:pt x="70" y="147"/>
                    </a:cubicBezTo>
                    <a:cubicBezTo>
                      <a:pt x="53" y="136"/>
                      <a:pt x="36" y="126"/>
                      <a:pt x="20" y="114"/>
                    </a:cubicBezTo>
                    <a:cubicBezTo>
                      <a:pt x="15" y="111"/>
                      <a:pt x="14" y="102"/>
                      <a:pt x="11" y="96"/>
                    </a:cubicBezTo>
                    <a:cubicBezTo>
                      <a:pt x="18" y="95"/>
                      <a:pt x="25" y="94"/>
                      <a:pt x="33" y="93"/>
                    </a:cubicBezTo>
                    <a:cubicBezTo>
                      <a:pt x="35" y="93"/>
                      <a:pt x="38" y="95"/>
                      <a:pt x="41" y="96"/>
                    </a:cubicBezTo>
                    <a:close/>
                    <a:moveTo>
                      <a:pt x="75" y="114"/>
                    </a:moveTo>
                    <a:cubicBezTo>
                      <a:pt x="86" y="120"/>
                      <a:pt x="96" y="126"/>
                      <a:pt x="106" y="131"/>
                    </a:cubicBezTo>
                    <a:cubicBezTo>
                      <a:pt x="109" y="132"/>
                      <a:pt x="114" y="133"/>
                      <a:pt x="116" y="131"/>
                    </a:cubicBezTo>
                    <a:cubicBezTo>
                      <a:pt x="128" y="121"/>
                      <a:pt x="140" y="111"/>
                      <a:pt x="152" y="101"/>
                    </a:cubicBezTo>
                    <a:cubicBezTo>
                      <a:pt x="126" y="82"/>
                      <a:pt x="111" y="85"/>
                      <a:pt x="75" y="114"/>
                    </a:cubicBezTo>
                    <a:close/>
                    <a:moveTo>
                      <a:pt x="172" y="151"/>
                    </a:moveTo>
                    <a:cubicBezTo>
                      <a:pt x="185" y="148"/>
                      <a:pt x="200" y="152"/>
                      <a:pt x="194" y="130"/>
                    </a:cubicBezTo>
                    <a:cubicBezTo>
                      <a:pt x="194" y="127"/>
                      <a:pt x="198" y="123"/>
                      <a:pt x="200" y="119"/>
                    </a:cubicBezTo>
                    <a:cubicBezTo>
                      <a:pt x="202" y="115"/>
                      <a:pt x="203" y="111"/>
                      <a:pt x="204" y="107"/>
                    </a:cubicBezTo>
                    <a:cubicBezTo>
                      <a:pt x="199" y="106"/>
                      <a:pt x="193" y="104"/>
                      <a:pt x="190" y="106"/>
                    </a:cubicBezTo>
                    <a:cubicBezTo>
                      <a:pt x="180" y="111"/>
                      <a:pt x="171" y="117"/>
                      <a:pt x="164" y="125"/>
                    </a:cubicBezTo>
                    <a:cubicBezTo>
                      <a:pt x="159" y="130"/>
                      <a:pt x="157" y="137"/>
                      <a:pt x="154" y="143"/>
                    </a:cubicBezTo>
                    <a:cubicBezTo>
                      <a:pt x="160" y="146"/>
                      <a:pt x="166" y="148"/>
                      <a:pt x="172" y="151"/>
                    </a:cubicBezTo>
                    <a:close/>
                    <a:moveTo>
                      <a:pt x="129" y="63"/>
                    </a:moveTo>
                    <a:cubicBezTo>
                      <a:pt x="135" y="73"/>
                      <a:pt x="165" y="83"/>
                      <a:pt x="173" y="78"/>
                    </a:cubicBezTo>
                    <a:cubicBezTo>
                      <a:pt x="175" y="77"/>
                      <a:pt x="176" y="68"/>
                      <a:pt x="175" y="68"/>
                    </a:cubicBezTo>
                    <a:cubicBezTo>
                      <a:pt x="161" y="62"/>
                      <a:pt x="146" y="56"/>
                      <a:pt x="129" y="63"/>
                    </a:cubicBezTo>
                    <a:close/>
                    <a:moveTo>
                      <a:pt x="77" y="97"/>
                    </a:moveTo>
                    <a:cubicBezTo>
                      <a:pt x="82" y="92"/>
                      <a:pt x="87" y="89"/>
                      <a:pt x="91" y="85"/>
                    </a:cubicBezTo>
                    <a:cubicBezTo>
                      <a:pt x="87" y="83"/>
                      <a:pt x="82" y="79"/>
                      <a:pt x="78" y="79"/>
                    </a:cubicBezTo>
                    <a:cubicBezTo>
                      <a:pt x="74" y="79"/>
                      <a:pt x="70" y="84"/>
                      <a:pt x="66" y="87"/>
                    </a:cubicBezTo>
                    <a:cubicBezTo>
                      <a:pt x="69" y="90"/>
                      <a:pt x="72" y="93"/>
                      <a:pt x="77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Freeform 231"/>
              <p:cNvSpPr>
                <a:spLocks noEditPoints="1"/>
              </p:cNvSpPr>
              <p:nvPr/>
            </p:nvSpPr>
            <p:spPr bwMode="auto">
              <a:xfrm>
                <a:off x="18229263" y="6057900"/>
                <a:ext cx="839787" cy="960438"/>
              </a:xfrm>
              <a:custGeom>
                <a:avLst/>
                <a:gdLst>
                  <a:gd name="T0" fmla="*/ 209 w 266"/>
                  <a:gd name="T1" fmla="*/ 71 h 304"/>
                  <a:gd name="T2" fmla="*/ 210 w 266"/>
                  <a:gd name="T3" fmla="*/ 101 h 304"/>
                  <a:gd name="T4" fmla="*/ 221 w 266"/>
                  <a:gd name="T5" fmla="*/ 114 h 304"/>
                  <a:gd name="T6" fmla="*/ 243 w 266"/>
                  <a:gd name="T7" fmla="*/ 113 h 304"/>
                  <a:gd name="T8" fmla="*/ 262 w 266"/>
                  <a:gd name="T9" fmla="*/ 136 h 304"/>
                  <a:gd name="T10" fmla="*/ 206 w 266"/>
                  <a:gd name="T11" fmla="*/ 196 h 304"/>
                  <a:gd name="T12" fmla="*/ 159 w 266"/>
                  <a:gd name="T13" fmla="*/ 241 h 304"/>
                  <a:gd name="T14" fmla="*/ 147 w 266"/>
                  <a:gd name="T15" fmla="*/ 282 h 304"/>
                  <a:gd name="T16" fmla="*/ 141 w 266"/>
                  <a:gd name="T17" fmla="*/ 296 h 304"/>
                  <a:gd name="T18" fmla="*/ 126 w 266"/>
                  <a:gd name="T19" fmla="*/ 304 h 304"/>
                  <a:gd name="T20" fmla="*/ 120 w 266"/>
                  <a:gd name="T21" fmla="*/ 289 h 304"/>
                  <a:gd name="T22" fmla="*/ 133 w 266"/>
                  <a:gd name="T23" fmla="*/ 225 h 304"/>
                  <a:gd name="T24" fmla="*/ 149 w 266"/>
                  <a:gd name="T25" fmla="*/ 164 h 304"/>
                  <a:gd name="T26" fmla="*/ 148 w 266"/>
                  <a:gd name="T27" fmla="*/ 148 h 304"/>
                  <a:gd name="T28" fmla="*/ 143 w 266"/>
                  <a:gd name="T29" fmla="*/ 147 h 304"/>
                  <a:gd name="T30" fmla="*/ 134 w 266"/>
                  <a:gd name="T31" fmla="*/ 172 h 304"/>
                  <a:gd name="T32" fmla="*/ 118 w 266"/>
                  <a:gd name="T33" fmla="*/ 187 h 304"/>
                  <a:gd name="T34" fmla="*/ 108 w 266"/>
                  <a:gd name="T35" fmla="*/ 166 h 304"/>
                  <a:gd name="T36" fmla="*/ 157 w 266"/>
                  <a:gd name="T37" fmla="*/ 80 h 304"/>
                  <a:gd name="T38" fmla="*/ 169 w 266"/>
                  <a:gd name="T39" fmla="*/ 69 h 304"/>
                  <a:gd name="T40" fmla="*/ 136 w 266"/>
                  <a:gd name="T41" fmla="*/ 75 h 304"/>
                  <a:gd name="T42" fmla="*/ 81 w 266"/>
                  <a:gd name="T43" fmla="*/ 138 h 304"/>
                  <a:gd name="T44" fmla="*/ 66 w 266"/>
                  <a:gd name="T45" fmla="*/ 168 h 304"/>
                  <a:gd name="T46" fmla="*/ 47 w 266"/>
                  <a:gd name="T47" fmla="*/ 172 h 304"/>
                  <a:gd name="T48" fmla="*/ 46 w 266"/>
                  <a:gd name="T49" fmla="*/ 153 h 304"/>
                  <a:gd name="T50" fmla="*/ 58 w 266"/>
                  <a:gd name="T51" fmla="*/ 138 h 304"/>
                  <a:gd name="T52" fmla="*/ 66 w 266"/>
                  <a:gd name="T53" fmla="*/ 125 h 304"/>
                  <a:gd name="T54" fmla="*/ 39 w 266"/>
                  <a:gd name="T55" fmla="*/ 119 h 304"/>
                  <a:gd name="T56" fmla="*/ 30 w 266"/>
                  <a:gd name="T57" fmla="*/ 126 h 304"/>
                  <a:gd name="T58" fmla="*/ 23 w 266"/>
                  <a:gd name="T59" fmla="*/ 159 h 304"/>
                  <a:gd name="T60" fmla="*/ 18 w 266"/>
                  <a:gd name="T61" fmla="*/ 182 h 304"/>
                  <a:gd name="T62" fmla="*/ 12 w 266"/>
                  <a:gd name="T63" fmla="*/ 183 h 304"/>
                  <a:gd name="T64" fmla="*/ 6 w 266"/>
                  <a:gd name="T65" fmla="*/ 167 h 304"/>
                  <a:gd name="T66" fmla="*/ 20 w 266"/>
                  <a:gd name="T67" fmla="*/ 81 h 304"/>
                  <a:gd name="T68" fmla="*/ 50 w 266"/>
                  <a:gd name="T69" fmla="*/ 21 h 304"/>
                  <a:gd name="T70" fmla="*/ 115 w 266"/>
                  <a:gd name="T71" fmla="*/ 22 h 304"/>
                  <a:gd name="T72" fmla="*/ 99 w 266"/>
                  <a:gd name="T73" fmla="*/ 72 h 304"/>
                  <a:gd name="T74" fmla="*/ 77 w 266"/>
                  <a:gd name="T75" fmla="*/ 85 h 304"/>
                  <a:gd name="T76" fmla="*/ 103 w 266"/>
                  <a:gd name="T77" fmla="*/ 88 h 304"/>
                  <a:gd name="T78" fmla="*/ 139 w 266"/>
                  <a:gd name="T79" fmla="*/ 44 h 304"/>
                  <a:gd name="T80" fmla="*/ 158 w 266"/>
                  <a:gd name="T81" fmla="*/ 36 h 304"/>
                  <a:gd name="T82" fmla="*/ 240 w 266"/>
                  <a:gd name="T83" fmla="*/ 41 h 304"/>
                  <a:gd name="T84" fmla="*/ 255 w 266"/>
                  <a:gd name="T85" fmla="*/ 55 h 304"/>
                  <a:gd name="T86" fmla="*/ 238 w 266"/>
                  <a:gd name="T87" fmla="*/ 70 h 304"/>
                  <a:gd name="T88" fmla="*/ 209 w 266"/>
                  <a:gd name="T89" fmla="*/ 71 h 304"/>
                  <a:gd name="T90" fmla="*/ 90 w 266"/>
                  <a:gd name="T91" fmla="*/ 39 h 304"/>
                  <a:gd name="T92" fmla="*/ 46 w 266"/>
                  <a:gd name="T93" fmla="*/ 79 h 304"/>
                  <a:gd name="T94" fmla="*/ 43 w 266"/>
                  <a:gd name="T95" fmla="*/ 105 h 304"/>
                  <a:gd name="T96" fmla="*/ 90 w 266"/>
                  <a:gd name="T97" fmla="*/ 39 h 304"/>
                  <a:gd name="T98" fmla="*/ 209 w 266"/>
                  <a:gd name="T99" fmla="*/ 138 h 304"/>
                  <a:gd name="T100" fmla="*/ 188 w 266"/>
                  <a:gd name="T101" fmla="*/ 163 h 304"/>
                  <a:gd name="T102" fmla="*/ 197 w 266"/>
                  <a:gd name="T103" fmla="*/ 173 h 304"/>
                  <a:gd name="T104" fmla="*/ 227 w 266"/>
                  <a:gd name="T105" fmla="*/ 150 h 304"/>
                  <a:gd name="T106" fmla="*/ 209 w 266"/>
                  <a:gd name="T107" fmla="*/ 138 h 304"/>
                  <a:gd name="T108" fmla="*/ 179 w 266"/>
                  <a:gd name="T109" fmla="*/ 83 h 304"/>
                  <a:gd name="T110" fmla="*/ 150 w 266"/>
                  <a:gd name="T111" fmla="*/ 114 h 304"/>
                  <a:gd name="T112" fmla="*/ 179 w 266"/>
                  <a:gd name="T113" fmla="*/ 83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66" h="304">
                    <a:moveTo>
                      <a:pt x="209" y="71"/>
                    </a:moveTo>
                    <a:cubicBezTo>
                      <a:pt x="209" y="83"/>
                      <a:pt x="211" y="92"/>
                      <a:pt x="210" y="101"/>
                    </a:cubicBezTo>
                    <a:cubicBezTo>
                      <a:pt x="208" y="111"/>
                      <a:pt x="212" y="114"/>
                      <a:pt x="221" y="114"/>
                    </a:cubicBezTo>
                    <a:cubicBezTo>
                      <a:pt x="228" y="113"/>
                      <a:pt x="236" y="112"/>
                      <a:pt x="243" y="113"/>
                    </a:cubicBezTo>
                    <a:cubicBezTo>
                      <a:pt x="258" y="113"/>
                      <a:pt x="266" y="122"/>
                      <a:pt x="262" y="136"/>
                    </a:cubicBezTo>
                    <a:cubicBezTo>
                      <a:pt x="254" y="166"/>
                      <a:pt x="237" y="189"/>
                      <a:pt x="206" y="196"/>
                    </a:cubicBezTo>
                    <a:cubicBezTo>
                      <a:pt x="181" y="202"/>
                      <a:pt x="165" y="215"/>
                      <a:pt x="159" y="241"/>
                    </a:cubicBezTo>
                    <a:cubicBezTo>
                      <a:pt x="156" y="255"/>
                      <a:pt x="151" y="268"/>
                      <a:pt x="147" y="282"/>
                    </a:cubicBezTo>
                    <a:cubicBezTo>
                      <a:pt x="145" y="287"/>
                      <a:pt x="144" y="292"/>
                      <a:pt x="141" y="296"/>
                    </a:cubicBezTo>
                    <a:cubicBezTo>
                      <a:pt x="137" y="299"/>
                      <a:pt x="131" y="301"/>
                      <a:pt x="126" y="304"/>
                    </a:cubicBezTo>
                    <a:cubicBezTo>
                      <a:pt x="124" y="299"/>
                      <a:pt x="119" y="293"/>
                      <a:pt x="120" y="289"/>
                    </a:cubicBezTo>
                    <a:cubicBezTo>
                      <a:pt x="123" y="267"/>
                      <a:pt x="128" y="246"/>
                      <a:pt x="133" y="225"/>
                    </a:cubicBezTo>
                    <a:cubicBezTo>
                      <a:pt x="138" y="204"/>
                      <a:pt x="144" y="184"/>
                      <a:pt x="149" y="164"/>
                    </a:cubicBezTo>
                    <a:cubicBezTo>
                      <a:pt x="150" y="159"/>
                      <a:pt x="149" y="153"/>
                      <a:pt x="148" y="148"/>
                    </a:cubicBezTo>
                    <a:cubicBezTo>
                      <a:pt x="147" y="147"/>
                      <a:pt x="145" y="147"/>
                      <a:pt x="143" y="147"/>
                    </a:cubicBezTo>
                    <a:cubicBezTo>
                      <a:pt x="140" y="155"/>
                      <a:pt x="137" y="164"/>
                      <a:pt x="134" y="172"/>
                    </a:cubicBezTo>
                    <a:cubicBezTo>
                      <a:pt x="131" y="180"/>
                      <a:pt x="128" y="189"/>
                      <a:pt x="118" y="187"/>
                    </a:cubicBezTo>
                    <a:cubicBezTo>
                      <a:pt x="107" y="184"/>
                      <a:pt x="107" y="175"/>
                      <a:pt x="108" y="166"/>
                    </a:cubicBezTo>
                    <a:cubicBezTo>
                      <a:pt x="112" y="130"/>
                      <a:pt x="124" y="99"/>
                      <a:pt x="157" y="80"/>
                    </a:cubicBezTo>
                    <a:cubicBezTo>
                      <a:pt x="161" y="77"/>
                      <a:pt x="165" y="73"/>
                      <a:pt x="169" y="69"/>
                    </a:cubicBezTo>
                    <a:cubicBezTo>
                      <a:pt x="155" y="60"/>
                      <a:pt x="144" y="67"/>
                      <a:pt x="136" y="75"/>
                    </a:cubicBezTo>
                    <a:cubicBezTo>
                      <a:pt x="117" y="95"/>
                      <a:pt x="98" y="116"/>
                      <a:pt x="81" y="138"/>
                    </a:cubicBezTo>
                    <a:cubicBezTo>
                      <a:pt x="74" y="147"/>
                      <a:pt x="72" y="158"/>
                      <a:pt x="66" y="168"/>
                    </a:cubicBezTo>
                    <a:cubicBezTo>
                      <a:pt x="62" y="174"/>
                      <a:pt x="54" y="180"/>
                      <a:pt x="47" y="172"/>
                    </a:cubicBezTo>
                    <a:cubicBezTo>
                      <a:pt x="44" y="168"/>
                      <a:pt x="44" y="159"/>
                      <a:pt x="46" y="153"/>
                    </a:cubicBezTo>
                    <a:cubicBezTo>
                      <a:pt x="48" y="147"/>
                      <a:pt x="54" y="143"/>
                      <a:pt x="58" y="138"/>
                    </a:cubicBezTo>
                    <a:cubicBezTo>
                      <a:pt x="62" y="134"/>
                      <a:pt x="64" y="129"/>
                      <a:pt x="66" y="125"/>
                    </a:cubicBezTo>
                    <a:cubicBezTo>
                      <a:pt x="56" y="123"/>
                      <a:pt x="48" y="120"/>
                      <a:pt x="39" y="119"/>
                    </a:cubicBezTo>
                    <a:cubicBezTo>
                      <a:pt x="36" y="119"/>
                      <a:pt x="31" y="123"/>
                      <a:pt x="30" y="126"/>
                    </a:cubicBezTo>
                    <a:cubicBezTo>
                      <a:pt x="27" y="137"/>
                      <a:pt x="25" y="148"/>
                      <a:pt x="23" y="159"/>
                    </a:cubicBezTo>
                    <a:cubicBezTo>
                      <a:pt x="21" y="167"/>
                      <a:pt x="20" y="174"/>
                      <a:pt x="18" y="182"/>
                    </a:cubicBezTo>
                    <a:cubicBezTo>
                      <a:pt x="16" y="182"/>
                      <a:pt x="14" y="183"/>
                      <a:pt x="12" y="183"/>
                    </a:cubicBezTo>
                    <a:cubicBezTo>
                      <a:pt x="10" y="178"/>
                      <a:pt x="8" y="173"/>
                      <a:pt x="6" y="167"/>
                    </a:cubicBezTo>
                    <a:cubicBezTo>
                      <a:pt x="0" y="137"/>
                      <a:pt x="9" y="109"/>
                      <a:pt x="20" y="81"/>
                    </a:cubicBezTo>
                    <a:cubicBezTo>
                      <a:pt x="28" y="60"/>
                      <a:pt x="39" y="40"/>
                      <a:pt x="50" y="21"/>
                    </a:cubicBezTo>
                    <a:cubicBezTo>
                      <a:pt x="62" y="0"/>
                      <a:pt x="103" y="1"/>
                      <a:pt x="115" y="22"/>
                    </a:cubicBezTo>
                    <a:cubicBezTo>
                      <a:pt x="121" y="33"/>
                      <a:pt x="112" y="62"/>
                      <a:pt x="99" y="72"/>
                    </a:cubicBezTo>
                    <a:cubicBezTo>
                      <a:pt x="92" y="77"/>
                      <a:pt x="84" y="80"/>
                      <a:pt x="77" y="85"/>
                    </a:cubicBezTo>
                    <a:cubicBezTo>
                      <a:pt x="86" y="99"/>
                      <a:pt x="93" y="100"/>
                      <a:pt x="103" y="88"/>
                    </a:cubicBezTo>
                    <a:cubicBezTo>
                      <a:pt x="114" y="73"/>
                      <a:pt x="126" y="58"/>
                      <a:pt x="139" y="44"/>
                    </a:cubicBezTo>
                    <a:cubicBezTo>
                      <a:pt x="143" y="40"/>
                      <a:pt x="152" y="35"/>
                      <a:pt x="158" y="36"/>
                    </a:cubicBezTo>
                    <a:cubicBezTo>
                      <a:pt x="186" y="36"/>
                      <a:pt x="213" y="38"/>
                      <a:pt x="240" y="41"/>
                    </a:cubicBezTo>
                    <a:cubicBezTo>
                      <a:pt x="246" y="42"/>
                      <a:pt x="250" y="50"/>
                      <a:pt x="255" y="55"/>
                    </a:cubicBezTo>
                    <a:cubicBezTo>
                      <a:pt x="250" y="60"/>
                      <a:pt x="245" y="68"/>
                      <a:pt x="238" y="70"/>
                    </a:cubicBezTo>
                    <a:cubicBezTo>
                      <a:pt x="228" y="73"/>
                      <a:pt x="217" y="71"/>
                      <a:pt x="209" y="71"/>
                    </a:cubicBezTo>
                    <a:close/>
                    <a:moveTo>
                      <a:pt x="90" y="39"/>
                    </a:moveTo>
                    <a:cubicBezTo>
                      <a:pt x="61" y="41"/>
                      <a:pt x="56" y="63"/>
                      <a:pt x="46" y="79"/>
                    </a:cubicBezTo>
                    <a:cubicBezTo>
                      <a:pt x="40" y="86"/>
                      <a:pt x="35" y="96"/>
                      <a:pt x="43" y="105"/>
                    </a:cubicBezTo>
                    <a:cubicBezTo>
                      <a:pt x="71" y="92"/>
                      <a:pt x="76" y="65"/>
                      <a:pt x="90" y="39"/>
                    </a:cubicBezTo>
                    <a:close/>
                    <a:moveTo>
                      <a:pt x="209" y="138"/>
                    </a:moveTo>
                    <a:cubicBezTo>
                      <a:pt x="195" y="140"/>
                      <a:pt x="187" y="149"/>
                      <a:pt x="188" y="163"/>
                    </a:cubicBezTo>
                    <a:cubicBezTo>
                      <a:pt x="188" y="167"/>
                      <a:pt x="193" y="173"/>
                      <a:pt x="197" y="173"/>
                    </a:cubicBezTo>
                    <a:cubicBezTo>
                      <a:pt x="209" y="175"/>
                      <a:pt x="230" y="159"/>
                      <a:pt x="227" y="150"/>
                    </a:cubicBezTo>
                    <a:cubicBezTo>
                      <a:pt x="225" y="144"/>
                      <a:pt x="215" y="142"/>
                      <a:pt x="209" y="138"/>
                    </a:cubicBezTo>
                    <a:close/>
                    <a:moveTo>
                      <a:pt x="179" y="83"/>
                    </a:moveTo>
                    <a:cubicBezTo>
                      <a:pt x="162" y="89"/>
                      <a:pt x="150" y="102"/>
                      <a:pt x="150" y="114"/>
                    </a:cubicBezTo>
                    <a:cubicBezTo>
                      <a:pt x="164" y="112"/>
                      <a:pt x="177" y="98"/>
                      <a:pt x="179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3" name="Freeform 232"/>
              <p:cNvSpPr/>
              <p:nvPr/>
            </p:nvSpPr>
            <p:spPr bwMode="auto">
              <a:xfrm>
                <a:off x="22067838" y="-388937"/>
                <a:ext cx="906462" cy="855663"/>
              </a:xfrm>
              <a:custGeom>
                <a:avLst/>
                <a:gdLst>
                  <a:gd name="T0" fmla="*/ 131 w 287"/>
                  <a:gd name="T1" fmla="*/ 205 h 271"/>
                  <a:gd name="T2" fmla="*/ 176 w 287"/>
                  <a:gd name="T3" fmla="*/ 170 h 271"/>
                  <a:gd name="T4" fmla="*/ 253 w 287"/>
                  <a:gd name="T5" fmla="*/ 108 h 271"/>
                  <a:gd name="T6" fmla="*/ 277 w 287"/>
                  <a:gd name="T7" fmla="*/ 112 h 271"/>
                  <a:gd name="T8" fmla="*/ 276 w 287"/>
                  <a:gd name="T9" fmla="*/ 137 h 271"/>
                  <a:gd name="T10" fmla="*/ 129 w 287"/>
                  <a:gd name="T11" fmla="*/ 253 h 271"/>
                  <a:gd name="T12" fmla="*/ 89 w 287"/>
                  <a:gd name="T13" fmla="*/ 248 h 271"/>
                  <a:gd name="T14" fmla="*/ 87 w 287"/>
                  <a:gd name="T15" fmla="*/ 215 h 271"/>
                  <a:gd name="T16" fmla="*/ 158 w 287"/>
                  <a:gd name="T17" fmla="*/ 82 h 271"/>
                  <a:gd name="T18" fmla="*/ 164 w 287"/>
                  <a:gd name="T19" fmla="*/ 68 h 271"/>
                  <a:gd name="T20" fmla="*/ 160 w 287"/>
                  <a:gd name="T21" fmla="*/ 65 h 271"/>
                  <a:gd name="T22" fmla="*/ 123 w 287"/>
                  <a:gd name="T23" fmla="*/ 94 h 271"/>
                  <a:gd name="T24" fmla="*/ 37 w 287"/>
                  <a:gd name="T25" fmla="*/ 164 h 271"/>
                  <a:gd name="T26" fmla="*/ 19 w 287"/>
                  <a:gd name="T27" fmla="*/ 160 h 271"/>
                  <a:gd name="T28" fmla="*/ 13 w 287"/>
                  <a:gd name="T29" fmla="*/ 136 h 271"/>
                  <a:gd name="T30" fmla="*/ 173 w 287"/>
                  <a:gd name="T31" fmla="*/ 7 h 271"/>
                  <a:gd name="T32" fmla="*/ 193 w 287"/>
                  <a:gd name="T33" fmla="*/ 10 h 271"/>
                  <a:gd name="T34" fmla="*/ 199 w 287"/>
                  <a:gd name="T35" fmla="*/ 66 h 271"/>
                  <a:gd name="T36" fmla="*/ 134 w 287"/>
                  <a:gd name="T37" fmla="*/ 187 h 271"/>
                  <a:gd name="T38" fmla="*/ 127 w 287"/>
                  <a:gd name="T39" fmla="*/ 202 h 271"/>
                  <a:gd name="T40" fmla="*/ 131 w 287"/>
                  <a:gd name="T41" fmla="*/ 205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7" h="271">
                    <a:moveTo>
                      <a:pt x="131" y="205"/>
                    </a:moveTo>
                    <a:cubicBezTo>
                      <a:pt x="146" y="194"/>
                      <a:pt x="161" y="182"/>
                      <a:pt x="176" y="170"/>
                    </a:cubicBezTo>
                    <a:cubicBezTo>
                      <a:pt x="202" y="149"/>
                      <a:pt x="228" y="129"/>
                      <a:pt x="253" y="108"/>
                    </a:cubicBezTo>
                    <a:cubicBezTo>
                      <a:pt x="264" y="97"/>
                      <a:pt x="269" y="104"/>
                      <a:pt x="277" y="112"/>
                    </a:cubicBezTo>
                    <a:cubicBezTo>
                      <a:pt x="285" y="121"/>
                      <a:pt x="287" y="128"/>
                      <a:pt x="276" y="137"/>
                    </a:cubicBezTo>
                    <a:cubicBezTo>
                      <a:pt x="227" y="176"/>
                      <a:pt x="178" y="215"/>
                      <a:pt x="129" y="253"/>
                    </a:cubicBezTo>
                    <a:cubicBezTo>
                      <a:pt x="107" y="271"/>
                      <a:pt x="108" y="270"/>
                      <a:pt x="89" y="248"/>
                    </a:cubicBezTo>
                    <a:cubicBezTo>
                      <a:pt x="80" y="237"/>
                      <a:pt x="79" y="228"/>
                      <a:pt x="87" y="215"/>
                    </a:cubicBezTo>
                    <a:cubicBezTo>
                      <a:pt x="111" y="171"/>
                      <a:pt x="135" y="126"/>
                      <a:pt x="158" y="82"/>
                    </a:cubicBezTo>
                    <a:cubicBezTo>
                      <a:pt x="161" y="77"/>
                      <a:pt x="162" y="72"/>
                      <a:pt x="164" y="68"/>
                    </a:cubicBezTo>
                    <a:cubicBezTo>
                      <a:pt x="162" y="67"/>
                      <a:pt x="161" y="66"/>
                      <a:pt x="160" y="65"/>
                    </a:cubicBezTo>
                    <a:cubicBezTo>
                      <a:pt x="148" y="75"/>
                      <a:pt x="135" y="84"/>
                      <a:pt x="123" y="94"/>
                    </a:cubicBezTo>
                    <a:cubicBezTo>
                      <a:pt x="94" y="117"/>
                      <a:pt x="66" y="140"/>
                      <a:pt x="37" y="164"/>
                    </a:cubicBezTo>
                    <a:cubicBezTo>
                      <a:pt x="29" y="171"/>
                      <a:pt x="23" y="168"/>
                      <a:pt x="19" y="160"/>
                    </a:cubicBezTo>
                    <a:cubicBezTo>
                      <a:pt x="15" y="153"/>
                      <a:pt x="0" y="147"/>
                      <a:pt x="13" y="136"/>
                    </a:cubicBezTo>
                    <a:cubicBezTo>
                      <a:pt x="66" y="93"/>
                      <a:pt x="120" y="50"/>
                      <a:pt x="173" y="7"/>
                    </a:cubicBezTo>
                    <a:cubicBezTo>
                      <a:pt x="182" y="0"/>
                      <a:pt x="186" y="2"/>
                      <a:pt x="193" y="10"/>
                    </a:cubicBezTo>
                    <a:cubicBezTo>
                      <a:pt x="214" y="36"/>
                      <a:pt x="214" y="36"/>
                      <a:pt x="199" y="66"/>
                    </a:cubicBezTo>
                    <a:cubicBezTo>
                      <a:pt x="177" y="107"/>
                      <a:pt x="156" y="147"/>
                      <a:pt x="134" y="187"/>
                    </a:cubicBezTo>
                    <a:cubicBezTo>
                      <a:pt x="132" y="192"/>
                      <a:pt x="129" y="197"/>
                      <a:pt x="127" y="202"/>
                    </a:cubicBezTo>
                    <a:cubicBezTo>
                      <a:pt x="128" y="203"/>
                      <a:pt x="130" y="204"/>
                      <a:pt x="131" y="2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4" name="Freeform 233"/>
              <p:cNvSpPr/>
              <p:nvPr/>
            </p:nvSpPr>
            <p:spPr bwMode="auto">
              <a:xfrm>
                <a:off x="17345025" y="-1531937"/>
                <a:ext cx="766762" cy="874713"/>
              </a:xfrm>
              <a:custGeom>
                <a:avLst/>
                <a:gdLst>
                  <a:gd name="T0" fmla="*/ 57 w 243"/>
                  <a:gd name="T1" fmla="*/ 107 h 277"/>
                  <a:gd name="T2" fmla="*/ 128 w 243"/>
                  <a:gd name="T3" fmla="*/ 261 h 277"/>
                  <a:gd name="T4" fmla="*/ 95 w 243"/>
                  <a:gd name="T5" fmla="*/ 277 h 277"/>
                  <a:gd name="T6" fmla="*/ 64 w 243"/>
                  <a:gd name="T7" fmla="*/ 211 h 277"/>
                  <a:gd name="T8" fmla="*/ 6 w 243"/>
                  <a:gd name="T9" fmla="*/ 85 h 277"/>
                  <a:gd name="T10" fmla="*/ 16 w 243"/>
                  <a:gd name="T11" fmla="*/ 60 h 277"/>
                  <a:gd name="T12" fmla="*/ 28 w 243"/>
                  <a:gd name="T13" fmla="*/ 55 h 277"/>
                  <a:gd name="T14" fmla="*/ 57 w 243"/>
                  <a:gd name="T15" fmla="*/ 60 h 277"/>
                  <a:gd name="T16" fmla="*/ 171 w 243"/>
                  <a:gd name="T17" fmla="*/ 164 h 277"/>
                  <a:gd name="T18" fmla="*/ 184 w 243"/>
                  <a:gd name="T19" fmla="*/ 170 h 277"/>
                  <a:gd name="T20" fmla="*/ 181 w 243"/>
                  <a:gd name="T21" fmla="*/ 158 h 277"/>
                  <a:gd name="T22" fmla="*/ 125 w 243"/>
                  <a:gd name="T23" fmla="*/ 37 h 277"/>
                  <a:gd name="T24" fmla="*/ 135 w 243"/>
                  <a:gd name="T25" fmla="*/ 5 h 277"/>
                  <a:gd name="T26" fmla="*/ 156 w 243"/>
                  <a:gd name="T27" fmla="*/ 14 h 277"/>
                  <a:gd name="T28" fmla="*/ 239 w 243"/>
                  <a:gd name="T29" fmla="*/ 194 h 277"/>
                  <a:gd name="T30" fmla="*/ 232 w 243"/>
                  <a:gd name="T31" fmla="*/ 214 h 277"/>
                  <a:gd name="T32" fmla="*/ 175 w 243"/>
                  <a:gd name="T33" fmla="*/ 205 h 277"/>
                  <a:gd name="T34" fmla="*/ 70 w 243"/>
                  <a:gd name="T35" fmla="*/ 110 h 277"/>
                  <a:gd name="T36" fmla="*/ 62 w 243"/>
                  <a:gd name="T37" fmla="*/ 104 h 277"/>
                  <a:gd name="T38" fmla="*/ 57 w 243"/>
                  <a:gd name="T39" fmla="*/ 10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43" h="277">
                    <a:moveTo>
                      <a:pt x="57" y="107"/>
                    </a:moveTo>
                    <a:cubicBezTo>
                      <a:pt x="81" y="158"/>
                      <a:pt x="104" y="209"/>
                      <a:pt x="128" y="261"/>
                    </a:cubicBezTo>
                    <a:cubicBezTo>
                      <a:pt x="116" y="267"/>
                      <a:pt x="106" y="271"/>
                      <a:pt x="95" y="277"/>
                    </a:cubicBezTo>
                    <a:cubicBezTo>
                      <a:pt x="84" y="254"/>
                      <a:pt x="74" y="233"/>
                      <a:pt x="64" y="211"/>
                    </a:cubicBezTo>
                    <a:cubicBezTo>
                      <a:pt x="45" y="169"/>
                      <a:pt x="26" y="127"/>
                      <a:pt x="6" y="85"/>
                    </a:cubicBezTo>
                    <a:cubicBezTo>
                      <a:pt x="0" y="72"/>
                      <a:pt x="1" y="64"/>
                      <a:pt x="16" y="60"/>
                    </a:cubicBezTo>
                    <a:cubicBezTo>
                      <a:pt x="20" y="59"/>
                      <a:pt x="24" y="57"/>
                      <a:pt x="28" y="55"/>
                    </a:cubicBezTo>
                    <a:cubicBezTo>
                      <a:pt x="39" y="48"/>
                      <a:pt x="48" y="51"/>
                      <a:pt x="57" y="60"/>
                    </a:cubicBezTo>
                    <a:cubicBezTo>
                      <a:pt x="95" y="95"/>
                      <a:pt x="133" y="129"/>
                      <a:pt x="171" y="164"/>
                    </a:cubicBezTo>
                    <a:cubicBezTo>
                      <a:pt x="174" y="167"/>
                      <a:pt x="178" y="169"/>
                      <a:pt x="184" y="170"/>
                    </a:cubicBezTo>
                    <a:cubicBezTo>
                      <a:pt x="183" y="166"/>
                      <a:pt x="183" y="162"/>
                      <a:pt x="181" y="158"/>
                    </a:cubicBezTo>
                    <a:cubicBezTo>
                      <a:pt x="162" y="117"/>
                      <a:pt x="144" y="77"/>
                      <a:pt x="125" y="37"/>
                    </a:cubicBezTo>
                    <a:cubicBezTo>
                      <a:pt x="115" y="15"/>
                      <a:pt x="115" y="15"/>
                      <a:pt x="135" y="5"/>
                    </a:cubicBezTo>
                    <a:cubicBezTo>
                      <a:pt x="146" y="0"/>
                      <a:pt x="151" y="3"/>
                      <a:pt x="156" y="14"/>
                    </a:cubicBezTo>
                    <a:cubicBezTo>
                      <a:pt x="183" y="75"/>
                      <a:pt x="211" y="134"/>
                      <a:pt x="239" y="194"/>
                    </a:cubicBezTo>
                    <a:cubicBezTo>
                      <a:pt x="243" y="203"/>
                      <a:pt x="243" y="209"/>
                      <a:pt x="232" y="214"/>
                    </a:cubicBezTo>
                    <a:cubicBezTo>
                      <a:pt x="200" y="229"/>
                      <a:pt x="201" y="229"/>
                      <a:pt x="175" y="205"/>
                    </a:cubicBezTo>
                    <a:cubicBezTo>
                      <a:pt x="140" y="174"/>
                      <a:pt x="105" y="142"/>
                      <a:pt x="70" y="110"/>
                    </a:cubicBezTo>
                    <a:cubicBezTo>
                      <a:pt x="67" y="108"/>
                      <a:pt x="64" y="106"/>
                      <a:pt x="62" y="104"/>
                    </a:cubicBezTo>
                    <a:cubicBezTo>
                      <a:pt x="60" y="105"/>
                      <a:pt x="59" y="106"/>
                      <a:pt x="5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Freeform 234"/>
              <p:cNvSpPr/>
              <p:nvPr/>
            </p:nvSpPr>
            <p:spPr bwMode="auto">
              <a:xfrm>
                <a:off x="15898813" y="-490537"/>
                <a:ext cx="871537" cy="879475"/>
              </a:xfrm>
              <a:custGeom>
                <a:avLst/>
                <a:gdLst>
                  <a:gd name="T0" fmla="*/ 69 w 276"/>
                  <a:gd name="T1" fmla="*/ 141 h 278"/>
                  <a:gd name="T2" fmla="*/ 105 w 276"/>
                  <a:gd name="T3" fmla="*/ 172 h 278"/>
                  <a:gd name="T4" fmla="*/ 184 w 276"/>
                  <a:gd name="T5" fmla="*/ 239 h 278"/>
                  <a:gd name="T6" fmla="*/ 189 w 276"/>
                  <a:gd name="T7" fmla="*/ 261 h 278"/>
                  <a:gd name="T8" fmla="*/ 161 w 276"/>
                  <a:gd name="T9" fmla="*/ 267 h 278"/>
                  <a:gd name="T10" fmla="*/ 73 w 276"/>
                  <a:gd name="T11" fmla="*/ 193 h 278"/>
                  <a:gd name="T12" fmla="*/ 9 w 276"/>
                  <a:gd name="T13" fmla="*/ 139 h 278"/>
                  <a:gd name="T14" fmla="*/ 8 w 276"/>
                  <a:gd name="T15" fmla="*/ 118 h 278"/>
                  <a:gd name="T16" fmla="*/ 61 w 276"/>
                  <a:gd name="T17" fmla="*/ 102 h 278"/>
                  <a:gd name="T18" fmla="*/ 199 w 276"/>
                  <a:gd name="T19" fmla="*/ 145 h 278"/>
                  <a:gd name="T20" fmla="*/ 210 w 276"/>
                  <a:gd name="T21" fmla="*/ 147 h 278"/>
                  <a:gd name="T22" fmla="*/ 212 w 276"/>
                  <a:gd name="T23" fmla="*/ 143 h 278"/>
                  <a:gd name="T24" fmla="*/ 157 w 276"/>
                  <a:gd name="T25" fmla="*/ 95 h 278"/>
                  <a:gd name="T26" fmla="*/ 92 w 276"/>
                  <a:gd name="T27" fmla="*/ 40 h 278"/>
                  <a:gd name="T28" fmla="*/ 91 w 276"/>
                  <a:gd name="T29" fmla="*/ 21 h 278"/>
                  <a:gd name="T30" fmla="*/ 115 w 276"/>
                  <a:gd name="T31" fmla="*/ 12 h 278"/>
                  <a:gd name="T32" fmla="*/ 272 w 276"/>
                  <a:gd name="T33" fmla="*/ 147 h 278"/>
                  <a:gd name="T34" fmla="*/ 274 w 276"/>
                  <a:gd name="T35" fmla="*/ 160 h 278"/>
                  <a:gd name="T36" fmla="*/ 253 w 276"/>
                  <a:gd name="T37" fmla="*/ 185 h 278"/>
                  <a:gd name="T38" fmla="*/ 241 w 276"/>
                  <a:gd name="T39" fmla="*/ 187 h 278"/>
                  <a:gd name="T40" fmla="*/ 144 w 276"/>
                  <a:gd name="T41" fmla="*/ 157 h 278"/>
                  <a:gd name="T42" fmla="*/ 78 w 276"/>
                  <a:gd name="T43" fmla="*/ 137 h 278"/>
                  <a:gd name="T44" fmla="*/ 71 w 276"/>
                  <a:gd name="T45" fmla="*/ 137 h 278"/>
                  <a:gd name="T46" fmla="*/ 69 w 276"/>
                  <a:gd name="T47" fmla="*/ 141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6" h="278">
                    <a:moveTo>
                      <a:pt x="69" y="141"/>
                    </a:moveTo>
                    <a:cubicBezTo>
                      <a:pt x="81" y="151"/>
                      <a:pt x="93" y="161"/>
                      <a:pt x="105" y="172"/>
                    </a:cubicBezTo>
                    <a:cubicBezTo>
                      <a:pt x="131" y="194"/>
                      <a:pt x="158" y="217"/>
                      <a:pt x="184" y="239"/>
                    </a:cubicBezTo>
                    <a:cubicBezTo>
                      <a:pt x="192" y="246"/>
                      <a:pt x="198" y="250"/>
                      <a:pt x="189" y="261"/>
                    </a:cubicBezTo>
                    <a:cubicBezTo>
                      <a:pt x="175" y="277"/>
                      <a:pt x="175" y="278"/>
                      <a:pt x="161" y="267"/>
                    </a:cubicBezTo>
                    <a:cubicBezTo>
                      <a:pt x="132" y="243"/>
                      <a:pt x="103" y="218"/>
                      <a:pt x="73" y="193"/>
                    </a:cubicBezTo>
                    <a:cubicBezTo>
                      <a:pt x="52" y="175"/>
                      <a:pt x="31" y="157"/>
                      <a:pt x="9" y="139"/>
                    </a:cubicBezTo>
                    <a:cubicBezTo>
                      <a:pt x="1" y="132"/>
                      <a:pt x="0" y="127"/>
                      <a:pt x="8" y="118"/>
                    </a:cubicBezTo>
                    <a:cubicBezTo>
                      <a:pt x="34" y="88"/>
                      <a:pt x="28" y="92"/>
                      <a:pt x="61" y="102"/>
                    </a:cubicBezTo>
                    <a:cubicBezTo>
                      <a:pt x="107" y="116"/>
                      <a:pt x="153" y="131"/>
                      <a:pt x="199" y="145"/>
                    </a:cubicBezTo>
                    <a:cubicBezTo>
                      <a:pt x="202" y="146"/>
                      <a:pt x="206" y="146"/>
                      <a:pt x="210" y="147"/>
                    </a:cubicBezTo>
                    <a:cubicBezTo>
                      <a:pt x="211" y="145"/>
                      <a:pt x="212" y="144"/>
                      <a:pt x="212" y="143"/>
                    </a:cubicBezTo>
                    <a:cubicBezTo>
                      <a:pt x="194" y="127"/>
                      <a:pt x="176" y="111"/>
                      <a:pt x="157" y="95"/>
                    </a:cubicBezTo>
                    <a:cubicBezTo>
                      <a:pt x="136" y="77"/>
                      <a:pt x="114" y="58"/>
                      <a:pt x="92" y="40"/>
                    </a:cubicBezTo>
                    <a:cubicBezTo>
                      <a:pt x="84" y="34"/>
                      <a:pt x="82" y="28"/>
                      <a:pt x="91" y="21"/>
                    </a:cubicBezTo>
                    <a:cubicBezTo>
                      <a:pt x="98" y="16"/>
                      <a:pt x="101" y="0"/>
                      <a:pt x="115" y="12"/>
                    </a:cubicBezTo>
                    <a:cubicBezTo>
                      <a:pt x="167" y="57"/>
                      <a:pt x="220" y="102"/>
                      <a:pt x="272" y="147"/>
                    </a:cubicBezTo>
                    <a:cubicBezTo>
                      <a:pt x="275" y="149"/>
                      <a:pt x="276" y="157"/>
                      <a:pt x="274" y="160"/>
                    </a:cubicBezTo>
                    <a:cubicBezTo>
                      <a:pt x="268" y="169"/>
                      <a:pt x="261" y="177"/>
                      <a:pt x="253" y="185"/>
                    </a:cubicBezTo>
                    <a:cubicBezTo>
                      <a:pt x="250" y="187"/>
                      <a:pt x="244" y="188"/>
                      <a:pt x="241" y="187"/>
                    </a:cubicBezTo>
                    <a:cubicBezTo>
                      <a:pt x="208" y="178"/>
                      <a:pt x="176" y="167"/>
                      <a:pt x="144" y="157"/>
                    </a:cubicBezTo>
                    <a:cubicBezTo>
                      <a:pt x="122" y="150"/>
                      <a:pt x="100" y="143"/>
                      <a:pt x="78" y="137"/>
                    </a:cubicBezTo>
                    <a:cubicBezTo>
                      <a:pt x="76" y="136"/>
                      <a:pt x="73" y="137"/>
                      <a:pt x="71" y="137"/>
                    </a:cubicBezTo>
                    <a:cubicBezTo>
                      <a:pt x="70" y="138"/>
                      <a:pt x="70" y="139"/>
                      <a:pt x="69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6" name="Freeform 235"/>
              <p:cNvSpPr>
                <a:spLocks noEditPoints="1"/>
              </p:cNvSpPr>
              <p:nvPr/>
            </p:nvSpPr>
            <p:spPr bwMode="auto">
              <a:xfrm>
                <a:off x="23004463" y="1831975"/>
                <a:ext cx="755650" cy="555625"/>
              </a:xfrm>
              <a:custGeom>
                <a:avLst/>
                <a:gdLst>
                  <a:gd name="T0" fmla="*/ 18 w 239"/>
                  <a:gd name="T1" fmla="*/ 176 h 176"/>
                  <a:gd name="T2" fmla="*/ 13 w 239"/>
                  <a:gd name="T3" fmla="*/ 140 h 176"/>
                  <a:gd name="T4" fmla="*/ 23 w 239"/>
                  <a:gd name="T5" fmla="*/ 128 h 176"/>
                  <a:gd name="T6" fmla="*/ 88 w 239"/>
                  <a:gd name="T7" fmla="*/ 100 h 176"/>
                  <a:gd name="T8" fmla="*/ 104 w 239"/>
                  <a:gd name="T9" fmla="*/ 72 h 176"/>
                  <a:gd name="T10" fmla="*/ 87 w 239"/>
                  <a:gd name="T11" fmla="*/ 57 h 176"/>
                  <a:gd name="T12" fmla="*/ 23 w 239"/>
                  <a:gd name="T13" fmla="*/ 66 h 176"/>
                  <a:gd name="T14" fmla="*/ 2 w 239"/>
                  <a:gd name="T15" fmla="*/ 50 h 176"/>
                  <a:gd name="T16" fmla="*/ 24 w 239"/>
                  <a:gd name="T17" fmla="*/ 24 h 176"/>
                  <a:gd name="T18" fmla="*/ 214 w 239"/>
                  <a:gd name="T19" fmla="*/ 2 h 176"/>
                  <a:gd name="T20" fmla="*/ 230 w 239"/>
                  <a:gd name="T21" fmla="*/ 13 h 176"/>
                  <a:gd name="T22" fmla="*/ 237 w 239"/>
                  <a:gd name="T23" fmla="*/ 83 h 176"/>
                  <a:gd name="T24" fmla="*/ 155 w 239"/>
                  <a:gd name="T25" fmla="*/ 141 h 176"/>
                  <a:gd name="T26" fmla="*/ 125 w 239"/>
                  <a:gd name="T27" fmla="*/ 117 h 176"/>
                  <a:gd name="T28" fmla="*/ 18 w 239"/>
                  <a:gd name="T29" fmla="*/ 176 h 176"/>
                  <a:gd name="T30" fmla="*/ 204 w 239"/>
                  <a:gd name="T31" fmla="*/ 68 h 176"/>
                  <a:gd name="T32" fmla="*/ 192 w 239"/>
                  <a:gd name="T33" fmla="*/ 46 h 176"/>
                  <a:gd name="T34" fmla="*/ 145 w 239"/>
                  <a:gd name="T35" fmla="*/ 51 h 176"/>
                  <a:gd name="T36" fmla="*/ 135 w 239"/>
                  <a:gd name="T37" fmla="*/ 58 h 176"/>
                  <a:gd name="T38" fmla="*/ 148 w 239"/>
                  <a:gd name="T39" fmla="*/ 96 h 176"/>
                  <a:gd name="T40" fmla="*/ 188 w 239"/>
                  <a:gd name="T41" fmla="*/ 101 h 176"/>
                  <a:gd name="T42" fmla="*/ 204 w 239"/>
                  <a:gd name="T43" fmla="*/ 68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9" h="176">
                    <a:moveTo>
                      <a:pt x="18" y="176"/>
                    </a:moveTo>
                    <a:cubicBezTo>
                      <a:pt x="16" y="161"/>
                      <a:pt x="13" y="151"/>
                      <a:pt x="13" y="140"/>
                    </a:cubicBezTo>
                    <a:cubicBezTo>
                      <a:pt x="13" y="136"/>
                      <a:pt x="19" y="130"/>
                      <a:pt x="23" y="128"/>
                    </a:cubicBezTo>
                    <a:cubicBezTo>
                      <a:pt x="44" y="118"/>
                      <a:pt x="66" y="109"/>
                      <a:pt x="88" y="100"/>
                    </a:cubicBezTo>
                    <a:cubicBezTo>
                      <a:pt x="100" y="94"/>
                      <a:pt x="104" y="85"/>
                      <a:pt x="104" y="72"/>
                    </a:cubicBezTo>
                    <a:cubicBezTo>
                      <a:pt x="105" y="60"/>
                      <a:pt x="100" y="55"/>
                      <a:pt x="87" y="57"/>
                    </a:cubicBezTo>
                    <a:cubicBezTo>
                      <a:pt x="66" y="60"/>
                      <a:pt x="45" y="62"/>
                      <a:pt x="23" y="66"/>
                    </a:cubicBezTo>
                    <a:cubicBezTo>
                      <a:pt x="6" y="68"/>
                      <a:pt x="4" y="67"/>
                      <a:pt x="2" y="50"/>
                    </a:cubicBezTo>
                    <a:cubicBezTo>
                      <a:pt x="0" y="27"/>
                      <a:pt x="0" y="27"/>
                      <a:pt x="24" y="24"/>
                    </a:cubicBezTo>
                    <a:cubicBezTo>
                      <a:pt x="87" y="17"/>
                      <a:pt x="151" y="9"/>
                      <a:pt x="214" y="2"/>
                    </a:cubicBezTo>
                    <a:cubicBezTo>
                      <a:pt x="224" y="0"/>
                      <a:pt x="229" y="3"/>
                      <a:pt x="230" y="13"/>
                    </a:cubicBezTo>
                    <a:cubicBezTo>
                      <a:pt x="232" y="37"/>
                      <a:pt x="236" y="60"/>
                      <a:pt x="237" y="83"/>
                    </a:cubicBezTo>
                    <a:cubicBezTo>
                      <a:pt x="239" y="140"/>
                      <a:pt x="188" y="155"/>
                      <a:pt x="155" y="141"/>
                    </a:cubicBezTo>
                    <a:cubicBezTo>
                      <a:pt x="144" y="136"/>
                      <a:pt x="135" y="125"/>
                      <a:pt x="125" y="117"/>
                    </a:cubicBezTo>
                    <a:cubicBezTo>
                      <a:pt x="95" y="145"/>
                      <a:pt x="55" y="155"/>
                      <a:pt x="18" y="176"/>
                    </a:cubicBezTo>
                    <a:close/>
                    <a:moveTo>
                      <a:pt x="204" y="68"/>
                    </a:moveTo>
                    <a:cubicBezTo>
                      <a:pt x="200" y="63"/>
                      <a:pt x="211" y="46"/>
                      <a:pt x="192" y="46"/>
                    </a:cubicBezTo>
                    <a:cubicBezTo>
                      <a:pt x="176" y="47"/>
                      <a:pt x="161" y="49"/>
                      <a:pt x="145" y="51"/>
                    </a:cubicBezTo>
                    <a:cubicBezTo>
                      <a:pt x="141" y="51"/>
                      <a:pt x="134" y="57"/>
                      <a:pt x="135" y="58"/>
                    </a:cubicBezTo>
                    <a:cubicBezTo>
                      <a:pt x="138" y="71"/>
                      <a:pt x="140" y="87"/>
                      <a:pt x="148" y="96"/>
                    </a:cubicBezTo>
                    <a:cubicBezTo>
                      <a:pt x="158" y="108"/>
                      <a:pt x="173" y="107"/>
                      <a:pt x="188" y="101"/>
                    </a:cubicBezTo>
                    <a:cubicBezTo>
                      <a:pt x="203" y="96"/>
                      <a:pt x="205" y="84"/>
                      <a:pt x="204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7" name="Freeform 236"/>
              <p:cNvSpPr>
                <a:spLocks noEditPoints="1"/>
              </p:cNvSpPr>
              <p:nvPr/>
            </p:nvSpPr>
            <p:spPr bwMode="auto">
              <a:xfrm>
                <a:off x="18878550" y="-1816100"/>
                <a:ext cx="527050" cy="763588"/>
              </a:xfrm>
              <a:custGeom>
                <a:avLst/>
                <a:gdLst>
                  <a:gd name="T0" fmla="*/ 113 w 167"/>
                  <a:gd name="T1" fmla="*/ 116 h 242"/>
                  <a:gd name="T2" fmla="*/ 167 w 167"/>
                  <a:gd name="T3" fmla="*/ 224 h 242"/>
                  <a:gd name="T4" fmla="*/ 130 w 167"/>
                  <a:gd name="T5" fmla="*/ 227 h 242"/>
                  <a:gd name="T6" fmla="*/ 118 w 167"/>
                  <a:gd name="T7" fmla="*/ 214 h 242"/>
                  <a:gd name="T8" fmla="*/ 97 w 167"/>
                  <a:gd name="T9" fmla="*/ 159 h 242"/>
                  <a:gd name="T10" fmla="*/ 67 w 167"/>
                  <a:gd name="T11" fmla="*/ 133 h 242"/>
                  <a:gd name="T12" fmla="*/ 51 w 167"/>
                  <a:gd name="T13" fmla="*/ 148 h 242"/>
                  <a:gd name="T14" fmla="*/ 55 w 167"/>
                  <a:gd name="T15" fmla="*/ 217 h 242"/>
                  <a:gd name="T16" fmla="*/ 43 w 167"/>
                  <a:gd name="T17" fmla="*/ 234 h 242"/>
                  <a:gd name="T18" fmla="*/ 15 w 167"/>
                  <a:gd name="T19" fmla="*/ 221 h 242"/>
                  <a:gd name="T20" fmla="*/ 4 w 167"/>
                  <a:gd name="T21" fmla="*/ 61 h 242"/>
                  <a:gd name="T22" fmla="*/ 1 w 167"/>
                  <a:gd name="T23" fmla="*/ 19 h 242"/>
                  <a:gd name="T24" fmla="*/ 12 w 167"/>
                  <a:gd name="T25" fmla="*/ 5 h 242"/>
                  <a:gd name="T26" fmla="*/ 78 w 167"/>
                  <a:gd name="T27" fmla="*/ 1 h 242"/>
                  <a:gd name="T28" fmla="*/ 137 w 167"/>
                  <a:gd name="T29" fmla="*/ 88 h 242"/>
                  <a:gd name="T30" fmla="*/ 113 w 167"/>
                  <a:gd name="T31" fmla="*/ 116 h 242"/>
                  <a:gd name="T32" fmla="*/ 66 w 167"/>
                  <a:gd name="T33" fmla="*/ 29 h 242"/>
                  <a:gd name="T34" fmla="*/ 64 w 167"/>
                  <a:gd name="T35" fmla="*/ 32 h 242"/>
                  <a:gd name="T36" fmla="*/ 44 w 167"/>
                  <a:gd name="T37" fmla="*/ 55 h 242"/>
                  <a:gd name="T38" fmla="*/ 48 w 167"/>
                  <a:gd name="T39" fmla="*/ 91 h 242"/>
                  <a:gd name="T40" fmla="*/ 56 w 167"/>
                  <a:gd name="T41" fmla="*/ 103 h 242"/>
                  <a:gd name="T42" fmla="*/ 96 w 167"/>
                  <a:gd name="T43" fmla="*/ 89 h 242"/>
                  <a:gd name="T44" fmla="*/ 97 w 167"/>
                  <a:gd name="T45" fmla="*/ 45 h 242"/>
                  <a:gd name="T46" fmla="*/ 66 w 167"/>
                  <a:gd name="T47" fmla="*/ 29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67" h="242">
                    <a:moveTo>
                      <a:pt x="113" y="116"/>
                    </a:moveTo>
                    <a:cubicBezTo>
                      <a:pt x="140" y="144"/>
                      <a:pt x="146" y="186"/>
                      <a:pt x="167" y="224"/>
                    </a:cubicBezTo>
                    <a:cubicBezTo>
                      <a:pt x="152" y="225"/>
                      <a:pt x="141" y="228"/>
                      <a:pt x="130" y="227"/>
                    </a:cubicBezTo>
                    <a:cubicBezTo>
                      <a:pt x="126" y="227"/>
                      <a:pt x="120" y="220"/>
                      <a:pt x="118" y="214"/>
                    </a:cubicBezTo>
                    <a:cubicBezTo>
                      <a:pt x="110" y="196"/>
                      <a:pt x="104" y="177"/>
                      <a:pt x="97" y="159"/>
                    </a:cubicBezTo>
                    <a:cubicBezTo>
                      <a:pt x="91" y="145"/>
                      <a:pt x="83" y="134"/>
                      <a:pt x="67" y="133"/>
                    </a:cubicBezTo>
                    <a:cubicBezTo>
                      <a:pt x="55" y="132"/>
                      <a:pt x="50" y="136"/>
                      <a:pt x="51" y="148"/>
                    </a:cubicBezTo>
                    <a:cubicBezTo>
                      <a:pt x="53" y="171"/>
                      <a:pt x="54" y="194"/>
                      <a:pt x="55" y="217"/>
                    </a:cubicBezTo>
                    <a:cubicBezTo>
                      <a:pt x="56" y="227"/>
                      <a:pt x="56" y="235"/>
                      <a:pt x="43" y="234"/>
                    </a:cubicBezTo>
                    <a:cubicBezTo>
                      <a:pt x="32" y="233"/>
                      <a:pt x="17" y="242"/>
                      <a:pt x="15" y="221"/>
                    </a:cubicBezTo>
                    <a:cubicBezTo>
                      <a:pt x="12" y="167"/>
                      <a:pt x="8" y="114"/>
                      <a:pt x="4" y="61"/>
                    </a:cubicBezTo>
                    <a:cubicBezTo>
                      <a:pt x="3" y="47"/>
                      <a:pt x="2" y="33"/>
                      <a:pt x="1" y="19"/>
                    </a:cubicBezTo>
                    <a:cubicBezTo>
                      <a:pt x="0" y="10"/>
                      <a:pt x="3" y="6"/>
                      <a:pt x="12" y="5"/>
                    </a:cubicBezTo>
                    <a:cubicBezTo>
                      <a:pt x="34" y="4"/>
                      <a:pt x="56" y="1"/>
                      <a:pt x="78" y="1"/>
                    </a:cubicBezTo>
                    <a:cubicBezTo>
                      <a:pt x="130" y="0"/>
                      <a:pt x="160" y="45"/>
                      <a:pt x="137" y="88"/>
                    </a:cubicBezTo>
                    <a:cubicBezTo>
                      <a:pt x="131" y="99"/>
                      <a:pt x="121" y="107"/>
                      <a:pt x="113" y="116"/>
                    </a:cubicBezTo>
                    <a:close/>
                    <a:moveTo>
                      <a:pt x="66" y="29"/>
                    </a:moveTo>
                    <a:cubicBezTo>
                      <a:pt x="65" y="30"/>
                      <a:pt x="65" y="31"/>
                      <a:pt x="64" y="32"/>
                    </a:cubicBezTo>
                    <a:cubicBezTo>
                      <a:pt x="43" y="33"/>
                      <a:pt x="42" y="34"/>
                      <a:pt x="44" y="55"/>
                    </a:cubicBezTo>
                    <a:cubicBezTo>
                      <a:pt x="45" y="67"/>
                      <a:pt x="46" y="79"/>
                      <a:pt x="48" y="91"/>
                    </a:cubicBezTo>
                    <a:cubicBezTo>
                      <a:pt x="49" y="95"/>
                      <a:pt x="53" y="103"/>
                      <a:pt x="56" y="103"/>
                    </a:cubicBezTo>
                    <a:cubicBezTo>
                      <a:pt x="70" y="103"/>
                      <a:pt x="85" y="101"/>
                      <a:pt x="96" y="89"/>
                    </a:cubicBezTo>
                    <a:cubicBezTo>
                      <a:pt x="103" y="80"/>
                      <a:pt x="106" y="56"/>
                      <a:pt x="97" y="45"/>
                    </a:cubicBezTo>
                    <a:cubicBezTo>
                      <a:pt x="89" y="37"/>
                      <a:pt x="76" y="34"/>
                      <a:pt x="66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8" name="Freeform 237"/>
              <p:cNvSpPr/>
              <p:nvPr/>
            </p:nvSpPr>
            <p:spPr bwMode="auto">
              <a:xfrm>
                <a:off x="15333663" y="463550"/>
                <a:ext cx="862012" cy="736600"/>
              </a:xfrm>
              <a:custGeom>
                <a:avLst/>
                <a:gdLst>
                  <a:gd name="T0" fmla="*/ 209 w 273"/>
                  <a:gd name="T1" fmla="*/ 233 h 233"/>
                  <a:gd name="T2" fmla="*/ 197 w 273"/>
                  <a:gd name="T3" fmla="*/ 228 h 233"/>
                  <a:gd name="T4" fmla="*/ 29 w 273"/>
                  <a:gd name="T5" fmla="*/ 148 h 233"/>
                  <a:gd name="T6" fmla="*/ 27 w 273"/>
                  <a:gd name="T7" fmla="*/ 147 h 233"/>
                  <a:gd name="T8" fmla="*/ 15 w 273"/>
                  <a:gd name="T9" fmla="*/ 108 h 233"/>
                  <a:gd name="T10" fmla="*/ 30 w 273"/>
                  <a:gd name="T11" fmla="*/ 104 h 233"/>
                  <a:gd name="T12" fmla="*/ 92 w 273"/>
                  <a:gd name="T13" fmla="*/ 134 h 233"/>
                  <a:gd name="T14" fmla="*/ 112 w 273"/>
                  <a:gd name="T15" fmla="*/ 127 h 233"/>
                  <a:gd name="T16" fmla="*/ 130 w 273"/>
                  <a:gd name="T17" fmla="*/ 89 h 233"/>
                  <a:gd name="T18" fmla="*/ 123 w 273"/>
                  <a:gd name="T19" fmla="*/ 70 h 233"/>
                  <a:gd name="T20" fmla="*/ 66 w 273"/>
                  <a:gd name="T21" fmla="*/ 43 h 233"/>
                  <a:gd name="T22" fmla="*/ 61 w 273"/>
                  <a:gd name="T23" fmla="*/ 11 h 233"/>
                  <a:gd name="T24" fmla="*/ 82 w 273"/>
                  <a:gd name="T25" fmla="*/ 6 h 233"/>
                  <a:gd name="T26" fmla="*/ 258 w 273"/>
                  <a:gd name="T27" fmla="*/ 89 h 233"/>
                  <a:gd name="T28" fmla="*/ 272 w 273"/>
                  <a:gd name="T29" fmla="*/ 102 h 233"/>
                  <a:gd name="T30" fmla="*/ 258 w 273"/>
                  <a:gd name="T31" fmla="*/ 131 h 233"/>
                  <a:gd name="T32" fmla="*/ 246 w 273"/>
                  <a:gd name="T33" fmla="*/ 128 h 233"/>
                  <a:gd name="T34" fmla="*/ 181 w 273"/>
                  <a:gd name="T35" fmla="*/ 97 h 233"/>
                  <a:gd name="T36" fmla="*/ 159 w 273"/>
                  <a:gd name="T37" fmla="*/ 105 h 233"/>
                  <a:gd name="T38" fmla="*/ 141 w 273"/>
                  <a:gd name="T39" fmla="*/ 142 h 233"/>
                  <a:gd name="T40" fmla="*/ 148 w 273"/>
                  <a:gd name="T41" fmla="*/ 160 h 233"/>
                  <a:gd name="T42" fmla="*/ 210 w 273"/>
                  <a:gd name="T43" fmla="*/ 189 h 233"/>
                  <a:gd name="T44" fmla="*/ 219 w 273"/>
                  <a:gd name="T45" fmla="*/ 217 h 233"/>
                  <a:gd name="T46" fmla="*/ 209 w 273"/>
                  <a:gd name="T47" fmla="*/ 233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3" h="233">
                    <a:moveTo>
                      <a:pt x="209" y="233"/>
                    </a:moveTo>
                    <a:cubicBezTo>
                      <a:pt x="203" y="231"/>
                      <a:pt x="200" y="230"/>
                      <a:pt x="197" y="228"/>
                    </a:cubicBezTo>
                    <a:cubicBezTo>
                      <a:pt x="141" y="201"/>
                      <a:pt x="85" y="175"/>
                      <a:pt x="29" y="148"/>
                    </a:cubicBezTo>
                    <a:cubicBezTo>
                      <a:pt x="28" y="148"/>
                      <a:pt x="27" y="147"/>
                      <a:pt x="27" y="147"/>
                    </a:cubicBezTo>
                    <a:cubicBezTo>
                      <a:pt x="0" y="134"/>
                      <a:pt x="1" y="134"/>
                      <a:pt x="15" y="108"/>
                    </a:cubicBezTo>
                    <a:cubicBezTo>
                      <a:pt x="20" y="101"/>
                      <a:pt x="23" y="101"/>
                      <a:pt x="30" y="104"/>
                    </a:cubicBezTo>
                    <a:cubicBezTo>
                      <a:pt x="50" y="114"/>
                      <a:pt x="71" y="124"/>
                      <a:pt x="92" y="134"/>
                    </a:cubicBezTo>
                    <a:cubicBezTo>
                      <a:pt x="102" y="139"/>
                      <a:pt x="107" y="138"/>
                      <a:pt x="112" y="127"/>
                    </a:cubicBezTo>
                    <a:cubicBezTo>
                      <a:pt x="117" y="114"/>
                      <a:pt x="123" y="101"/>
                      <a:pt x="130" y="89"/>
                    </a:cubicBezTo>
                    <a:cubicBezTo>
                      <a:pt x="134" y="80"/>
                      <a:pt x="132" y="74"/>
                      <a:pt x="123" y="70"/>
                    </a:cubicBezTo>
                    <a:cubicBezTo>
                      <a:pt x="104" y="61"/>
                      <a:pt x="85" y="52"/>
                      <a:pt x="66" y="43"/>
                    </a:cubicBezTo>
                    <a:cubicBezTo>
                      <a:pt x="50" y="36"/>
                      <a:pt x="50" y="35"/>
                      <a:pt x="61" y="11"/>
                    </a:cubicBezTo>
                    <a:cubicBezTo>
                      <a:pt x="66" y="0"/>
                      <a:pt x="72" y="1"/>
                      <a:pt x="82" y="6"/>
                    </a:cubicBezTo>
                    <a:cubicBezTo>
                      <a:pt x="141" y="34"/>
                      <a:pt x="200" y="61"/>
                      <a:pt x="258" y="89"/>
                    </a:cubicBezTo>
                    <a:cubicBezTo>
                      <a:pt x="264" y="92"/>
                      <a:pt x="273" y="99"/>
                      <a:pt x="272" y="102"/>
                    </a:cubicBezTo>
                    <a:cubicBezTo>
                      <a:pt x="269" y="112"/>
                      <a:pt x="264" y="122"/>
                      <a:pt x="258" y="131"/>
                    </a:cubicBezTo>
                    <a:cubicBezTo>
                      <a:pt x="257" y="132"/>
                      <a:pt x="249" y="130"/>
                      <a:pt x="246" y="128"/>
                    </a:cubicBezTo>
                    <a:cubicBezTo>
                      <a:pt x="224" y="118"/>
                      <a:pt x="202" y="108"/>
                      <a:pt x="181" y="97"/>
                    </a:cubicBezTo>
                    <a:cubicBezTo>
                      <a:pt x="170" y="92"/>
                      <a:pt x="163" y="94"/>
                      <a:pt x="159" y="105"/>
                    </a:cubicBezTo>
                    <a:cubicBezTo>
                      <a:pt x="154" y="118"/>
                      <a:pt x="148" y="130"/>
                      <a:pt x="141" y="142"/>
                    </a:cubicBezTo>
                    <a:cubicBezTo>
                      <a:pt x="136" y="151"/>
                      <a:pt x="137" y="156"/>
                      <a:pt x="148" y="160"/>
                    </a:cubicBezTo>
                    <a:cubicBezTo>
                      <a:pt x="169" y="169"/>
                      <a:pt x="189" y="179"/>
                      <a:pt x="210" y="189"/>
                    </a:cubicBezTo>
                    <a:cubicBezTo>
                      <a:pt x="229" y="198"/>
                      <a:pt x="229" y="198"/>
                      <a:pt x="219" y="217"/>
                    </a:cubicBezTo>
                    <a:cubicBezTo>
                      <a:pt x="216" y="222"/>
                      <a:pt x="212" y="228"/>
                      <a:pt x="209" y="2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9" name="Freeform 238"/>
              <p:cNvSpPr>
                <a:spLocks noEditPoints="1"/>
              </p:cNvSpPr>
              <p:nvPr/>
            </p:nvSpPr>
            <p:spPr bwMode="auto">
              <a:xfrm>
                <a:off x="18127663" y="-1736725"/>
                <a:ext cx="606425" cy="798513"/>
              </a:xfrm>
              <a:custGeom>
                <a:avLst/>
                <a:gdLst>
                  <a:gd name="T0" fmla="*/ 192 w 192"/>
                  <a:gd name="T1" fmla="*/ 137 h 253"/>
                  <a:gd name="T2" fmla="*/ 138 w 192"/>
                  <a:gd name="T3" fmla="*/ 236 h 253"/>
                  <a:gd name="T4" fmla="*/ 24 w 192"/>
                  <a:gd name="T5" fmla="*/ 189 h 253"/>
                  <a:gd name="T6" fmla="*/ 5 w 192"/>
                  <a:gd name="T7" fmla="*/ 82 h 253"/>
                  <a:gd name="T8" fmla="*/ 60 w 192"/>
                  <a:gd name="T9" fmla="*/ 13 h 253"/>
                  <a:gd name="T10" fmla="*/ 148 w 192"/>
                  <a:gd name="T11" fmla="*/ 31 h 253"/>
                  <a:gd name="T12" fmla="*/ 192 w 192"/>
                  <a:gd name="T13" fmla="*/ 137 h 253"/>
                  <a:gd name="T14" fmla="*/ 154 w 192"/>
                  <a:gd name="T15" fmla="*/ 154 h 253"/>
                  <a:gd name="T16" fmla="*/ 125 w 192"/>
                  <a:gd name="T17" fmla="*/ 62 h 253"/>
                  <a:gd name="T18" fmla="*/ 81 w 192"/>
                  <a:gd name="T19" fmla="*/ 40 h 253"/>
                  <a:gd name="T20" fmla="*/ 45 w 192"/>
                  <a:gd name="T21" fmla="*/ 77 h 253"/>
                  <a:gd name="T22" fmla="*/ 76 w 192"/>
                  <a:gd name="T23" fmla="*/ 194 h 253"/>
                  <a:gd name="T24" fmla="*/ 139 w 192"/>
                  <a:gd name="T25" fmla="*/ 197 h 253"/>
                  <a:gd name="T26" fmla="*/ 154 w 192"/>
                  <a:gd name="T27" fmla="*/ 154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253">
                    <a:moveTo>
                      <a:pt x="192" y="137"/>
                    </a:moveTo>
                    <a:cubicBezTo>
                      <a:pt x="192" y="189"/>
                      <a:pt x="171" y="224"/>
                      <a:pt x="138" y="236"/>
                    </a:cubicBezTo>
                    <a:cubicBezTo>
                      <a:pt x="91" y="253"/>
                      <a:pt x="47" y="235"/>
                      <a:pt x="24" y="189"/>
                    </a:cubicBezTo>
                    <a:cubicBezTo>
                      <a:pt x="7" y="155"/>
                      <a:pt x="0" y="120"/>
                      <a:pt x="5" y="82"/>
                    </a:cubicBezTo>
                    <a:cubicBezTo>
                      <a:pt x="10" y="49"/>
                      <a:pt x="28" y="25"/>
                      <a:pt x="60" y="13"/>
                    </a:cubicBezTo>
                    <a:cubicBezTo>
                      <a:pt x="93" y="0"/>
                      <a:pt x="123" y="7"/>
                      <a:pt x="148" y="31"/>
                    </a:cubicBezTo>
                    <a:cubicBezTo>
                      <a:pt x="180" y="62"/>
                      <a:pt x="190" y="103"/>
                      <a:pt x="192" y="137"/>
                    </a:cubicBezTo>
                    <a:close/>
                    <a:moveTo>
                      <a:pt x="154" y="154"/>
                    </a:moveTo>
                    <a:cubicBezTo>
                      <a:pt x="150" y="121"/>
                      <a:pt x="142" y="90"/>
                      <a:pt x="125" y="62"/>
                    </a:cubicBezTo>
                    <a:cubicBezTo>
                      <a:pt x="114" y="46"/>
                      <a:pt x="97" y="37"/>
                      <a:pt x="81" y="40"/>
                    </a:cubicBezTo>
                    <a:cubicBezTo>
                      <a:pt x="60" y="44"/>
                      <a:pt x="48" y="55"/>
                      <a:pt x="45" y="77"/>
                    </a:cubicBezTo>
                    <a:cubicBezTo>
                      <a:pt x="40" y="119"/>
                      <a:pt x="50" y="159"/>
                      <a:pt x="76" y="194"/>
                    </a:cubicBezTo>
                    <a:cubicBezTo>
                      <a:pt x="92" y="216"/>
                      <a:pt x="123" y="218"/>
                      <a:pt x="139" y="197"/>
                    </a:cubicBezTo>
                    <a:cubicBezTo>
                      <a:pt x="147" y="185"/>
                      <a:pt x="149" y="169"/>
                      <a:pt x="154" y="1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Freeform 239"/>
              <p:cNvSpPr/>
              <p:nvPr/>
            </p:nvSpPr>
            <p:spPr bwMode="auto">
              <a:xfrm>
                <a:off x="21624925" y="-915987"/>
                <a:ext cx="827087" cy="792163"/>
              </a:xfrm>
              <a:custGeom>
                <a:avLst/>
                <a:gdLst>
                  <a:gd name="T0" fmla="*/ 228 w 262"/>
                  <a:gd name="T1" fmla="*/ 76 h 251"/>
                  <a:gd name="T2" fmla="*/ 232 w 262"/>
                  <a:gd name="T3" fmla="*/ 77 h 251"/>
                  <a:gd name="T4" fmla="*/ 238 w 262"/>
                  <a:gd name="T5" fmla="*/ 126 h 251"/>
                  <a:gd name="T6" fmla="*/ 167 w 262"/>
                  <a:gd name="T7" fmla="*/ 209 h 251"/>
                  <a:gd name="T8" fmla="*/ 86 w 262"/>
                  <a:gd name="T9" fmla="*/ 245 h 251"/>
                  <a:gd name="T10" fmla="*/ 35 w 262"/>
                  <a:gd name="T11" fmla="*/ 125 h 251"/>
                  <a:gd name="T12" fmla="*/ 135 w 262"/>
                  <a:gd name="T13" fmla="*/ 7 h 251"/>
                  <a:gd name="T14" fmla="*/ 151 w 262"/>
                  <a:gd name="T15" fmla="*/ 6 h 251"/>
                  <a:gd name="T16" fmla="*/ 155 w 262"/>
                  <a:gd name="T17" fmla="*/ 45 h 251"/>
                  <a:gd name="T18" fmla="*/ 71 w 262"/>
                  <a:gd name="T19" fmla="*/ 144 h 251"/>
                  <a:gd name="T20" fmla="*/ 62 w 262"/>
                  <a:gd name="T21" fmla="*/ 193 h 251"/>
                  <a:gd name="T22" fmla="*/ 121 w 262"/>
                  <a:gd name="T23" fmla="*/ 197 h 251"/>
                  <a:gd name="T24" fmla="*/ 173 w 262"/>
                  <a:gd name="T25" fmla="*/ 139 h 251"/>
                  <a:gd name="T26" fmla="*/ 228 w 262"/>
                  <a:gd name="T27" fmla="*/ 76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2" h="251">
                    <a:moveTo>
                      <a:pt x="228" y="76"/>
                    </a:moveTo>
                    <a:cubicBezTo>
                      <a:pt x="231" y="77"/>
                      <a:pt x="232" y="77"/>
                      <a:pt x="232" y="77"/>
                    </a:cubicBezTo>
                    <a:cubicBezTo>
                      <a:pt x="262" y="98"/>
                      <a:pt x="262" y="98"/>
                      <a:pt x="238" y="126"/>
                    </a:cubicBezTo>
                    <a:cubicBezTo>
                      <a:pt x="214" y="153"/>
                      <a:pt x="190" y="181"/>
                      <a:pt x="167" y="209"/>
                    </a:cubicBezTo>
                    <a:cubicBezTo>
                      <a:pt x="145" y="233"/>
                      <a:pt x="122" y="251"/>
                      <a:pt x="86" y="245"/>
                    </a:cubicBezTo>
                    <a:cubicBezTo>
                      <a:pt x="30" y="236"/>
                      <a:pt x="0" y="169"/>
                      <a:pt x="35" y="125"/>
                    </a:cubicBezTo>
                    <a:cubicBezTo>
                      <a:pt x="67" y="84"/>
                      <a:pt x="102" y="46"/>
                      <a:pt x="135" y="7"/>
                    </a:cubicBezTo>
                    <a:cubicBezTo>
                      <a:pt x="140" y="1"/>
                      <a:pt x="145" y="0"/>
                      <a:pt x="151" y="6"/>
                    </a:cubicBezTo>
                    <a:cubicBezTo>
                      <a:pt x="174" y="24"/>
                      <a:pt x="174" y="23"/>
                      <a:pt x="155" y="45"/>
                    </a:cubicBezTo>
                    <a:cubicBezTo>
                      <a:pt x="127" y="78"/>
                      <a:pt x="99" y="111"/>
                      <a:pt x="71" y="144"/>
                    </a:cubicBezTo>
                    <a:cubicBezTo>
                      <a:pt x="56" y="161"/>
                      <a:pt x="52" y="179"/>
                      <a:pt x="62" y="193"/>
                    </a:cubicBezTo>
                    <a:cubicBezTo>
                      <a:pt x="78" y="216"/>
                      <a:pt x="101" y="218"/>
                      <a:pt x="121" y="197"/>
                    </a:cubicBezTo>
                    <a:cubicBezTo>
                      <a:pt x="139" y="179"/>
                      <a:pt x="156" y="158"/>
                      <a:pt x="173" y="139"/>
                    </a:cubicBezTo>
                    <a:cubicBezTo>
                      <a:pt x="192" y="118"/>
                      <a:pt x="210" y="96"/>
                      <a:pt x="228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1" name="Freeform 240"/>
              <p:cNvSpPr>
                <a:spLocks noEditPoints="1"/>
              </p:cNvSpPr>
              <p:nvPr/>
            </p:nvSpPr>
            <p:spPr bwMode="auto">
              <a:xfrm>
                <a:off x="15135225" y="3162300"/>
                <a:ext cx="811212" cy="596900"/>
              </a:xfrm>
              <a:custGeom>
                <a:avLst/>
                <a:gdLst>
                  <a:gd name="T0" fmla="*/ 236 w 257"/>
                  <a:gd name="T1" fmla="*/ 187 h 189"/>
                  <a:gd name="T2" fmla="*/ 26 w 257"/>
                  <a:gd name="T3" fmla="*/ 171 h 189"/>
                  <a:gd name="T4" fmla="*/ 9 w 257"/>
                  <a:gd name="T5" fmla="*/ 159 h 189"/>
                  <a:gd name="T6" fmla="*/ 6 w 257"/>
                  <a:gd name="T7" fmla="*/ 147 h 189"/>
                  <a:gd name="T8" fmla="*/ 18 w 257"/>
                  <a:gd name="T9" fmla="*/ 115 h 189"/>
                  <a:gd name="T10" fmla="*/ 193 w 257"/>
                  <a:gd name="T11" fmla="*/ 7 h 189"/>
                  <a:gd name="T12" fmla="*/ 210 w 257"/>
                  <a:gd name="T13" fmla="*/ 14 h 189"/>
                  <a:gd name="T14" fmla="*/ 192 w 257"/>
                  <a:gd name="T15" fmla="*/ 53 h 189"/>
                  <a:gd name="T16" fmla="*/ 173 w 257"/>
                  <a:gd name="T17" fmla="*/ 93 h 189"/>
                  <a:gd name="T18" fmla="*/ 184 w 257"/>
                  <a:gd name="T19" fmla="*/ 137 h 189"/>
                  <a:gd name="T20" fmla="*/ 197 w 257"/>
                  <a:gd name="T21" fmla="*/ 146 h 189"/>
                  <a:gd name="T22" fmla="*/ 233 w 257"/>
                  <a:gd name="T23" fmla="*/ 149 h 189"/>
                  <a:gd name="T24" fmla="*/ 251 w 257"/>
                  <a:gd name="T25" fmla="*/ 185 h 189"/>
                  <a:gd name="T26" fmla="*/ 236 w 257"/>
                  <a:gd name="T27" fmla="*/ 189 h 189"/>
                  <a:gd name="T28" fmla="*/ 236 w 257"/>
                  <a:gd name="T29" fmla="*/ 187 h 189"/>
                  <a:gd name="T30" fmla="*/ 46 w 257"/>
                  <a:gd name="T31" fmla="*/ 136 h 189"/>
                  <a:gd name="T32" fmla="*/ 47 w 257"/>
                  <a:gd name="T33" fmla="*/ 142 h 189"/>
                  <a:gd name="T34" fmla="*/ 154 w 257"/>
                  <a:gd name="T35" fmla="*/ 142 h 189"/>
                  <a:gd name="T36" fmla="*/ 141 w 257"/>
                  <a:gd name="T37" fmla="*/ 96 h 189"/>
                  <a:gd name="T38" fmla="*/ 129 w 257"/>
                  <a:gd name="T39" fmla="*/ 90 h 189"/>
                  <a:gd name="T40" fmla="*/ 46 w 257"/>
                  <a:gd name="T41" fmla="*/ 136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7" h="189">
                    <a:moveTo>
                      <a:pt x="236" y="187"/>
                    </a:moveTo>
                    <a:cubicBezTo>
                      <a:pt x="166" y="182"/>
                      <a:pt x="96" y="177"/>
                      <a:pt x="26" y="171"/>
                    </a:cubicBezTo>
                    <a:cubicBezTo>
                      <a:pt x="17" y="171"/>
                      <a:pt x="10" y="169"/>
                      <a:pt x="9" y="159"/>
                    </a:cubicBezTo>
                    <a:cubicBezTo>
                      <a:pt x="9" y="155"/>
                      <a:pt x="7" y="151"/>
                      <a:pt x="6" y="147"/>
                    </a:cubicBezTo>
                    <a:cubicBezTo>
                      <a:pt x="0" y="133"/>
                      <a:pt x="4" y="124"/>
                      <a:pt x="18" y="115"/>
                    </a:cubicBezTo>
                    <a:cubicBezTo>
                      <a:pt x="77" y="80"/>
                      <a:pt x="135" y="43"/>
                      <a:pt x="193" y="7"/>
                    </a:cubicBezTo>
                    <a:cubicBezTo>
                      <a:pt x="204" y="0"/>
                      <a:pt x="207" y="1"/>
                      <a:pt x="210" y="14"/>
                    </a:cubicBezTo>
                    <a:cubicBezTo>
                      <a:pt x="216" y="40"/>
                      <a:pt x="216" y="39"/>
                      <a:pt x="192" y="53"/>
                    </a:cubicBezTo>
                    <a:cubicBezTo>
                      <a:pt x="168" y="67"/>
                      <a:pt x="167" y="67"/>
                      <a:pt x="173" y="93"/>
                    </a:cubicBezTo>
                    <a:cubicBezTo>
                      <a:pt x="176" y="108"/>
                      <a:pt x="180" y="123"/>
                      <a:pt x="184" y="137"/>
                    </a:cubicBezTo>
                    <a:cubicBezTo>
                      <a:pt x="186" y="141"/>
                      <a:pt x="192" y="145"/>
                      <a:pt x="197" y="146"/>
                    </a:cubicBezTo>
                    <a:cubicBezTo>
                      <a:pt x="209" y="148"/>
                      <a:pt x="221" y="148"/>
                      <a:pt x="233" y="149"/>
                    </a:cubicBezTo>
                    <a:cubicBezTo>
                      <a:pt x="242" y="149"/>
                      <a:pt x="257" y="178"/>
                      <a:pt x="251" y="185"/>
                    </a:cubicBezTo>
                    <a:cubicBezTo>
                      <a:pt x="248" y="188"/>
                      <a:pt x="241" y="188"/>
                      <a:pt x="236" y="189"/>
                    </a:cubicBezTo>
                    <a:cubicBezTo>
                      <a:pt x="236" y="188"/>
                      <a:pt x="236" y="188"/>
                      <a:pt x="236" y="187"/>
                    </a:cubicBezTo>
                    <a:close/>
                    <a:moveTo>
                      <a:pt x="46" y="136"/>
                    </a:moveTo>
                    <a:cubicBezTo>
                      <a:pt x="46" y="138"/>
                      <a:pt x="47" y="140"/>
                      <a:pt x="47" y="142"/>
                    </a:cubicBezTo>
                    <a:cubicBezTo>
                      <a:pt x="82" y="142"/>
                      <a:pt x="117" y="142"/>
                      <a:pt x="154" y="142"/>
                    </a:cubicBezTo>
                    <a:cubicBezTo>
                      <a:pt x="150" y="126"/>
                      <a:pt x="146" y="111"/>
                      <a:pt x="141" y="96"/>
                    </a:cubicBezTo>
                    <a:cubicBezTo>
                      <a:pt x="140" y="93"/>
                      <a:pt x="132" y="89"/>
                      <a:pt x="129" y="90"/>
                    </a:cubicBezTo>
                    <a:cubicBezTo>
                      <a:pt x="101" y="105"/>
                      <a:pt x="73" y="121"/>
                      <a:pt x="46" y="1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Freeform 241"/>
              <p:cNvSpPr>
                <a:spLocks noEditPoints="1"/>
              </p:cNvSpPr>
              <p:nvPr/>
            </p:nvSpPr>
            <p:spPr bwMode="auto">
              <a:xfrm>
                <a:off x="20305713" y="-1604962"/>
                <a:ext cx="600075" cy="808038"/>
              </a:xfrm>
              <a:custGeom>
                <a:avLst/>
                <a:gdLst>
                  <a:gd name="T0" fmla="*/ 0 w 190"/>
                  <a:gd name="T1" fmla="*/ 192 h 256"/>
                  <a:gd name="T2" fmla="*/ 47 w 190"/>
                  <a:gd name="T3" fmla="*/ 130 h 256"/>
                  <a:gd name="T4" fmla="*/ 137 w 190"/>
                  <a:gd name="T5" fmla="*/ 12 h 256"/>
                  <a:gd name="T6" fmla="*/ 162 w 190"/>
                  <a:gd name="T7" fmla="*/ 5 h 256"/>
                  <a:gd name="T8" fmla="*/ 189 w 190"/>
                  <a:gd name="T9" fmla="*/ 45 h 256"/>
                  <a:gd name="T10" fmla="*/ 184 w 190"/>
                  <a:gd name="T11" fmla="*/ 240 h 256"/>
                  <a:gd name="T12" fmla="*/ 183 w 190"/>
                  <a:gd name="T13" fmla="*/ 256 h 256"/>
                  <a:gd name="T14" fmla="*/ 153 w 190"/>
                  <a:gd name="T15" fmla="*/ 244 h 256"/>
                  <a:gd name="T16" fmla="*/ 146 w 190"/>
                  <a:gd name="T17" fmla="*/ 233 h 256"/>
                  <a:gd name="T18" fmla="*/ 146 w 190"/>
                  <a:gd name="T19" fmla="*/ 222 h 256"/>
                  <a:gd name="T20" fmla="*/ 110 w 190"/>
                  <a:gd name="T21" fmla="*/ 172 h 256"/>
                  <a:gd name="T22" fmla="*/ 51 w 190"/>
                  <a:gd name="T23" fmla="*/ 187 h 256"/>
                  <a:gd name="T24" fmla="*/ 15 w 190"/>
                  <a:gd name="T25" fmla="*/ 197 h 256"/>
                  <a:gd name="T26" fmla="*/ 0 w 190"/>
                  <a:gd name="T27" fmla="*/ 192 h 256"/>
                  <a:gd name="T28" fmla="*/ 158 w 190"/>
                  <a:gd name="T29" fmla="*/ 46 h 256"/>
                  <a:gd name="T30" fmla="*/ 152 w 190"/>
                  <a:gd name="T31" fmla="*/ 45 h 256"/>
                  <a:gd name="T32" fmla="*/ 95 w 190"/>
                  <a:gd name="T33" fmla="*/ 124 h 256"/>
                  <a:gd name="T34" fmla="*/ 101 w 190"/>
                  <a:gd name="T35" fmla="*/ 135 h 256"/>
                  <a:gd name="T36" fmla="*/ 133 w 190"/>
                  <a:gd name="T37" fmla="*/ 148 h 256"/>
                  <a:gd name="T38" fmla="*/ 152 w 190"/>
                  <a:gd name="T39" fmla="*/ 135 h 256"/>
                  <a:gd name="T40" fmla="*/ 155 w 190"/>
                  <a:gd name="T41" fmla="*/ 74 h 256"/>
                  <a:gd name="T42" fmla="*/ 158 w 190"/>
                  <a:gd name="T43" fmla="*/ 4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0" h="256">
                    <a:moveTo>
                      <a:pt x="0" y="192"/>
                    </a:moveTo>
                    <a:cubicBezTo>
                      <a:pt x="16" y="170"/>
                      <a:pt x="32" y="150"/>
                      <a:pt x="47" y="130"/>
                    </a:cubicBezTo>
                    <a:cubicBezTo>
                      <a:pt x="77" y="90"/>
                      <a:pt x="108" y="52"/>
                      <a:pt x="137" y="12"/>
                    </a:cubicBezTo>
                    <a:cubicBezTo>
                      <a:pt x="145" y="2"/>
                      <a:pt x="151" y="0"/>
                      <a:pt x="162" y="5"/>
                    </a:cubicBezTo>
                    <a:cubicBezTo>
                      <a:pt x="189" y="16"/>
                      <a:pt x="190" y="16"/>
                      <a:pt x="189" y="45"/>
                    </a:cubicBezTo>
                    <a:cubicBezTo>
                      <a:pt x="188" y="110"/>
                      <a:pt x="186" y="175"/>
                      <a:pt x="184" y="240"/>
                    </a:cubicBezTo>
                    <a:cubicBezTo>
                      <a:pt x="184" y="244"/>
                      <a:pt x="184" y="248"/>
                      <a:pt x="183" y="256"/>
                    </a:cubicBezTo>
                    <a:cubicBezTo>
                      <a:pt x="172" y="252"/>
                      <a:pt x="162" y="249"/>
                      <a:pt x="153" y="244"/>
                    </a:cubicBezTo>
                    <a:cubicBezTo>
                      <a:pt x="149" y="243"/>
                      <a:pt x="147" y="237"/>
                      <a:pt x="146" y="233"/>
                    </a:cubicBezTo>
                    <a:cubicBezTo>
                      <a:pt x="145" y="230"/>
                      <a:pt x="146" y="226"/>
                      <a:pt x="146" y="222"/>
                    </a:cubicBezTo>
                    <a:cubicBezTo>
                      <a:pt x="147" y="175"/>
                      <a:pt x="156" y="188"/>
                      <a:pt x="110" y="172"/>
                    </a:cubicBezTo>
                    <a:cubicBezTo>
                      <a:pt x="68" y="157"/>
                      <a:pt x="75" y="152"/>
                      <a:pt x="51" y="187"/>
                    </a:cubicBezTo>
                    <a:cubicBezTo>
                      <a:pt x="37" y="206"/>
                      <a:pt x="37" y="205"/>
                      <a:pt x="15" y="197"/>
                    </a:cubicBezTo>
                    <a:cubicBezTo>
                      <a:pt x="11" y="196"/>
                      <a:pt x="7" y="195"/>
                      <a:pt x="0" y="192"/>
                    </a:cubicBezTo>
                    <a:close/>
                    <a:moveTo>
                      <a:pt x="158" y="46"/>
                    </a:moveTo>
                    <a:cubicBezTo>
                      <a:pt x="156" y="46"/>
                      <a:pt x="154" y="45"/>
                      <a:pt x="152" y="45"/>
                    </a:cubicBezTo>
                    <a:cubicBezTo>
                      <a:pt x="133" y="71"/>
                      <a:pt x="114" y="97"/>
                      <a:pt x="95" y="124"/>
                    </a:cubicBezTo>
                    <a:cubicBezTo>
                      <a:pt x="94" y="126"/>
                      <a:pt x="98" y="134"/>
                      <a:pt x="101" y="135"/>
                    </a:cubicBezTo>
                    <a:cubicBezTo>
                      <a:pt x="111" y="140"/>
                      <a:pt x="123" y="144"/>
                      <a:pt x="133" y="148"/>
                    </a:cubicBezTo>
                    <a:cubicBezTo>
                      <a:pt x="147" y="153"/>
                      <a:pt x="151" y="150"/>
                      <a:pt x="152" y="135"/>
                    </a:cubicBezTo>
                    <a:cubicBezTo>
                      <a:pt x="153" y="115"/>
                      <a:pt x="154" y="94"/>
                      <a:pt x="155" y="74"/>
                    </a:cubicBezTo>
                    <a:cubicBezTo>
                      <a:pt x="156" y="65"/>
                      <a:pt x="157" y="56"/>
                      <a:pt x="158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3" name="Freeform 242"/>
              <p:cNvSpPr>
                <a:spLocks noEditPoints="1"/>
              </p:cNvSpPr>
              <p:nvPr/>
            </p:nvSpPr>
            <p:spPr bwMode="auto">
              <a:xfrm>
                <a:off x="16579850" y="-893762"/>
                <a:ext cx="749300" cy="814388"/>
              </a:xfrm>
              <a:custGeom>
                <a:avLst/>
                <a:gdLst>
                  <a:gd name="T0" fmla="*/ 85 w 237"/>
                  <a:gd name="T1" fmla="*/ 258 h 258"/>
                  <a:gd name="T2" fmla="*/ 66 w 237"/>
                  <a:gd name="T3" fmla="*/ 208 h 258"/>
                  <a:gd name="T4" fmla="*/ 4 w 237"/>
                  <a:gd name="T5" fmla="*/ 46 h 258"/>
                  <a:gd name="T6" fmla="*/ 10 w 237"/>
                  <a:gd name="T7" fmla="*/ 23 h 258"/>
                  <a:gd name="T8" fmla="*/ 60 w 237"/>
                  <a:gd name="T9" fmla="*/ 21 h 258"/>
                  <a:gd name="T10" fmla="*/ 218 w 237"/>
                  <a:gd name="T11" fmla="*/ 122 h 258"/>
                  <a:gd name="T12" fmla="*/ 220 w 237"/>
                  <a:gd name="T13" fmla="*/ 149 h 258"/>
                  <a:gd name="T14" fmla="*/ 190 w 237"/>
                  <a:gd name="T15" fmla="*/ 152 h 258"/>
                  <a:gd name="T16" fmla="*/ 125 w 237"/>
                  <a:gd name="T17" fmla="*/ 155 h 258"/>
                  <a:gd name="T18" fmla="*/ 109 w 237"/>
                  <a:gd name="T19" fmla="*/ 215 h 258"/>
                  <a:gd name="T20" fmla="*/ 100 w 237"/>
                  <a:gd name="T21" fmla="*/ 247 h 258"/>
                  <a:gd name="T22" fmla="*/ 85 w 237"/>
                  <a:gd name="T23" fmla="*/ 258 h 258"/>
                  <a:gd name="T24" fmla="*/ 43 w 237"/>
                  <a:gd name="T25" fmla="*/ 49 h 258"/>
                  <a:gd name="T26" fmla="*/ 40 w 237"/>
                  <a:gd name="T27" fmla="*/ 53 h 258"/>
                  <a:gd name="T28" fmla="*/ 75 w 237"/>
                  <a:gd name="T29" fmla="*/ 137 h 258"/>
                  <a:gd name="T30" fmla="*/ 93 w 237"/>
                  <a:gd name="T31" fmla="*/ 141 h 258"/>
                  <a:gd name="T32" fmla="*/ 119 w 237"/>
                  <a:gd name="T33" fmla="*/ 119 h 258"/>
                  <a:gd name="T34" fmla="*/ 118 w 237"/>
                  <a:gd name="T35" fmla="*/ 101 h 258"/>
                  <a:gd name="T36" fmla="*/ 60 w 237"/>
                  <a:gd name="T37" fmla="*/ 59 h 258"/>
                  <a:gd name="T38" fmla="*/ 43 w 237"/>
                  <a:gd name="T39" fmla="*/ 49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37" h="258">
                    <a:moveTo>
                      <a:pt x="85" y="258"/>
                    </a:moveTo>
                    <a:cubicBezTo>
                      <a:pt x="78" y="240"/>
                      <a:pt x="72" y="224"/>
                      <a:pt x="66" y="208"/>
                    </a:cubicBezTo>
                    <a:cubicBezTo>
                      <a:pt x="45" y="154"/>
                      <a:pt x="25" y="100"/>
                      <a:pt x="4" y="46"/>
                    </a:cubicBezTo>
                    <a:cubicBezTo>
                      <a:pt x="0" y="37"/>
                      <a:pt x="1" y="30"/>
                      <a:pt x="10" y="23"/>
                    </a:cubicBezTo>
                    <a:cubicBezTo>
                      <a:pt x="40" y="0"/>
                      <a:pt x="29" y="1"/>
                      <a:pt x="60" y="21"/>
                    </a:cubicBezTo>
                    <a:cubicBezTo>
                      <a:pt x="113" y="54"/>
                      <a:pt x="165" y="88"/>
                      <a:pt x="218" y="122"/>
                    </a:cubicBezTo>
                    <a:cubicBezTo>
                      <a:pt x="237" y="134"/>
                      <a:pt x="237" y="134"/>
                      <a:pt x="220" y="149"/>
                    </a:cubicBezTo>
                    <a:cubicBezTo>
                      <a:pt x="210" y="158"/>
                      <a:pt x="203" y="161"/>
                      <a:pt x="190" y="152"/>
                    </a:cubicBezTo>
                    <a:cubicBezTo>
                      <a:pt x="157" y="128"/>
                      <a:pt x="156" y="128"/>
                      <a:pt x="125" y="155"/>
                    </a:cubicBezTo>
                    <a:cubicBezTo>
                      <a:pt x="88" y="186"/>
                      <a:pt x="90" y="170"/>
                      <a:pt x="109" y="215"/>
                    </a:cubicBezTo>
                    <a:cubicBezTo>
                      <a:pt x="116" y="231"/>
                      <a:pt x="114" y="239"/>
                      <a:pt x="100" y="247"/>
                    </a:cubicBezTo>
                    <a:cubicBezTo>
                      <a:pt x="96" y="250"/>
                      <a:pt x="91" y="253"/>
                      <a:pt x="85" y="258"/>
                    </a:cubicBezTo>
                    <a:close/>
                    <a:moveTo>
                      <a:pt x="43" y="49"/>
                    </a:moveTo>
                    <a:cubicBezTo>
                      <a:pt x="42" y="50"/>
                      <a:pt x="41" y="51"/>
                      <a:pt x="40" y="53"/>
                    </a:cubicBezTo>
                    <a:cubicBezTo>
                      <a:pt x="52" y="81"/>
                      <a:pt x="64" y="109"/>
                      <a:pt x="75" y="137"/>
                    </a:cubicBezTo>
                    <a:cubicBezTo>
                      <a:pt x="80" y="148"/>
                      <a:pt x="85" y="148"/>
                      <a:pt x="93" y="141"/>
                    </a:cubicBezTo>
                    <a:cubicBezTo>
                      <a:pt x="102" y="134"/>
                      <a:pt x="110" y="126"/>
                      <a:pt x="119" y="119"/>
                    </a:cubicBezTo>
                    <a:cubicBezTo>
                      <a:pt x="129" y="112"/>
                      <a:pt x="127" y="107"/>
                      <a:pt x="118" y="101"/>
                    </a:cubicBezTo>
                    <a:cubicBezTo>
                      <a:pt x="99" y="87"/>
                      <a:pt x="79" y="73"/>
                      <a:pt x="60" y="59"/>
                    </a:cubicBezTo>
                    <a:cubicBezTo>
                      <a:pt x="55" y="56"/>
                      <a:pt x="49" y="52"/>
                      <a:pt x="43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Freeform 243"/>
              <p:cNvSpPr/>
              <p:nvPr/>
            </p:nvSpPr>
            <p:spPr bwMode="auto">
              <a:xfrm>
                <a:off x="19727863" y="6446838"/>
                <a:ext cx="935037" cy="663575"/>
              </a:xfrm>
              <a:custGeom>
                <a:avLst/>
                <a:gdLst>
                  <a:gd name="T0" fmla="*/ 26 w 296"/>
                  <a:gd name="T1" fmla="*/ 77 h 210"/>
                  <a:gd name="T2" fmla="*/ 3 w 296"/>
                  <a:gd name="T3" fmla="*/ 94 h 210"/>
                  <a:gd name="T4" fmla="*/ 0 w 296"/>
                  <a:gd name="T5" fmla="*/ 91 h 210"/>
                  <a:gd name="T6" fmla="*/ 4 w 296"/>
                  <a:gd name="T7" fmla="*/ 81 h 210"/>
                  <a:gd name="T8" fmla="*/ 64 w 296"/>
                  <a:gd name="T9" fmla="*/ 10 h 210"/>
                  <a:gd name="T10" fmla="*/ 94 w 296"/>
                  <a:gd name="T11" fmla="*/ 11 h 210"/>
                  <a:gd name="T12" fmla="*/ 95 w 296"/>
                  <a:gd name="T13" fmla="*/ 28 h 210"/>
                  <a:gd name="T14" fmla="*/ 76 w 296"/>
                  <a:gd name="T15" fmla="*/ 41 h 210"/>
                  <a:gd name="T16" fmla="*/ 45 w 296"/>
                  <a:gd name="T17" fmla="*/ 81 h 210"/>
                  <a:gd name="T18" fmla="*/ 43 w 296"/>
                  <a:gd name="T19" fmla="*/ 97 h 210"/>
                  <a:gd name="T20" fmla="*/ 48 w 296"/>
                  <a:gd name="T21" fmla="*/ 109 h 210"/>
                  <a:gd name="T22" fmla="*/ 54 w 296"/>
                  <a:gd name="T23" fmla="*/ 99 h 210"/>
                  <a:gd name="T24" fmla="*/ 60 w 296"/>
                  <a:gd name="T25" fmla="*/ 68 h 210"/>
                  <a:gd name="T26" fmla="*/ 73 w 296"/>
                  <a:gd name="T27" fmla="*/ 61 h 210"/>
                  <a:gd name="T28" fmla="*/ 104 w 296"/>
                  <a:gd name="T29" fmla="*/ 50 h 210"/>
                  <a:gd name="T30" fmla="*/ 161 w 296"/>
                  <a:gd name="T31" fmla="*/ 8 h 210"/>
                  <a:gd name="T32" fmla="*/ 191 w 296"/>
                  <a:gd name="T33" fmla="*/ 12 h 210"/>
                  <a:gd name="T34" fmla="*/ 197 w 296"/>
                  <a:gd name="T35" fmla="*/ 41 h 210"/>
                  <a:gd name="T36" fmla="*/ 192 w 296"/>
                  <a:gd name="T37" fmla="*/ 61 h 210"/>
                  <a:gd name="T38" fmla="*/ 182 w 296"/>
                  <a:gd name="T39" fmla="*/ 73 h 210"/>
                  <a:gd name="T40" fmla="*/ 165 w 296"/>
                  <a:gd name="T41" fmla="*/ 94 h 210"/>
                  <a:gd name="T42" fmla="*/ 190 w 296"/>
                  <a:gd name="T43" fmla="*/ 118 h 210"/>
                  <a:gd name="T44" fmla="*/ 196 w 296"/>
                  <a:gd name="T45" fmla="*/ 117 h 210"/>
                  <a:gd name="T46" fmla="*/ 256 w 296"/>
                  <a:gd name="T47" fmla="*/ 83 h 210"/>
                  <a:gd name="T48" fmla="*/ 266 w 296"/>
                  <a:gd name="T49" fmla="*/ 56 h 210"/>
                  <a:gd name="T50" fmla="*/ 275 w 296"/>
                  <a:gd name="T51" fmla="*/ 37 h 210"/>
                  <a:gd name="T52" fmla="*/ 289 w 296"/>
                  <a:gd name="T53" fmla="*/ 53 h 210"/>
                  <a:gd name="T54" fmla="*/ 281 w 296"/>
                  <a:gd name="T55" fmla="*/ 100 h 210"/>
                  <a:gd name="T56" fmla="*/ 198 w 296"/>
                  <a:gd name="T57" fmla="*/ 143 h 210"/>
                  <a:gd name="T58" fmla="*/ 143 w 296"/>
                  <a:gd name="T59" fmla="*/ 113 h 210"/>
                  <a:gd name="T60" fmla="*/ 144 w 296"/>
                  <a:gd name="T61" fmla="*/ 55 h 210"/>
                  <a:gd name="T62" fmla="*/ 155 w 296"/>
                  <a:gd name="T63" fmla="*/ 39 h 210"/>
                  <a:gd name="T64" fmla="*/ 172 w 296"/>
                  <a:gd name="T65" fmla="*/ 34 h 210"/>
                  <a:gd name="T66" fmla="*/ 183 w 296"/>
                  <a:gd name="T67" fmla="*/ 36 h 210"/>
                  <a:gd name="T68" fmla="*/ 183 w 296"/>
                  <a:gd name="T69" fmla="*/ 29 h 210"/>
                  <a:gd name="T70" fmla="*/ 173 w 296"/>
                  <a:gd name="T71" fmla="*/ 22 h 210"/>
                  <a:gd name="T72" fmla="*/ 149 w 296"/>
                  <a:gd name="T73" fmla="*/ 34 h 210"/>
                  <a:gd name="T74" fmla="*/ 105 w 296"/>
                  <a:gd name="T75" fmla="*/ 74 h 210"/>
                  <a:gd name="T76" fmla="*/ 70 w 296"/>
                  <a:gd name="T77" fmla="*/ 156 h 210"/>
                  <a:gd name="T78" fmla="*/ 68 w 296"/>
                  <a:gd name="T79" fmla="*/ 189 h 210"/>
                  <a:gd name="T80" fmla="*/ 54 w 296"/>
                  <a:gd name="T81" fmla="*/ 210 h 210"/>
                  <a:gd name="T82" fmla="*/ 34 w 296"/>
                  <a:gd name="T83" fmla="*/ 194 h 210"/>
                  <a:gd name="T84" fmla="*/ 46 w 296"/>
                  <a:gd name="T85" fmla="*/ 170 h 210"/>
                  <a:gd name="T86" fmla="*/ 50 w 296"/>
                  <a:gd name="T87" fmla="*/ 154 h 210"/>
                  <a:gd name="T88" fmla="*/ 28 w 296"/>
                  <a:gd name="T89" fmla="*/ 84 h 210"/>
                  <a:gd name="T90" fmla="*/ 28 w 296"/>
                  <a:gd name="T91" fmla="*/ 81 h 210"/>
                  <a:gd name="T92" fmla="*/ 26 w 296"/>
                  <a:gd name="T93" fmla="*/ 77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96" h="210">
                    <a:moveTo>
                      <a:pt x="26" y="77"/>
                    </a:moveTo>
                    <a:cubicBezTo>
                      <a:pt x="18" y="83"/>
                      <a:pt x="11" y="88"/>
                      <a:pt x="3" y="94"/>
                    </a:cubicBezTo>
                    <a:cubicBezTo>
                      <a:pt x="2" y="93"/>
                      <a:pt x="1" y="92"/>
                      <a:pt x="0" y="91"/>
                    </a:cubicBezTo>
                    <a:cubicBezTo>
                      <a:pt x="1" y="87"/>
                      <a:pt x="2" y="83"/>
                      <a:pt x="4" y="81"/>
                    </a:cubicBezTo>
                    <a:cubicBezTo>
                      <a:pt x="24" y="57"/>
                      <a:pt x="43" y="33"/>
                      <a:pt x="64" y="10"/>
                    </a:cubicBezTo>
                    <a:cubicBezTo>
                      <a:pt x="74" y="0"/>
                      <a:pt x="83" y="1"/>
                      <a:pt x="94" y="11"/>
                    </a:cubicBezTo>
                    <a:cubicBezTo>
                      <a:pt x="101" y="16"/>
                      <a:pt x="102" y="23"/>
                      <a:pt x="95" y="28"/>
                    </a:cubicBezTo>
                    <a:cubicBezTo>
                      <a:pt x="89" y="33"/>
                      <a:pt x="83" y="39"/>
                      <a:pt x="76" y="41"/>
                    </a:cubicBezTo>
                    <a:cubicBezTo>
                      <a:pt x="57" y="48"/>
                      <a:pt x="45" y="59"/>
                      <a:pt x="45" y="81"/>
                    </a:cubicBezTo>
                    <a:cubicBezTo>
                      <a:pt x="46" y="86"/>
                      <a:pt x="43" y="91"/>
                      <a:pt x="43" y="97"/>
                    </a:cubicBezTo>
                    <a:cubicBezTo>
                      <a:pt x="43" y="101"/>
                      <a:pt x="46" y="105"/>
                      <a:pt x="48" y="109"/>
                    </a:cubicBezTo>
                    <a:cubicBezTo>
                      <a:pt x="50" y="106"/>
                      <a:pt x="53" y="103"/>
                      <a:pt x="54" y="99"/>
                    </a:cubicBezTo>
                    <a:cubicBezTo>
                      <a:pt x="57" y="89"/>
                      <a:pt x="57" y="78"/>
                      <a:pt x="60" y="68"/>
                    </a:cubicBezTo>
                    <a:cubicBezTo>
                      <a:pt x="61" y="65"/>
                      <a:pt x="69" y="61"/>
                      <a:pt x="73" y="61"/>
                    </a:cubicBezTo>
                    <a:cubicBezTo>
                      <a:pt x="86" y="64"/>
                      <a:pt x="94" y="58"/>
                      <a:pt x="104" y="50"/>
                    </a:cubicBezTo>
                    <a:cubicBezTo>
                      <a:pt x="122" y="36"/>
                      <a:pt x="141" y="21"/>
                      <a:pt x="161" y="8"/>
                    </a:cubicBezTo>
                    <a:cubicBezTo>
                      <a:pt x="171" y="1"/>
                      <a:pt x="182" y="4"/>
                      <a:pt x="191" y="12"/>
                    </a:cubicBezTo>
                    <a:cubicBezTo>
                      <a:pt x="200" y="21"/>
                      <a:pt x="201" y="31"/>
                      <a:pt x="197" y="41"/>
                    </a:cubicBezTo>
                    <a:cubicBezTo>
                      <a:pt x="195" y="48"/>
                      <a:pt x="195" y="55"/>
                      <a:pt x="192" y="61"/>
                    </a:cubicBezTo>
                    <a:cubicBezTo>
                      <a:pt x="190" y="66"/>
                      <a:pt x="185" y="73"/>
                      <a:pt x="182" y="73"/>
                    </a:cubicBezTo>
                    <a:cubicBezTo>
                      <a:pt x="166" y="72"/>
                      <a:pt x="164" y="82"/>
                      <a:pt x="165" y="94"/>
                    </a:cubicBezTo>
                    <a:cubicBezTo>
                      <a:pt x="167" y="109"/>
                      <a:pt x="177" y="118"/>
                      <a:pt x="190" y="118"/>
                    </a:cubicBezTo>
                    <a:cubicBezTo>
                      <a:pt x="192" y="118"/>
                      <a:pt x="194" y="118"/>
                      <a:pt x="196" y="117"/>
                    </a:cubicBezTo>
                    <a:cubicBezTo>
                      <a:pt x="218" y="110"/>
                      <a:pt x="241" y="102"/>
                      <a:pt x="256" y="83"/>
                    </a:cubicBezTo>
                    <a:cubicBezTo>
                      <a:pt x="262" y="76"/>
                      <a:pt x="262" y="65"/>
                      <a:pt x="266" y="56"/>
                    </a:cubicBezTo>
                    <a:cubicBezTo>
                      <a:pt x="268" y="49"/>
                      <a:pt x="272" y="44"/>
                      <a:pt x="275" y="37"/>
                    </a:cubicBezTo>
                    <a:cubicBezTo>
                      <a:pt x="280" y="42"/>
                      <a:pt x="287" y="47"/>
                      <a:pt x="289" y="53"/>
                    </a:cubicBezTo>
                    <a:cubicBezTo>
                      <a:pt x="296" y="70"/>
                      <a:pt x="293" y="86"/>
                      <a:pt x="281" y="100"/>
                    </a:cubicBezTo>
                    <a:cubicBezTo>
                      <a:pt x="259" y="125"/>
                      <a:pt x="231" y="141"/>
                      <a:pt x="198" y="143"/>
                    </a:cubicBezTo>
                    <a:cubicBezTo>
                      <a:pt x="174" y="145"/>
                      <a:pt x="156" y="132"/>
                      <a:pt x="143" y="113"/>
                    </a:cubicBezTo>
                    <a:cubicBezTo>
                      <a:pt x="130" y="95"/>
                      <a:pt x="131" y="74"/>
                      <a:pt x="144" y="55"/>
                    </a:cubicBezTo>
                    <a:cubicBezTo>
                      <a:pt x="147" y="50"/>
                      <a:pt x="150" y="43"/>
                      <a:pt x="155" y="39"/>
                    </a:cubicBezTo>
                    <a:cubicBezTo>
                      <a:pt x="159" y="36"/>
                      <a:pt x="166" y="35"/>
                      <a:pt x="172" y="34"/>
                    </a:cubicBezTo>
                    <a:cubicBezTo>
                      <a:pt x="176" y="33"/>
                      <a:pt x="179" y="35"/>
                      <a:pt x="183" y="36"/>
                    </a:cubicBezTo>
                    <a:cubicBezTo>
                      <a:pt x="183" y="33"/>
                      <a:pt x="184" y="30"/>
                      <a:pt x="183" y="29"/>
                    </a:cubicBezTo>
                    <a:cubicBezTo>
                      <a:pt x="180" y="26"/>
                      <a:pt x="175" y="22"/>
                      <a:pt x="173" y="22"/>
                    </a:cubicBezTo>
                    <a:cubicBezTo>
                      <a:pt x="164" y="25"/>
                      <a:pt x="156" y="28"/>
                      <a:pt x="149" y="34"/>
                    </a:cubicBezTo>
                    <a:cubicBezTo>
                      <a:pt x="134" y="46"/>
                      <a:pt x="120" y="61"/>
                      <a:pt x="105" y="74"/>
                    </a:cubicBezTo>
                    <a:cubicBezTo>
                      <a:pt x="79" y="96"/>
                      <a:pt x="68" y="123"/>
                      <a:pt x="70" y="156"/>
                    </a:cubicBezTo>
                    <a:cubicBezTo>
                      <a:pt x="71" y="167"/>
                      <a:pt x="70" y="178"/>
                      <a:pt x="68" y="189"/>
                    </a:cubicBezTo>
                    <a:cubicBezTo>
                      <a:pt x="66" y="196"/>
                      <a:pt x="59" y="203"/>
                      <a:pt x="54" y="210"/>
                    </a:cubicBezTo>
                    <a:cubicBezTo>
                      <a:pt x="47" y="204"/>
                      <a:pt x="36" y="201"/>
                      <a:pt x="34" y="194"/>
                    </a:cubicBezTo>
                    <a:cubicBezTo>
                      <a:pt x="30" y="185"/>
                      <a:pt x="32" y="174"/>
                      <a:pt x="46" y="170"/>
                    </a:cubicBezTo>
                    <a:cubicBezTo>
                      <a:pt x="56" y="167"/>
                      <a:pt x="57" y="162"/>
                      <a:pt x="50" y="154"/>
                    </a:cubicBezTo>
                    <a:cubicBezTo>
                      <a:pt x="31" y="135"/>
                      <a:pt x="12" y="115"/>
                      <a:pt x="28" y="84"/>
                    </a:cubicBezTo>
                    <a:cubicBezTo>
                      <a:pt x="29" y="84"/>
                      <a:pt x="28" y="82"/>
                      <a:pt x="28" y="81"/>
                    </a:cubicBezTo>
                    <a:cubicBezTo>
                      <a:pt x="28" y="81"/>
                      <a:pt x="27" y="80"/>
                      <a:pt x="26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5" name="Freeform 244"/>
              <p:cNvSpPr>
                <a:spLocks noEditPoints="1"/>
              </p:cNvSpPr>
              <p:nvPr/>
            </p:nvSpPr>
            <p:spPr bwMode="auto">
              <a:xfrm>
                <a:off x="21994813" y="4781550"/>
                <a:ext cx="644525" cy="865188"/>
              </a:xfrm>
              <a:custGeom>
                <a:avLst/>
                <a:gdLst>
                  <a:gd name="T0" fmla="*/ 175 w 204"/>
                  <a:gd name="T1" fmla="*/ 81 h 274"/>
                  <a:gd name="T2" fmla="*/ 150 w 204"/>
                  <a:gd name="T3" fmla="*/ 103 h 274"/>
                  <a:gd name="T4" fmla="*/ 69 w 204"/>
                  <a:gd name="T5" fmla="*/ 223 h 274"/>
                  <a:gd name="T6" fmla="*/ 77 w 204"/>
                  <a:gd name="T7" fmla="*/ 252 h 274"/>
                  <a:gd name="T8" fmla="*/ 86 w 204"/>
                  <a:gd name="T9" fmla="*/ 271 h 274"/>
                  <a:gd name="T10" fmla="*/ 63 w 204"/>
                  <a:gd name="T11" fmla="*/ 266 h 274"/>
                  <a:gd name="T12" fmla="*/ 36 w 204"/>
                  <a:gd name="T13" fmla="*/ 224 h 274"/>
                  <a:gd name="T14" fmla="*/ 36 w 204"/>
                  <a:gd name="T15" fmla="*/ 214 h 274"/>
                  <a:gd name="T16" fmla="*/ 31 w 204"/>
                  <a:gd name="T17" fmla="*/ 183 h 274"/>
                  <a:gd name="T18" fmla="*/ 2 w 204"/>
                  <a:gd name="T19" fmla="*/ 136 h 274"/>
                  <a:gd name="T20" fmla="*/ 1 w 204"/>
                  <a:gd name="T21" fmla="*/ 122 h 274"/>
                  <a:gd name="T22" fmla="*/ 9 w 204"/>
                  <a:gd name="T23" fmla="*/ 83 h 274"/>
                  <a:gd name="T24" fmla="*/ 17 w 204"/>
                  <a:gd name="T25" fmla="*/ 76 h 274"/>
                  <a:gd name="T26" fmla="*/ 30 w 204"/>
                  <a:gd name="T27" fmla="*/ 63 h 274"/>
                  <a:gd name="T28" fmla="*/ 31 w 204"/>
                  <a:gd name="T29" fmla="*/ 52 h 274"/>
                  <a:gd name="T30" fmla="*/ 39 w 204"/>
                  <a:gd name="T31" fmla="*/ 42 h 274"/>
                  <a:gd name="T32" fmla="*/ 47 w 204"/>
                  <a:gd name="T33" fmla="*/ 51 h 274"/>
                  <a:gd name="T34" fmla="*/ 64 w 204"/>
                  <a:gd name="T35" fmla="*/ 69 h 274"/>
                  <a:gd name="T36" fmla="*/ 72 w 204"/>
                  <a:gd name="T37" fmla="*/ 42 h 274"/>
                  <a:gd name="T38" fmla="*/ 81 w 204"/>
                  <a:gd name="T39" fmla="*/ 5 h 274"/>
                  <a:gd name="T40" fmla="*/ 123 w 204"/>
                  <a:gd name="T41" fmla="*/ 27 h 274"/>
                  <a:gd name="T42" fmla="*/ 134 w 204"/>
                  <a:gd name="T43" fmla="*/ 65 h 274"/>
                  <a:gd name="T44" fmla="*/ 140 w 204"/>
                  <a:gd name="T45" fmla="*/ 78 h 274"/>
                  <a:gd name="T46" fmla="*/ 151 w 204"/>
                  <a:gd name="T47" fmla="*/ 71 h 274"/>
                  <a:gd name="T48" fmla="*/ 166 w 204"/>
                  <a:gd name="T49" fmla="*/ 55 h 274"/>
                  <a:gd name="T50" fmla="*/ 192 w 204"/>
                  <a:gd name="T51" fmla="*/ 49 h 274"/>
                  <a:gd name="T52" fmla="*/ 203 w 204"/>
                  <a:gd name="T53" fmla="*/ 70 h 274"/>
                  <a:gd name="T54" fmla="*/ 175 w 204"/>
                  <a:gd name="T55" fmla="*/ 81 h 274"/>
                  <a:gd name="T56" fmla="*/ 100 w 204"/>
                  <a:gd name="T57" fmla="*/ 59 h 274"/>
                  <a:gd name="T58" fmla="*/ 108 w 204"/>
                  <a:gd name="T59" fmla="*/ 57 h 274"/>
                  <a:gd name="T60" fmla="*/ 116 w 204"/>
                  <a:gd name="T61" fmla="*/ 45 h 274"/>
                  <a:gd name="T62" fmla="*/ 98 w 204"/>
                  <a:gd name="T63" fmla="*/ 29 h 274"/>
                  <a:gd name="T64" fmla="*/ 87 w 204"/>
                  <a:gd name="T65" fmla="*/ 37 h 274"/>
                  <a:gd name="T66" fmla="*/ 94 w 204"/>
                  <a:gd name="T67" fmla="*/ 82 h 274"/>
                  <a:gd name="T68" fmla="*/ 104 w 204"/>
                  <a:gd name="T69" fmla="*/ 102 h 274"/>
                  <a:gd name="T70" fmla="*/ 113 w 204"/>
                  <a:gd name="T71" fmla="*/ 112 h 274"/>
                  <a:gd name="T72" fmla="*/ 121 w 204"/>
                  <a:gd name="T73" fmla="*/ 107 h 274"/>
                  <a:gd name="T74" fmla="*/ 118 w 204"/>
                  <a:gd name="T75" fmla="*/ 95 h 274"/>
                  <a:gd name="T76" fmla="*/ 100 w 204"/>
                  <a:gd name="T77" fmla="*/ 59 h 274"/>
                  <a:gd name="T78" fmla="*/ 56 w 204"/>
                  <a:gd name="T79" fmla="*/ 185 h 274"/>
                  <a:gd name="T80" fmla="*/ 61 w 204"/>
                  <a:gd name="T81" fmla="*/ 184 h 274"/>
                  <a:gd name="T82" fmla="*/ 61 w 204"/>
                  <a:gd name="T83" fmla="*/ 175 h 274"/>
                  <a:gd name="T84" fmla="*/ 35 w 204"/>
                  <a:gd name="T85" fmla="*/ 135 h 274"/>
                  <a:gd name="T86" fmla="*/ 24 w 204"/>
                  <a:gd name="T87" fmla="*/ 139 h 274"/>
                  <a:gd name="T88" fmla="*/ 29 w 204"/>
                  <a:gd name="T89" fmla="*/ 156 h 274"/>
                  <a:gd name="T90" fmla="*/ 56 w 204"/>
                  <a:gd name="T91" fmla="*/ 185 h 274"/>
                  <a:gd name="T92" fmla="*/ 59 w 204"/>
                  <a:gd name="T93" fmla="*/ 100 h 274"/>
                  <a:gd name="T94" fmla="*/ 61 w 204"/>
                  <a:gd name="T95" fmla="*/ 140 h 274"/>
                  <a:gd name="T96" fmla="*/ 67 w 204"/>
                  <a:gd name="T97" fmla="*/ 141 h 274"/>
                  <a:gd name="T98" fmla="*/ 71 w 204"/>
                  <a:gd name="T99" fmla="*/ 133 h 274"/>
                  <a:gd name="T100" fmla="*/ 59 w 204"/>
                  <a:gd name="T101" fmla="*/ 100 h 274"/>
                  <a:gd name="T102" fmla="*/ 77 w 204"/>
                  <a:gd name="T103" fmla="*/ 117 h 274"/>
                  <a:gd name="T104" fmla="*/ 91 w 204"/>
                  <a:gd name="T105" fmla="*/ 131 h 274"/>
                  <a:gd name="T106" fmla="*/ 96 w 204"/>
                  <a:gd name="T107" fmla="*/ 122 h 274"/>
                  <a:gd name="T108" fmla="*/ 85 w 204"/>
                  <a:gd name="T109" fmla="*/ 107 h 274"/>
                  <a:gd name="T110" fmla="*/ 77 w 204"/>
                  <a:gd name="T111" fmla="*/ 117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04" h="274">
                    <a:moveTo>
                      <a:pt x="175" y="81"/>
                    </a:moveTo>
                    <a:cubicBezTo>
                      <a:pt x="167" y="88"/>
                      <a:pt x="156" y="94"/>
                      <a:pt x="150" y="103"/>
                    </a:cubicBezTo>
                    <a:cubicBezTo>
                      <a:pt x="122" y="142"/>
                      <a:pt x="96" y="183"/>
                      <a:pt x="69" y="223"/>
                    </a:cubicBezTo>
                    <a:cubicBezTo>
                      <a:pt x="62" y="235"/>
                      <a:pt x="69" y="244"/>
                      <a:pt x="77" y="252"/>
                    </a:cubicBezTo>
                    <a:cubicBezTo>
                      <a:pt x="83" y="257"/>
                      <a:pt x="96" y="261"/>
                      <a:pt x="86" y="271"/>
                    </a:cubicBezTo>
                    <a:cubicBezTo>
                      <a:pt x="83" y="274"/>
                      <a:pt x="68" y="271"/>
                      <a:pt x="63" y="266"/>
                    </a:cubicBezTo>
                    <a:cubicBezTo>
                      <a:pt x="53" y="254"/>
                      <a:pt x="45" y="239"/>
                      <a:pt x="36" y="224"/>
                    </a:cubicBezTo>
                    <a:cubicBezTo>
                      <a:pt x="35" y="222"/>
                      <a:pt x="35" y="216"/>
                      <a:pt x="36" y="214"/>
                    </a:cubicBezTo>
                    <a:cubicBezTo>
                      <a:pt x="48" y="201"/>
                      <a:pt x="37" y="193"/>
                      <a:pt x="31" y="183"/>
                    </a:cubicBezTo>
                    <a:cubicBezTo>
                      <a:pt x="21" y="168"/>
                      <a:pt x="11" y="152"/>
                      <a:pt x="2" y="136"/>
                    </a:cubicBezTo>
                    <a:cubicBezTo>
                      <a:pt x="0" y="132"/>
                      <a:pt x="1" y="126"/>
                      <a:pt x="1" y="122"/>
                    </a:cubicBezTo>
                    <a:cubicBezTo>
                      <a:pt x="3" y="109"/>
                      <a:pt x="6" y="96"/>
                      <a:pt x="9" y="83"/>
                    </a:cubicBezTo>
                    <a:cubicBezTo>
                      <a:pt x="9" y="80"/>
                      <a:pt x="14" y="76"/>
                      <a:pt x="17" y="76"/>
                    </a:cubicBezTo>
                    <a:cubicBezTo>
                      <a:pt x="28" y="77"/>
                      <a:pt x="30" y="71"/>
                      <a:pt x="30" y="63"/>
                    </a:cubicBezTo>
                    <a:cubicBezTo>
                      <a:pt x="30" y="59"/>
                      <a:pt x="29" y="55"/>
                      <a:pt x="31" y="52"/>
                    </a:cubicBezTo>
                    <a:cubicBezTo>
                      <a:pt x="33" y="49"/>
                      <a:pt x="36" y="46"/>
                      <a:pt x="39" y="42"/>
                    </a:cubicBezTo>
                    <a:cubicBezTo>
                      <a:pt x="42" y="45"/>
                      <a:pt x="46" y="48"/>
                      <a:pt x="47" y="51"/>
                    </a:cubicBezTo>
                    <a:cubicBezTo>
                      <a:pt x="51" y="59"/>
                      <a:pt x="50" y="73"/>
                      <a:pt x="64" y="69"/>
                    </a:cubicBezTo>
                    <a:cubicBezTo>
                      <a:pt x="77" y="65"/>
                      <a:pt x="74" y="52"/>
                      <a:pt x="72" y="42"/>
                    </a:cubicBezTo>
                    <a:cubicBezTo>
                      <a:pt x="69" y="28"/>
                      <a:pt x="64" y="14"/>
                      <a:pt x="81" y="5"/>
                    </a:cubicBezTo>
                    <a:cubicBezTo>
                      <a:pt x="92" y="0"/>
                      <a:pt x="117" y="12"/>
                      <a:pt x="123" y="27"/>
                    </a:cubicBezTo>
                    <a:cubicBezTo>
                      <a:pt x="129" y="39"/>
                      <a:pt x="130" y="52"/>
                      <a:pt x="134" y="65"/>
                    </a:cubicBezTo>
                    <a:cubicBezTo>
                      <a:pt x="135" y="70"/>
                      <a:pt x="138" y="74"/>
                      <a:pt x="140" y="78"/>
                    </a:cubicBezTo>
                    <a:cubicBezTo>
                      <a:pt x="144" y="76"/>
                      <a:pt x="148" y="74"/>
                      <a:pt x="151" y="71"/>
                    </a:cubicBezTo>
                    <a:cubicBezTo>
                      <a:pt x="156" y="66"/>
                      <a:pt x="161" y="60"/>
                      <a:pt x="166" y="55"/>
                    </a:cubicBezTo>
                    <a:cubicBezTo>
                      <a:pt x="173" y="47"/>
                      <a:pt x="182" y="39"/>
                      <a:pt x="192" y="49"/>
                    </a:cubicBezTo>
                    <a:cubicBezTo>
                      <a:pt x="198" y="54"/>
                      <a:pt x="204" y="64"/>
                      <a:pt x="203" y="70"/>
                    </a:cubicBezTo>
                    <a:cubicBezTo>
                      <a:pt x="201" y="81"/>
                      <a:pt x="190" y="86"/>
                      <a:pt x="175" y="81"/>
                    </a:cubicBezTo>
                    <a:close/>
                    <a:moveTo>
                      <a:pt x="100" y="59"/>
                    </a:moveTo>
                    <a:cubicBezTo>
                      <a:pt x="103" y="58"/>
                      <a:pt x="107" y="58"/>
                      <a:pt x="108" y="57"/>
                    </a:cubicBezTo>
                    <a:cubicBezTo>
                      <a:pt x="112" y="53"/>
                      <a:pt x="117" y="46"/>
                      <a:pt x="116" y="45"/>
                    </a:cubicBezTo>
                    <a:cubicBezTo>
                      <a:pt x="111" y="39"/>
                      <a:pt x="105" y="33"/>
                      <a:pt x="98" y="29"/>
                    </a:cubicBezTo>
                    <a:cubicBezTo>
                      <a:pt x="97" y="28"/>
                      <a:pt x="88" y="33"/>
                      <a:pt x="87" y="37"/>
                    </a:cubicBezTo>
                    <a:cubicBezTo>
                      <a:pt x="85" y="52"/>
                      <a:pt x="82" y="68"/>
                      <a:pt x="94" y="82"/>
                    </a:cubicBezTo>
                    <a:cubicBezTo>
                      <a:pt x="98" y="88"/>
                      <a:pt x="100" y="95"/>
                      <a:pt x="104" y="102"/>
                    </a:cubicBezTo>
                    <a:cubicBezTo>
                      <a:pt x="107" y="106"/>
                      <a:pt x="110" y="110"/>
                      <a:pt x="113" y="112"/>
                    </a:cubicBezTo>
                    <a:cubicBezTo>
                      <a:pt x="114" y="113"/>
                      <a:pt x="121" y="109"/>
                      <a:pt x="121" y="107"/>
                    </a:cubicBezTo>
                    <a:cubicBezTo>
                      <a:pt x="122" y="103"/>
                      <a:pt x="120" y="99"/>
                      <a:pt x="118" y="95"/>
                    </a:cubicBezTo>
                    <a:cubicBezTo>
                      <a:pt x="113" y="83"/>
                      <a:pt x="107" y="72"/>
                      <a:pt x="100" y="59"/>
                    </a:cubicBezTo>
                    <a:close/>
                    <a:moveTo>
                      <a:pt x="56" y="185"/>
                    </a:moveTo>
                    <a:cubicBezTo>
                      <a:pt x="57" y="185"/>
                      <a:pt x="59" y="184"/>
                      <a:pt x="61" y="184"/>
                    </a:cubicBezTo>
                    <a:cubicBezTo>
                      <a:pt x="61" y="181"/>
                      <a:pt x="62" y="177"/>
                      <a:pt x="61" y="175"/>
                    </a:cubicBezTo>
                    <a:cubicBezTo>
                      <a:pt x="53" y="161"/>
                      <a:pt x="45" y="147"/>
                      <a:pt x="35" y="135"/>
                    </a:cubicBezTo>
                    <a:cubicBezTo>
                      <a:pt x="31" y="129"/>
                      <a:pt x="24" y="131"/>
                      <a:pt x="24" y="139"/>
                    </a:cubicBezTo>
                    <a:cubicBezTo>
                      <a:pt x="24" y="145"/>
                      <a:pt x="26" y="151"/>
                      <a:pt x="29" y="156"/>
                    </a:cubicBezTo>
                    <a:cubicBezTo>
                      <a:pt x="37" y="166"/>
                      <a:pt x="47" y="175"/>
                      <a:pt x="56" y="185"/>
                    </a:cubicBezTo>
                    <a:close/>
                    <a:moveTo>
                      <a:pt x="59" y="100"/>
                    </a:moveTo>
                    <a:cubicBezTo>
                      <a:pt x="48" y="112"/>
                      <a:pt x="50" y="133"/>
                      <a:pt x="61" y="140"/>
                    </a:cubicBezTo>
                    <a:cubicBezTo>
                      <a:pt x="62" y="141"/>
                      <a:pt x="66" y="142"/>
                      <a:pt x="67" y="141"/>
                    </a:cubicBezTo>
                    <a:cubicBezTo>
                      <a:pt x="69" y="139"/>
                      <a:pt x="71" y="135"/>
                      <a:pt x="71" y="133"/>
                    </a:cubicBezTo>
                    <a:cubicBezTo>
                      <a:pt x="68" y="123"/>
                      <a:pt x="64" y="113"/>
                      <a:pt x="59" y="100"/>
                    </a:cubicBezTo>
                    <a:close/>
                    <a:moveTo>
                      <a:pt x="77" y="117"/>
                    </a:moveTo>
                    <a:cubicBezTo>
                      <a:pt x="82" y="122"/>
                      <a:pt x="87" y="127"/>
                      <a:pt x="91" y="131"/>
                    </a:cubicBezTo>
                    <a:cubicBezTo>
                      <a:pt x="93" y="128"/>
                      <a:pt x="97" y="124"/>
                      <a:pt x="96" y="122"/>
                    </a:cubicBezTo>
                    <a:cubicBezTo>
                      <a:pt x="94" y="117"/>
                      <a:pt x="89" y="112"/>
                      <a:pt x="85" y="107"/>
                    </a:cubicBezTo>
                    <a:cubicBezTo>
                      <a:pt x="83" y="110"/>
                      <a:pt x="81" y="112"/>
                      <a:pt x="77" y="1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6" name="Freeform 245"/>
              <p:cNvSpPr/>
              <p:nvPr/>
            </p:nvSpPr>
            <p:spPr bwMode="auto">
              <a:xfrm>
                <a:off x="22690138" y="498475"/>
                <a:ext cx="820737" cy="619125"/>
              </a:xfrm>
              <a:custGeom>
                <a:avLst/>
                <a:gdLst>
                  <a:gd name="T0" fmla="*/ 71 w 260"/>
                  <a:gd name="T1" fmla="*/ 154 h 196"/>
                  <a:gd name="T2" fmla="*/ 96 w 260"/>
                  <a:gd name="T3" fmla="*/ 151 h 196"/>
                  <a:gd name="T4" fmla="*/ 226 w 260"/>
                  <a:gd name="T5" fmla="*/ 130 h 196"/>
                  <a:gd name="T6" fmla="*/ 257 w 260"/>
                  <a:gd name="T7" fmla="*/ 160 h 196"/>
                  <a:gd name="T8" fmla="*/ 248 w 260"/>
                  <a:gd name="T9" fmla="*/ 166 h 196"/>
                  <a:gd name="T10" fmla="*/ 172 w 260"/>
                  <a:gd name="T11" fmla="*/ 177 h 196"/>
                  <a:gd name="T12" fmla="*/ 38 w 260"/>
                  <a:gd name="T13" fmla="*/ 194 h 196"/>
                  <a:gd name="T14" fmla="*/ 16 w 260"/>
                  <a:gd name="T15" fmla="*/ 182 h 196"/>
                  <a:gd name="T16" fmla="*/ 16 w 260"/>
                  <a:gd name="T17" fmla="*/ 147 h 196"/>
                  <a:gd name="T18" fmla="*/ 172 w 260"/>
                  <a:gd name="T19" fmla="*/ 11 h 196"/>
                  <a:gd name="T20" fmla="*/ 194 w 260"/>
                  <a:gd name="T21" fmla="*/ 17 h 196"/>
                  <a:gd name="T22" fmla="*/ 186 w 260"/>
                  <a:gd name="T23" fmla="*/ 54 h 196"/>
                  <a:gd name="T24" fmla="*/ 80 w 260"/>
                  <a:gd name="T25" fmla="*/ 139 h 196"/>
                  <a:gd name="T26" fmla="*/ 69 w 260"/>
                  <a:gd name="T27" fmla="*/ 149 h 196"/>
                  <a:gd name="T28" fmla="*/ 71 w 260"/>
                  <a:gd name="T29" fmla="*/ 154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0" h="196">
                    <a:moveTo>
                      <a:pt x="71" y="154"/>
                    </a:moveTo>
                    <a:cubicBezTo>
                      <a:pt x="79" y="153"/>
                      <a:pt x="88" y="153"/>
                      <a:pt x="96" y="151"/>
                    </a:cubicBezTo>
                    <a:cubicBezTo>
                      <a:pt x="140" y="144"/>
                      <a:pt x="183" y="137"/>
                      <a:pt x="226" y="130"/>
                    </a:cubicBezTo>
                    <a:cubicBezTo>
                      <a:pt x="242" y="128"/>
                      <a:pt x="260" y="145"/>
                      <a:pt x="257" y="160"/>
                    </a:cubicBezTo>
                    <a:cubicBezTo>
                      <a:pt x="257" y="163"/>
                      <a:pt x="251" y="166"/>
                      <a:pt x="248" y="166"/>
                    </a:cubicBezTo>
                    <a:cubicBezTo>
                      <a:pt x="222" y="170"/>
                      <a:pt x="197" y="174"/>
                      <a:pt x="172" y="177"/>
                    </a:cubicBezTo>
                    <a:cubicBezTo>
                      <a:pt x="127" y="183"/>
                      <a:pt x="83" y="188"/>
                      <a:pt x="38" y="194"/>
                    </a:cubicBezTo>
                    <a:cubicBezTo>
                      <a:pt x="28" y="196"/>
                      <a:pt x="20" y="194"/>
                      <a:pt x="16" y="182"/>
                    </a:cubicBezTo>
                    <a:cubicBezTo>
                      <a:pt x="13" y="171"/>
                      <a:pt x="0" y="160"/>
                      <a:pt x="16" y="147"/>
                    </a:cubicBezTo>
                    <a:cubicBezTo>
                      <a:pt x="68" y="102"/>
                      <a:pt x="120" y="57"/>
                      <a:pt x="172" y="11"/>
                    </a:cubicBezTo>
                    <a:cubicBezTo>
                      <a:pt x="186" y="0"/>
                      <a:pt x="186" y="0"/>
                      <a:pt x="194" y="17"/>
                    </a:cubicBezTo>
                    <a:cubicBezTo>
                      <a:pt x="204" y="39"/>
                      <a:pt x="204" y="39"/>
                      <a:pt x="186" y="54"/>
                    </a:cubicBezTo>
                    <a:cubicBezTo>
                      <a:pt x="151" y="82"/>
                      <a:pt x="115" y="111"/>
                      <a:pt x="80" y="139"/>
                    </a:cubicBezTo>
                    <a:cubicBezTo>
                      <a:pt x="76" y="142"/>
                      <a:pt x="73" y="146"/>
                      <a:pt x="69" y="149"/>
                    </a:cubicBezTo>
                    <a:cubicBezTo>
                      <a:pt x="70" y="151"/>
                      <a:pt x="70" y="152"/>
                      <a:pt x="71" y="1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" name="Freeform 246"/>
              <p:cNvSpPr/>
              <p:nvPr/>
            </p:nvSpPr>
            <p:spPr bwMode="auto">
              <a:xfrm>
                <a:off x="22875875" y="1225550"/>
                <a:ext cx="795337" cy="571500"/>
              </a:xfrm>
              <a:custGeom>
                <a:avLst/>
                <a:gdLst>
                  <a:gd name="T0" fmla="*/ 251 w 252"/>
                  <a:gd name="T1" fmla="*/ 107 h 181"/>
                  <a:gd name="T2" fmla="*/ 233 w 252"/>
                  <a:gd name="T3" fmla="*/ 120 h 181"/>
                  <a:gd name="T4" fmla="*/ 219 w 252"/>
                  <a:gd name="T5" fmla="*/ 111 h 181"/>
                  <a:gd name="T6" fmla="*/ 206 w 252"/>
                  <a:gd name="T7" fmla="*/ 62 h 181"/>
                  <a:gd name="T8" fmla="*/ 188 w 252"/>
                  <a:gd name="T9" fmla="*/ 50 h 181"/>
                  <a:gd name="T10" fmla="*/ 158 w 252"/>
                  <a:gd name="T11" fmla="*/ 58 h 181"/>
                  <a:gd name="T12" fmla="*/ 145 w 252"/>
                  <a:gd name="T13" fmla="*/ 81 h 181"/>
                  <a:gd name="T14" fmla="*/ 157 w 252"/>
                  <a:gd name="T15" fmla="*/ 123 h 181"/>
                  <a:gd name="T16" fmla="*/ 145 w 252"/>
                  <a:gd name="T17" fmla="*/ 140 h 181"/>
                  <a:gd name="T18" fmla="*/ 126 w 252"/>
                  <a:gd name="T19" fmla="*/ 131 h 181"/>
                  <a:gd name="T20" fmla="*/ 113 w 252"/>
                  <a:gd name="T21" fmla="*/ 85 h 181"/>
                  <a:gd name="T22" fmla="*/ 97 w 252"/>
                  <a:gd name="T23" fmla="*/ 75 h 181"/>
                  <a:gd name="T24" fmla="*/ 55 w 252"/>
                  <a:gd name="T25" fmla="*/ 87 h 181"/>
                  <a:gd name="T26" fmla="*/ 45 w 252"/>
                  <a:gd name="T27" fmla="*/ 104 h 181"/>
                  <a:gd name="T28" fmla="*/ 60 w 252"/>
                  <a:gd name="T29" fmla="*/ 156 h 181"/>
                  <a:gd name="T30" fmla="*/ 52 w 252"/>
                  <a:gd name="T31" fmla="*/ 173 h 181"/>
                  <a:gd name="T32" fmla="*/ 30 w 252"/>
                  <a:gd name="T33" fmla="*/ 166 h 181"/>
                  <a:gd name="T34" fmla="*/ 3 w 252"/>
                  <a:gd name="T35" fmla="*/ 68 h 181"/>
                  <a:gd name="T36" fmla="*/ 16 w 252"/>
                  <a:gd name="T37" fmla="*/ 56 h 181"/>
                  <a:gd name="T38" fmla="*/ 137 w 252"/>
                  <a:gd name="T39" fmla="*/ 23 h 181"/>
                  <a:gd name="T40" fmla="*/ 207 w 252"/>
                  <a:gd name="T41" fmla="*/ 3 h 181"/>
                  <a:gd name="T42" fmla="*/ 226 w 252"/>
                  <a:gd name="T43" fmla="*/ 14 h 181"/>
                  <a:gd name="T44" fmla="*/ 249 w 252"/>
                  <a:gd name="T45" fmla="*/ 95 h 181"/>
                  <a:gd name="T46" fmla="*/ 251 w 252"/>
                  <a:gd name="T47" fmla="*/ 107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2" h="181">
                    <a:moveTo>
                      <a:pt x="251" y="107"/>
                    </a:moveTo>
                    <a:cubicBezTo>
                      <a:pt x="252" y="120"/>
                      <a:pt x="241" y="118"/>
                      <a:pt x="233" y="120"/>
                    </a:cubicBezTo>
                    <a:cubicBezTo>
                      <a:pt x="226" y="122"/>
                      <a:pt x="221" y="119"/>
                      <a:pt x="219" y="111"/>
                    </a:cubicBezTo>
                    <a:cubicBezTo>
                      <a:pt x="216" y="94"/>
                      <a:pt x="211" y="78"/>
                      <a:pt x="206" y="62"/>
                    </a:cubicBezTo>
                    <a:cubicBezTo>
                      <a:pt x="204" y="51"/>
                      <a:pt x="199" y="47"/>
                      <a:pt x="188" y="50"/>
                    </a:cubicBezTo>
                    <a:cubicBezTo>
                      <a:pt x="178" y="54"/>
                      <a:pt x="168" y="57"/>
                      <a:pt x="158" y="58"/>
                    </a:cubicBezTo>
                    <a:cubicBezTo>
                      <a:pt x="143" y="61"/>
                      <a:pt x="142" y="69"/>
                      <a:pt x="145" y="81"/>
                    </a:cubicBezTo>
                    <a:cubicBezTo>
                      <a:pt x="149" y="95"/>
                      <a:pt x="153" y="109"/>
                      <a:pt x="157" y="123"/>
                    </a:cubicBezTo>
                    <a:cubicBezTo>
                      <a:pt x="160" y="134"/>
                      <a:pt x="155" y="138"/>
                      <a:pt x="145" y="140"/>
                    </a:cubicBezTo>
                    <a:cubicBezTo>
                      <a:pt x="136" y="143"/>
                      <a:pt x="129" y="143"/>
                      <a:pt x="126" y="131"/>
                    </a:cubicBezTo>
                    <a:cubicBezTo>
                      <a:pt x="122" y="115"/>
                      <a:pt x="117" y="100"/>
                      <a:pt x="113" y="85"/>
                    </a:cubicBezTo>
                    <a:cubicBezTo>
                      <a:pt x="111" y="76"/>
                      <a:pt x="106" y="73"/>
                      <a:pt x="97" y="75"/>
                    </a:cubicBezTo>
                    <a:cubicBezTo>
                      <a:pt x="83" y="80"/>
                      <a:pt x="69" y="83"/>
                      <a:pt x="55" y="87"/>
                    </a:cubicBezTo>
                    <a:cubicBezTo>
                      <a:pt x="45" y="89"/>
                      <a:pt x="43" y="95"/>
                      <a:pt x="45" y="104"/>
                    </a:cubicBezTo>
                    <a:cubicBezTo>
                      <a:pt x="50" y="122"/>
                      <a:pt x="55" y="139"/>
                      <a:pt x="60" y="156"/>
                    </a:cubicBezTo>
                    <a:cubicBezTo>
                      <a:pt x="63" y="164"/>
                      <a:pt x="63" y="171"/>
                      <a:pt x="52" y="173"/>
                    </a:cubicBezTo>
                    <a:cubicBezTo>
                      <a:pt x="43" y="175"/>
                      <a:pt x="34" y="181"/>
                      <a:pt x="30" y="166"/>
                    </a:cubicBezTo>
                    <a:cubicBezTo>
                      <a:pt x="21" y="134"/>
                      <a:pt x="11" y="101"/>
                      <a:pt x="3" y="68"/>
                    </a:cubicBezTo>
                    <a:cubicBezTo>
                      <a:pt x="0" y="57"/>
                      <a:pt x="10" y="57"/>
                      <a:pt x="16" y="56"/>
                    </a:cubicBezTo>
                    <a:cubicBezTo>
                      <a:pt x="56" y="44"/>
                      <a:pt x="96" y="34"/>
                      <a:pt x="137" y="23"/>
                    </a:cubicBezTo>
                    <a:cubicBezTo>
                      <a:pt x="160" y="16"/>
                      <a:pt x="184" y="10"/>
                      <a:pt x="207" y="3"/>
                    </a:cubicBezTo>
                    <a:cubicBezTo>
                      <a:pt x="218" y="0"/>
                      <a:pt x="224" y="2"/>
                      <a:pt x="226" y="14"/>
                    </a:cubicBezTo>
                    <a:cubicBezTo>
                      <a:pt x="233" y="41"/>
                      <a:pt x="241" y="68"/>
                      <a:pt x="249" y="95"/>
                    </a:cubicBezTo>
                    <a:cubicBezTo>
                      <a:pt x="250" y="99"/>
                      <a:pt x="251" y="103"/>
                      <a:pt x="251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8" name="Freeform 247"/>
              <p:cNvSpPr/>
              <p:nvPr/>
            </p:nvSpPr>
            <p:spPr bwMode="auto">
              <a:xfrm>
                <a:off x="15305088" y="3802063"/>
                <a:ext cx="814387" cy="654050"/>
              </a:xfrm>
              <a:custGeom>
                <a:avLst/>
                <a:gdLst>
                  <a:gd name="T0" fmla="*/ 119 w 258"/>
                  <a:gd name="T1" fmla="*/ 134 h 207"/>
                  <a:gd name="T2" fmla="*/ 96 w 258"/>
                  <a:gd name="T3" fmla="*/ 79 h 207"/>
                  <a:gd name="T4" fmla="*/ 103 w 258"/>
                  <a:gd name="T5" fmla="*/ 59 h 207"/>
                  <a:gd name="T6" fmla="*/ 125 w 258"/>
                  <a:gd name="T7" fmla="*/ 66 h 207"/>
                  <a:gd name="T8" fmla="*/ 144 w 258"/>
                  <a:gd name="T9" fmla="*/ 109 h 207"/>
                  <a:gd name="T10" fmla="*/ 161 w 258"/>
                  <a:gd name="T11" fmla="*/ 116 h 207"/>
                  <a:gd name="T12" fmla="*/ 203 w 258"/>
                  <a:gd name="T13" fmla="*/ 98 h 207"/>
                  <a:gd name="T14" fmla="*/ 209 w 258"/>
                  <a:gd name="T15" fmla="*/ 82 h 207"/>
                  <a:gd name="T16" fmla="*/ 185 w 258"/>
                  <a:gd name="T17" fmla="*/ 29 h 207"/>
                  <a:gd name="T18" fmla="*/ 193 w 258"/>
                  <a:gd name="T19" fmla="*/ 12 h 207"/>
                  <a:gd name="T20" fmla="*/ 214 w 258"/>
                  <a:gd name="T21" fmla="*/ 15 h 207"/>
                  <a:gd name="T22" fmla="*/ 254 w 258"/>
                  <a:gd name="T23" fmla="*/ 105 h 207"/>
                  <a:gd name="T24" fmla="*/ 247 w 258"/>
                  <a:gd name="T25" fmla="*/ 123 h 207"/>
                  <a:gd name="T26" fmla="*/ 60 w 258"/>
                  <a:gd name="T27" fmla="*/ 204 h 207"/>
                  <a:gd name="T28" fmla="*/ 43 w 258"/>
                  <a:gd name="T29" fmla="*/ 197 h 207"/>
                  <a:gd name="T30" fmla="*/ 5 w 258"/>
                  <a:gd name="T31" fmla="*/ 110 h 207"/>
                  <a:gd name="T32" fmla="*/ 13 w 258"/>
                  <a:gd name="T33" fmla="*/ 94 h 207"/>
                  <a:gd name="T34" fmla="*/ 33 w 258"/>
                  <a:gd name="T35" fmla="*/ 96 h 207"/>
                  <a:gd name="T36" fmla="*/ 55 w 258"/>
                  <a:gd name="T37" fmla="*/ 146 h 207"/>
                  <a:gd name="T38" fmla="*/ 70 w 258"/>
                  <a:gd name="T39" fmla="*/ 155 h 207"/>
                  <a:gd name="T40" fmla="*/ 119 w 258"/>
                  <a:gd name="T41" fmla="*/ 134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8" h="207">
                    <a:moveTo>
                      <a:pt x="119" y="134"/>
                    </a:moveTo>
                    <a:cubicBezTo>
                      <a:pt x="111" y="114"/>
                      <a:pt x="103" y="97"/>
                      <a:pt x="96" y="79"/>
                    </a:cubicBezTo>
                    <a:cubicBezTo>
                      <a:pt x="92" y="70"/>
                      <a:pt x="91" y="63"/>
                      <a:pt x="103" y="59"/>
                    </a:cubicBezTo>
                    <a:cubicBezTo>
                      <a:pt x="112" y="56"/>
                      <a:pt x="120" y="53"/>
                      <a:pt x="125" y="66"/>
                    </a:cubicBezTo>
                    <a:cubicBezTo>
                      <a:pt x="130" y="81"/>
                      <a:pt x="138" y="94"/>
                      <a:pt x="144" y="109"/>
                    </a:cubicBezTo>
                    <a:cubicBezTo>
                      <a:pt x="147" y="118"/>
                      <a:pt x="152" y="120"/>
                      <a:pt x="161" y="116"/>
                    </a:cubicBezTo>
                    <a:cubicBezTo>
                      <a:pt x="175" y="110"/>
                      <a:pt x="189" y="104"/>
                      <a:pt x="203" y="98"/>
                    </a:cubicBezTo>
                    <a:cubicBezTo>
                      <a:pt x="211" y="95"/>
                      <a:pt x="212" y="90"/>
                      <a:pt x="209" y="82"/>
                    </a:cubicBezTo>
                    <a:cubicBezTo>
                      <a:pt x="201" y="65"/>
                      <a:pt x="194" y="47"/>
                      <a:pt x="185" y="29"/>
                    </a:cubicBezTo>
                    <a:cubicBezTo>
                      <a:pt x="181" y="20"/>
                      <a:pt x="184" y="15"/>
                      <a:pt x="193" y="12"/>
                    </a:cubicBezTo>
                    <a:cubicBezTo>
                      <a:pt x="200" y="10"/>
                      <a:pt x="208" y="0"/>
                      <a:pt x="214" y="15"/>
                    </a:cubicBezTo>
                    <a:cubicBezTo>
                      <a:pt x="227" y="45"/>
                      <a:pt x="241" y="75"/>
                      <a:pt x="254" y="105"/>
                    </a:cubicBezTo>
                    <a:cubicBezTo>
                      <a:pt x="258" y="114"/>
                      <a:pt x="256" y="119"/>
                      <a:pt x="247" y="123"/>
                    </a:cubicBezTo>
                    <a:cubicBezTo>
                      <a:pt x="185" y="149"/>
                      <a:pt x="123" y="176"/>
                      <a:pt x="60" y="204"/>
                    </a:cubicBezTo>
                    <a:cubicBezTo>
                      <a:pt x="52" y="207"/>
                      <a:pt x="47" y="207"/>
                      <a:pt x="43" y="197"/>
                    </a:cubicBezTo>
                    <a:cubicBezTo>
                      <a:pt x="30" y="168"/>
                      <a:pt x="18" y="139"/>
                      <a:pt x="5" y="110"/>
                    </a:cubicBezTo>
                    <a:cubicBezTo>
                      <a:pt x="0" y="100"/>
                      <a:pt x="6" y="97"/>
                      <a:pt x="13" y="94"/>
                    </a:cubicBezTo>
                    <a:cubicBezTo>
                      <a:pt x="20" y="91"/>
                      <a:pt x="28" y="85"/>
                      <a:pt x="33" y="96"/>
                    </a:cubicBezTo>
                    <a:cubicBezTo>
                      <a:pt x="40" y="113"/>
                      <a:pt x="48" y="129"/>
                      <a:pt x="55" y="146"/>
                    </a:cubicBezTo>
                    <a:cubicBezTo>
                      <a:pt x="58" y="153"/>
                      <a:pt x="62" y="159"/>
                      <a:pt x="70" y="155"/>
                    </a:cubicBezTo>
                    <a:cubicBezTo>
                      <a:pt x="86" y="149"/>
                      <a:pt x="102" y="141"/>
                      <a:pt x="119" y="1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9" name="Freeform 248"/>
              <p:cNvSpPr/>
              <p:nvPr/>
            </p:nvSpPr>
            <p:spPr bwMode="auto">
              <a:xfrm>
                <a:off x="21043900" y="5637213"/>
                <a:ext cx="506412" cy="1017588"/>
              </a:xfrm>
              <a:custGeom>
                <a:avLst/>
                <a:gdLst>
                  <a:gd name="T0" fmla="*/ 47 w 160"/>
                  <a:gd name="T1" fmla="*/ 202 h 322"/>
                  <a:gd name="T2" fmla="*/ 29 w 160"/>
                  <a:gd name="T3" fmla="*/ 207 h 322"/>
                  <a:gd name="T4" fmla="*/ 5 w 160"/>
                  <a:gd name="T5" fmla="*/ 201 h 322"/>
                  <a:gd name="T6" fmla="*/ 3 w 160"/>
                  <a:gd name="T7" fmla="*/ 178 h 322"/>
                  <a:gd name="T8" fmla="*/ 29 w 160"/>
                  <a:gd name="T9" fmla="*/ 146 h 322"/>
                  <a:gd name="T10" fmla="*/ 68 w 160"/>
                  <a:gd name="T11" fmla="*/ 80 h 322"/>
                  <a:gd name="T12" fmla="*/ 101 w 160"/>
                  <a:gd name="T13" fmla="*/ 11 h 322"/>
                  <a:gd name="T14" fmla="*/ 124 w 160"/>
                  <a:gd name="T15" fmla="*/ 3 h 322"/>
                  <a:gd name="T16" fmla="*/ 133 w 160"/>
                  <a:gd name="T17" fmla="*/ 31 h 322"/>
                  <a:gd name="T18" fmla="*/ 116 w 160"/>
                  <a:gd name="T19" fmla="*/ 60 h 322"/>
                  <a:gd name="T20" fmla="*/ 107 w 160"/>
                  <a:gd name="T21" fmla="*/ 74 h 322"/>
                  <a:gd name="T22" fmla="*/ 111 w 160"/>
                  <a:gd name="T23" fmla="*/ 87 h 322"/>
                  <a:gd name="T24" fmla="*/ 121 w 160"/>
                  <a:gd name="T25" fmla="*/ 81 h 322"/>
                  <a:gd name="T26" fmla="*/ 152 w 160"/>
                  <a:gd name="T27" fmla="*/ 69 h 322"/>
                  <a:gd name="T28" fmla="*/ 144 w 160"/>
                  <a:gd name="T29" fmla="*/ 103 h 322"/>
                  <a:gd name="T30" fmla="*/ 143 w 160"/>
                  <a:gd name="T31" fmla="*/ 104 h 322"/>
                  <a:gd name="T32" fmla="*/ 79 w 160"/>
                  <a:gd name="T33" fmla="*/ 217 h 322"/>
                  <a:gd name="T34" fmla="*/ 43 w 160"/>
                  <a:gd name="T35" fmla="*/ 302 h 322"/>
                  <a:gd name="T36" fmla="*/ 41 w 160"/>
                  <a:gd name="T37" fmla="*/ 304 h 322"/>
                  <a:gd name="T38" fmla="*/ 15 w 160"/>
                  <a:gd name="T39" fmla="*/ 313 h 322"/>
                  <a:gd name="T40" fmla="*/ 20 w 160"/>
                  <a:gd name="T41" fmla="*/ 289 h 322"/>
                  <a:gd name="T42" fmla="*/ 49 w 160"/>
                  <a:gd name="T43" fmla="*/ 214 h 322"/>
                  <a:gd name="T44" fmla="*/ 49 w 160"/>
                  <a:gd name="T45" fmla="*/ 208 h 322"/>
                  <a:gd name="T46" fmla="*/ 47 w 160"/>
                  <a:gd name="T47" fmla="*/ 202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60" h="322">
                    <a:moveTo>
                      <a:pt x="47" y="202"/>
                    </a:moveTo>
                    <a:cubicBezTo>
                      <a:pt x="41" y="204"/>
                      <a:pt x="35" y="207"/>
                      <a:pt x="29" y="207"/>
                    </a:cubicBezTo>
                    <a:cubicBezTo>
                      <a:pt x="20" y="207"/>
                      <a:pt x="10" y="206"/>
                      <a:pt x="5" y="201"/>
                    </a:cubicBezTo>
                    <a:cubicBezTo>
                      <a:pt x="1" y="196"/>
                      <a:pt x="0" y="184"/>
                      <a:pt x="3" y="178"/>
                    </a:cubicBezTo>
                    <a:cubicBezTo>
                      <a:pt x="10" y="166"/>
                      <a:pt x="18" y="152"/>
                      <a:pt x="29" y="146"/>
                    </a:cubicBezTo>
                    <a:cubicBezTo>
                      <a:pt x="56" y="131"/>
                      <a:pt x="62" y="105"/>
                      <a:pt x="68" y="80"/>
                    </a:cubicBezTo>
                    <a:cubicBezTo>
                      <a:pt x="74" y="54"/>
                      <a:pt x="80" y="29"/>
                      <a:pt x="101" y="11"/>
                    </a:cubicBezTo>
                    <a:cubicBezTo>
                      <a:pt x="107" y="6"/>
                      <a:pt x="119" y="0"/>
                      <a:pt x="124" y="3"/>
                    </a:cubicBezTo>
                    <a:cubicBezTo>
                      <a:pt x="133" y="7"/>
                      <a:pt x="138" y="19"/>
                      <a:pt x="133" y="31"/>
                    </a:cubicBezTo>
                    <a:cubicBezTo>
                      <a:pt x="129" y="41"/>
                      <a:pt x="122" y="50"/>
                      <a:pt x="116" y="60"/>
                    </a:cubicBezTo>
                    <a:cubicBezTo>
                      <a:pt x="113" y="65"/>
                      <a:pt x="109" y="69"/>
                      <a:pt x="107" y="74"/>
                    </a:cubicBezTo>
                    <a:cubicBezTo>
                      <a:pt x="106" y="78"/>
                      <a:pt x="109" y="83"/>
                      <a:pt x="111" y="87"/>
                    </a:cubicBezTo>
                    <a:cubicBezTo>
                      <a:pt x="114" y="85"/>
                      <a:pt x="118" y="84"/>
                      <a:pt x="121" y="81"/>
                    </a:cubicBezTo>
                    <a:cubicBezTo>
                      <a:pt x="133" y="66"/>
                      <a:pt x="144" y="62"/>
                      <a:pt x="152" y="69"/>
                    </a:cubicBezTo>
                    <a:cubicBezTo>
                      <a:pt x="160" y="76"/>
                      <a:pt x="156" y="92"/>
                      <a:pt x="144" y="103"/>
                    </a:cubicBezTo>
                    <a:cubicBezTo>
                      <a:pt x="144" y="104"/>
                      <a:pt x="144" y="104"/>
                      <a:pt x="143" y="104"/>
                    </a:cubicBezTo>
                    <a:cubicBezTo>
                      <a:pt x="98" y="128"/>
                      <a:pt x="91" y="173"/>
                      <a:pt x="79" y="217"/>
                    </a:cubicBezTo>
                    <a:cubicBezTo>
                      <a:pt x="71" y="246"/>
                      <a:pt x="55" y="273"/>
                      <a:pt x="43" y="302"/>
                    </a:cubicBezTo>
                    <a:cubicBezTo>
                      <a:pt x="43" y="302"/>
                      <a:pt x="42" y="303"/>
                      <a:pt x="41" y="304"/>
                    </a:cubicBezTo>
                    <a:cubicBezTo>
                      <a:pt x="34" y="312"/>
                      <a:pt x="26" y="322"/>
                      <a:pt x="15" y="313"/>
                    </a:cubicBezTo>
                    <a:cubicBezTo>
                      <a:pt x="5" y="305"/>
                      <a:pt x="14" y="296"/>
                      <a:pt x="20" y="289"/>
                    </a:cubicBezTo>
                    <a:cubicBezTo>
                      <a:pt x="38" y="267"/>
                      <a:pt x="43" y="241"/>
                      <a:pt x="49" y="214"/>
                    </a:cubicBezTo>
                    <a:cubicBezTo>
                      <a:pt x="49" y="212"/>
                      <a:pt x="49" y="210"/>
                      <a:pt x="49" y="208"/>
                    </a:cubicBezTo>
                    <a:cubicBezTo>
                      <a:pt x="49" y="207"/>
                      <a:pt x="48" y="206"/>
                      <a:pt x="47" y="2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0" name="Freeform 249"/>
              <p:cNvSpPr/>
              <p:nvPr/>
            </p:nvSpPr>
            <p:spPr bwMode="auto">
              <a:xfrm>
                <a:off x="23039388" y="2473325"/>
                <a:ext cx="755650" cy="447675"/>
              </a:xfrm>
              <a:custGeom>
                <a:avLst/>
                <a:gdLst>
                  <a:gd name="T0" fmla="*/ 42 w 239"/>
                  <a:gd name="T1" fmla="*/ 10 h 142"/>
                  <a:gd name="T2" fmla="*/ 35 w 239"/>
                  <a:gd name="T3" fmla="*/ 65 h 142"/>
                  <a:gd name="T4" fmla="*/ 56 w 239"/>
                  <a:gd name="T5" fmla="*/ 92 h 142"/>
                  <a:gd name="T6" fmla="*/ 88 w 239"/>
                  <a:gd name="T7" fmla="*/ 84 h 142"/>
                  <a:gd name="T8" fmla="*/ 115 w 239"/>
                  <a:gd name="T9" fmla="*/ 44 h 142"/>
                  <a:gd name="T10" fmla="*/ 175 w 239"/>
                  <a:gd name="T11" fmla="*/ 8 h 142"/>
                  <a:gd name="T12" fmla="*/ 230 w 239"/>
                  <a:gd name="T13" fmla="*/ 47 h 142"/>
                  <a:gd name="T14" fmla="*/ 230 w 239"/>
                  <a:gd name="T15" fmla="*/ 120 h 142"/>
                  <a:gd name="T16" fmla="*/ 203 w 239"/>
                  <a:gd name="T17" fmla="*/ 126 h 142"/>
                  <a:gd name="T18" fmla="*/ 200 w 239"/>
                  <a:gd name="T19" fmla="*/ 110 h 142"/>
                  <a:gd name="T20" fmla="*/ 204 w 239"/>
                  <a:gd name="T21" fmla="*/ 81 h 142"/>
                  <a:gd name="T22" fmla="*/ 185 w 239"/>
                  <a:gd name="T23" fmla="*/ 52 h 142"/>
                  <a:gd name="T24" fmla="*/ 151 w 239"/>
                  <a:gd name="T25" fmla="*/ 64 h 142"/>
                  <a:gd name="T26" fmla="*/ 130 w 239"/>
                  <a:gd name="T27" fmla="*/ 98 h 142"/>
                  <a:gd name="T28" fmla="*/ 44 w 239"/>
                  <a:gd name="T29" fmla="*/ 132 h 142"/>
                  <a:gd name="T30" fmla="*/ 0 w 239"/>
                  <a:gd name="T31" fmla="*/ 63 h 142"/>
                  <a:gd name="T32" fmla="*/ 4 w 239"/>
                  <a:gd name="T33" fmla="*/ 30 h 142"/>
                  <a:gd name="T34" fmla="*/ 42 w 239"/>
                  <a:gd name="T35" fmla="*/ 1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9" h="142">
                    <a:moveTo>
                      <a:pt x="42" y="10"/>
                    </a:moveTo>
                    <a:cubicBezTo>
                      <a:pt x="39" y="29"/>
                      <a:pt x="36" y="47"/>
                      <a:pt x="35" y="65"/>
                    </a:cubicBezTo>
                    <a:cubicBezTo>
                      <a:pt x="34" y="80"/>
                      <a:pt x="44" y="87"/>
                      <a:pt x="56" y="92"/>
                    </a:cubicBezTo>
                    <a:cubicBezTo>
                      <a:pt x="69" y="97"/>
                      <a:pt x="80" y="94"/>
                      <a:pt x="88" y="84"/>
                    </a:cubicBezTo>
                    <a:cubicBezTo>
                      <a:pt x="98" y="72"/>
                      <a:pt x="107" y="58"/>
                      <a:pt x="115" y="44"/>
                    </a:cubicBezTo>
                    <a:cubicBezTo>
                      <a:pt x="129" y="22"/>
                      <a:pt x="147" y="7"/>
                      <a:pt x="175" y="8"/>
                    </a:cubicBezTo>
                    <a:cubicBezTo>
                      <a:pt x="201" y="9"/>
                      <a:pt x="222" y="22"/>
                      <a:pt x="230" y="47"/>
                    </a:cubicBezTo>
                    <a:cubicBezTo>
                      <a:pt x="239" y="71"/>
                      <a:pt x="238" y="96"/>
                      <a:pt x="230" y="120"/>
                    </a:cubicBezTo>
                    <a:cubicBezTo>
                      <a:pt x="224" y="134"/>
                      <a:pt x="212" y="128"/>
                      <a:pt x="203" y="126"/>
                    </a:cubicBezTo>
                    <a:cubicBezTo>
                      <a:pt x="201" y="126"/>
                      <a:pt x="199" y="116"/>
                      <a:pt x="200" y="110"/>
                    </a:cubicBezTo>
                    <a:cubicBezTo>
                      <a:pt x="200" y="101"/>
                      <a:pt x="204" y="91"/>
                      <a:pt x="204" y="81"/>
                    </a:cubicBezTo>
                    <a:cubicBezTo>
                      <a:pt x="205" y="67"/>
                      <a:pt x="199" y="56"/>
                      <a:pt x="185" y="52"/>
                    </a:cubicBezTo>
                    <a:cubicBezTo>
                      <a:pt x="172" y="48"/>
                      <a:pt x="159" y="51"/>
                      <a:pt x="151" y="64"/>
                    </a:cubicBezTo>
                    <a:cubicBezTo>
                      <a:pt x="144" y="75"/>
                      <a:pt x="136" y="87"/>
                      <a:pt x="130" y="98"/>
                    </a:cubicBezTo>
                    <a:cubicBezTo>
                      <a:pt x="111" y="131"/>
                      <a:pt x="82" y="142"/>
                      <a:pt x="44" y="132"/>
                    </a:cubicBezTo>
                    <a:cubicBezTo>
                      <a:pt x="19" y="125"/>
                      <a:pt x="0" y="94"/>
                      <a:pt x="0" y="63"/>
                    </a:cubicBezTo>
                    <a:cubicBezTo>
                      <a:pt x="0" y="52"/>
                      <a:pt x="2" y="41"/>
                      <a:pt x="4" y="30"/>
                    </a:cubicBezTo>
                    <a:cubicBezTo>
                      <a:pt x="9" y="4"/>
                      <a:pt x="17" y="0"/>
                      <a:pt x="42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1" name="Freeform 250"/>
              <p:cNvSpPr/>
              <p:nvPr/>
            </p:nvSpPr>
            <p:spPr bwMode="auto">
              <a:xfrm>
                <a:off x="15024100" y="2678113"/>
                <a:ext cx="754062" cy="501650"/>
              </a:xfrm>
              <a:custGeom>
                <a:avLst/>
                <a:gdLst>
                  <a:gd name="T0" fmla="*/ 239 w 239"/>
                  <a:gd name="T1" fmla="*/ 90 h 159"/>
                  <a:gd name="T2" fmla="*/ 238 w 239"/>
                  <a:gd name="T3" fmla="*/ 105 h 159"/>
                  <a:gd name="T4" fmla="*/ 208 w 239"/>
                  <a:gd name="T5" fmla="*/ 127 h 159"/>
                  <a:gd name="T6" fmla="*/ 203 w 239"/>
                  <a:gd name="T7" fmla="*/ 111 h 159"/>
                  <a:gd name="T8" fmla="*/ 203 w 239"/>
                  <a:gd name="T9" fmla="*/ 66 h 159"/>
                  <a:gd name="T10" fmla="*/ 178 w 239"/>
                  <a:gd name="T11" fmla="*/ 48 h 159"/>
                  <a:gd name="T12" fmla="*/ 148 w 239"/>
                  <a:gd name="T13" fmla="*/ 59 h 159"/>
                  <a:gd name="T14" fmla="*/ 126 w 239"/>
                  <a:gd name="T15" fmla="*/ 102 h 159"/>
                  <a:gd name="T16" fmla="*/ 31 w 239"/>
                  <a:gd name="T17" fmla="*/ 134 h 159"/>
                  <a:gd name="T18" fmla="*/ 5 w 239"/>
                  <a:gd name="T19" fmla="*/ 94 h 159"/>
                  <a:gd name="T20" fmla="*/ 4 w 239"/>
                  <a:gd name="T21" fmla="*/ 42 h 159"/>
                  <a:gd name="T22" fmla="*/ 16 w 239"/>
                  <a:gd name="T23" fmla="*/ 31 h 159"/>
                  <a:gd name="T24" fmla="*/ 34 w 239"/>
                  <a:gd name="T25" fmla="*/ 49 h 159"/>
                  <a:gd name="T26" fmla="*/ 34 w 239"/>
                  <a:gd name="T27" fmla="*/ 79 h 159"/>
                  <a:gd name="T28" fmla="*/ 55 w 239"/>
                  <a:gd name="T29" fmla="*/ 102 h 159"/>
                  <a:gd name="T30" fmla="*/ 86 w 239"/>
                  <a:gd name="T31" fmla="*/ 89 h 159"/>
                  <a:gd name="T32" fmla="*/ 106 w 239"/>
                  <a:gd name="T33" fmla="*/ 47 h 159"/>
                  <a:gd name="T34" fmla="*/ 184 w 239"/>
                  <a:gd name="T35" fmla="*/ 6 h 159"/>
                  <a:gd name="T36" fmla="*/ 238 w 239"/>
                  <a:gd name="T37" fmla="*/ 69 h 159"/>
                  <a:gd name="T38" fmla="*/ 239 w 239"/>
                  <a:gd name="T39" fmla="*/ 90 h 159"/>
                  <a:gd name="T40" fmla="*/ 239 w 239"/>
                  <a:gd name="T41" fmla="*/ 9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9" h="159">
                    <a:moveTo>
                      <a:pt x="239" y="90"/>
                    </a:moveTo>
                    <a:cubicBezTo>
                      <a:pt x="239" y="95"/>
                      <a:pt x="239" y="100"/>
                      <a:pt x="238" y="105"/>
                    </a:cubicBezTo>
                    <a:cubicBezTo>
                      <a:pt x="237" y="125"/>
                      <a:pt x="227" y="133"/>
                      <a:pt x="208" y="127"/>
                    </a:cubicBezTo>
                    <a:cubicBezTo>
                      <a:pt x="205" y="126"/>
                      <a:pt x="202" y="116"/>
                      <a:pt x="203" y="111"/>
                    </a:cubicBezTo>
                    <a:cubicBezTo>
                      <a:pt x="208" y="95"/>
                      <a:pt x="209" y="81"/>
                      <a:pt x="203" y="66"/>
                    </a:cubicBezTo>
                    <a:cubicBezTo>
                      <a:pt x="198" y="53"/>
                      <a:pt x="189" y="49"/>
                      <a:pt x="178" y="48"/>
                    </a:cubicBezTo>
                    <a:cubicBezTo>
                      <a:pt x="166" y="46"/>
                      <a:pt x="154" y="47"/>
                      <a:pt x="148" y="59"/>
                    </a:cubicBezTo>
                    <a:cubicBezTo>
                      <a:pt x="140" y="73"/>
                      <a:pt x="133" y="87"/>
                      <a:pt x="126" y="102"/>
                    </a:cubicBezTo>
                    <a:cubicBezTo>
                      <a:pt x="108" y="142"/>
                      <a:pt x="63" y="159"/>
                      <a:pt x="31" y="134"/>
                    </a:cubicBezTo>
                    <a:cubicBezTo>
                      <a:pt x="19" y="125"/>
                      <a:pt x="9" y="109"/>
                      <a:pt x="5" y="94"/>
                    </a:cubicBezTo>
                    <a:cubicBezTo>
                      <a:pt x="0" y="78"/>
                      <a:pt x="2" y="60"/>
                      <a:pt x="4" y="42"/>
                    </a:cubicBezTo>
                    <a:cubicBezTo>
                      <a:pt x="4" y="38"/>
                      <a:pt x="11" y="32"/>
                      <a:pt x="16" y="31"/>
                    </a:cubicBezTo>
                    <a:cubicBezTo>
                      <a:pt x="35" y="28"/>
                      <a:pt x="36" y="30"/>
                      <a:pt x="34" y="49"/>
                    </a:cubicBezTo>
                    <a:cubicBezTo>
                      <a:pt x="33" y="59"/>
                      <a:pt x="33" y="69"/>
                      <a:pt x="34" y="79"/>
                    </a:cubicBezTo>
                    <a:cubicBezTo>
                      <a:pt x="36" y="91"/>
                      <a:pt x="42" y="100"/>
                      <a:pt x="55" y="102"/>
                    </a:cubicBezTo>
                    <a:cubicBezTo>
                      <a:pt x="68" y="104"/>
                      <a:pt x="80" y="101"/>
                      <a:pt x="86" y="89"/>
                    </a:cubicBezTo>
                    <a:cubicBezTo>
                      <a:pt x="93" y="75"/>
                      <a:pt x="100" y="61"/>
                      <a:pt x="106" y="47"/>
                    </a:cubicBezTo>
                    <a:cubicBezTo>
                      <a:pt x="123" y="13"/>
                      <a:pt x="149" y="0"/>
                      <a:pt x="184" y="6"/>
                    </a:cubicBezTo>
                    <a:cubicBezTo>
                      <a:pt x="213" y="11"/>
                      <a:pt x="234" y="36"/>
                      <a:pt x="238" y="69"/>
                    </a:cubicBezTo>
                    <a:cubicBezTo>
                      <a:pt x="239" y="76"/>
                      <a:pt x="238" y="83"/>
                      <a:pt x="239" y="90"/>
                    </a:cubicBezTo>
                    <a:cubicBezTo>
                      <a:pt x="239" y="90"/>
                      <a:pt x="239" y="90"/>
                      <a:pt x="239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2" name="Freeform 251"/>
              <p:cNvSpPr/>
              <p:nvPr/>
            </p:nvSpPr>
            <p:spPr bwMode="auto">
              <a:xfrm>
                <a:off x="15144750" y="1139825"/>
                <a:ext cx="795337" cy="593725"/>
              </a:xfrm>
              <a:custGeom>
                <a:avLst/>
                <a:gdLst>
                  <a:gd name="T0" fmla="*/ 72 w 252"/>
                  <a:gd name="T1" fmla="*/ 8 h 188"/>
                  <a:gd name="T2" fmla="*/ 67 w 252"/>
                  <a:gd name="T3" fmla="*/ 17 h 188"/>
                  <a:gd name="T4" fmla="*/ 96 w 252"/>
                  <a:gd name="T5" fmla="*/ 126 h 188"/>
                  <a:gd name="T6" fmla="*/ 136 w 252"/>
                  <a:gd name="T7" fmla="*/ 138 h 188"/>
                  <a:gd name="T8" fmla="*/ 219 w 252"/>
                  <a:gd name="T9" fmla="*/ 66 h 188"/>
                  <a:gd name="T10" fmla="*/ 226 w 252"/>
                  <a:gd name="T11" fmla="*/ 52 h 188"/>
                  <a:gd name="T12" fmla="*/ 252 w 252"/>
                  <a:gd name="T13" fmla="*/ 67 h 188"/>
                  <a:gd name="T14" fmla="*/ 174 w 252"/>
                  <a:gd name="T15" fmla="*/ 178 h 188"/>
                  <a:gd name="T16" fmla="*/ 33 w 252"/>
                  <a:gd name="T17" fmla="*/ 132 h 188"/>
                  <a:gd name="T18" fmla="*/ 37 w 252"/>
                  <a:gd name="T19" fmla="*/ 4 h 188"/>
                  <a:gd name="T20" fmla="*/ 49 w 252"/>
                  <a:gd name="T21" fmla="*/ 0 h 188"/>
                  <a:gd name="T22" fmla="*/ 72 w 252"/>
                  <a:gd name="T23" fmla="*/ 8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2" h="188">
                    <a:moveTo>
                      <a:pt x="72" y="8"/>
                    </a:moveTo>
                    <a:cubicBezTo>
                      <a:pt x="70" y="12"/>
                      <a:pt x="69" y="15"/>
                      <a:pt x="67" y="17"/>
                    </a:cubicBezTo>
                    <a:cubicBezTo>
                      <a:pt x="34" y="61"/>
                      <a:pt x="46" y="106"/>
                      <a:pt x="96" y="126"/>
                    </a:cubicBezTo>
                    <a:cubicBezTo>
                      <a:pt x="109" y="132"/>
                      <a:pt x="123" y="136"/>
                      <a:pt x="136" y="138"/>
                    </a:cubicBezTo>
                    <a:cubicBezTo>
                      <a:pt x="186" y="145"/>
                      <a:pt x="219" y="116"/>
                      <a:pt x="219" y="66"/>
                    </a:cubicBezTo>
                    <a:cubicBezTo>
                      <a:pt x="220" y="61"/>
                      <a:pt x="223" y="52"/>
                      <a:pt x="226" y="52"/>
                    </a:cubicBezTo>
                    <a:cubicBezTo>
                      <a:pt x="238" y="49"/>
                      <a:pt x="252" y="58"/>
                      <a:pt x="252" y="67"/>
                    </a:cubicBezTo>
                    <a:cubicBezTo>
                      <a:pt x="252" y="109"/>
                      <a:pt x="231" y="168"/>
                      <a:pt x="174" y="178"/>
                    </a:cubicBezTo>
                    <a:cubicBezTo>
                      <a:pt x="120" y="188"/>
                      <a:pt x="70" y="175"/>
                      <a:pt x="33" y="132"/>
                    </a:cubicBezTo>
                    <a:cubicBezTo>
                      <a:pt x="0" y="93"/>
                      <a:pt x="12" y="39"/>
                      <a:pt x="37" y="4"/>
                    </a:cubicBezTo>
                    <a:cubicBezTo>
                      <a:pt x="39" y="1"/>
                      <a:pt x="45" y="0"/>
                      <a:pt x="49" y="0"/>
                    </a:cubicBezTo>
                    <a:cubicBezTo>
                      <a:pt x="57" y="1"/>
                      <a:pt x="63" y="5"/>
                      <a:pt x="7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3" name="Freeform 252"/>
              <p:cNvSpPr/>
              <p:nvPr/>
            </p:nvSpPr>
            <p:spPr bwMode="auto">
              <a:xfrm>
                <a:off x="22726650" y="3941763"/>
                <a:ext cx="806450" cy="593725"/>
              </a:xfrm>
              <a:custGeom>
                <a:avLst/>
                <a:gdLst>
                  <a:gd name="T0" fmla="*/ 255 w 255"/>
                  <a:gd name="T1" fmla="*/ 29 h 188"/>
                  <a:gd name="T2" fmla="*/ 241 w 255"/>
                  <a:gd name="T3" fmla="*/ 60 h 188"/>
                  <a:gd name="T4" fmla="*/ 225 w 255"/>
                  <a:gd name="T5" fmla="*/ 68 h 188"/>
                  <a:gd name="T6" fmla="*/ 156 w 255"/>
                  <a:gd name="T7" fmla="*/ 72 h 188"/>
                  <a:gd name="T8" fmla="*/ 141 w 255"/>
                  <a:gd name="T9" fmla="*/ 77 h 188"/>
                  <a:gd name="T10" fmla="*/ 149 w 255"/>
                  <a:gd name="T11" fmla="*/ 89 h 188"/>
                  <a:gd name="T12" fmla="*/ 192 w 255"/>
                  <a:gd name="T13" fmla="*/ 137 h 188"/>
                  <a:gd name="T14" fmla="*/ 196 w 255"/>
                  <a:gd name="T15" fmla="*/ 167 h 188"/>
                  <a:gd name="T16" fmla="*/ 185 w 255"/>
                  <a:gd name="T17" fmla="*/ 188 h 188"/>
                  <a:gd name="T18" fmla="*/ 152 w 255"/>
                  <a:gd name="T19" fmla="*/ 151 h 188"/>
                  <a:gd name="T20" fmla="*/ 127 w 255"/>
                  <a:gd name="T21" fmla="*/ 121 h 188"/>
                  <a:gd name="T22" fmla="*/ 24 w 255"/>
                  <a:gd name="T23" fmla="*/ 46 h 188"/>
                  <a:gd name="T24" fmla="*/ 11 w 255"/>
                  <a:gd name="T25" fmla="*/ 13 h 188"/>
                  <a:gd name="T26" fmla="*/ 19 w 255"/>
                  <a:gd name="T27" fmla="*/ 0 h 188"/>
                  <a:gd name="T28" fmla="*/ 84 w 255"/>
                  <a:gd name="T29" fmla="*/ 27 h 188"/>
                  <a:gd name="T30" fmla="*/ 124 w 255"/>
                  <a:gd name="T31" fmla="*/ 34 h 188"/>
                  <a:gd name="T32" fmla="*/ 237 w 255"/>
                  <a:gd name="T33" fmla="*/ 29 h 188"/>
                  <a:gd name="T34" fmla="*/ 255 w 255"/>
                  <a:gd name="T35" fmla="*/ 29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5" h="188">
                    <a:moveTo>
                      <a:pt x="255" y="29"/>
                    </a:moveTo>
                    <a:cubicBezTo>
                      <a:pt x="249" y="42"/>
                      <a:pt x="246" y="52"/>
                      <a:pt x="241" y="60"/>
                    </a:cubicBezTo>
                    <a:cubicBezTo>
                      <a:pt x="238" y="64"/>
                      <a:pt x="230" y="67"/>
                      <a:pt x="225" y="68"/>
                    </a:cubicBezTo>
                    <a:cubicBezTo>
                      <a:pt x="202" y="70"/>
                      <a:pt x="179" y="71"/>
                      <a:pt x="156" y="72"/>
                    </a:cubicBezTo>
                    <a:cubicBezTo>
                      <a:pt x="151" y="73"/>
                      <a:pt x="146" y="75"/>
                      <a:pt x="141" y="77"/>
                    </a:cubicBezTo>
                    <a:cubicBezTo>
                      <a:pt x="144" y="81"/>
                      <a:pt x="145" y="85"/>
                      <a:pt x="149" y="89"/>
                    </a:cubicBezTo>
                    <a:cubicBezTo>
                      <a:pt x="163" y="105"/>
                      <a:pt x="177" y="121"/>
                      <a:pt x="192" y="137"/>
                    </a:cubicBezTo>
                    <a:cubicBezTo>
                      <a:pt x="201" y="146"/>
                      <a:pt x="203" y="155"/>
                      <a:pt x="196" y="167"/>
                    </a:cubicBezTo>
                    <a:cubicBezTo>
                      <a:pt x="192" y="173"/>
                      <a:pt x="190" y="179"/>
                      <a:pt x="185" y="188"/>
                    </a:cubicBezTo>
                    <a:cubicBezTo>
                      <a:pt x="173" y="174"/>
                      <a:pt x="162" y="163"/>
                      <a:pt x="152" y="151"/>
                    </a:cubicBezTo>
                    <a:cubicBezTo>
                      <a:pt x="143" y="141"/>
                      <a:pt x="134" y="132"/>
                      <a:pt x="127" y="121"/>
                    </a:cubicBezTo>
                    <a:cubicBezTo>
                      <a:pt x="102" y="83"/>
                      <a:pt x="66" y="61"/>
                      <a:pt x="24" y="46"/>
                    </a:cubicBezTo>
                    <a:cubicBezTo>
                      <a:pt x="0" y="37"/>
                      <a:pt x="0" y="36"/>
                      <a:pt x="11" y="13"/>
                    </a:cubicBezTo>
                    <a:cubicBezTo>
                      <a:pt x="13" y="9"/>
                      <a:pt x="16" y="5"/>
                      <a:pt x="19" y="0"/>
                    </a:cubicBezTo>
                    <a:cubicBezTo>
                      <a:pt x="41" y="10"/>
                      <a:pt x="62" y="19"/>
                      <a:pt x="84" y="27"/>
                    </a:cubicBezTo>
                    <a:cubicBezTo>
                      <a:pt x="97" y="32"/>
                      <a:pt x="111" y="34"/>
                      <a:pt x="124" y="34"/>
                    </a:cubicBezTo>
                    <a:cubicBezTo>
                      <a:pt x="162" y="34"/>
                      <a:pt x="199" y="31"/>
                      <a:pt x="237" y="29"/>
                    </a:cubicBezTo>
                    <a:cubicBezTo>
                      <a:pt x="241" y="29"/>
                      <a:pt x="246" y="29"/>
                      <a:pt x="255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4" name="Freeform 253"/>
              <p:cNvSpPr/>
              <p:nvPr/>
            </p:nvSpPr>
            <p:spPr bwMode="auto">
              <a:xfrm>
                <a:off x="22926675" y="3430588"/>
                <a:ext cx="760412" cy="457200"/>
              </a:xfrm>
              <a:custGeom>
                <a:avLst/>
                <a:gdLst>
                  <a:gd name="T0" fmla="*/ 241 w 241"/>
                  <a:gd name="T1" fmla="*/ 14 h 145"/>
                  <a:gd name="T2" fmla="*/ 220 w 241"/>
                  <a:gd name="T3" fmla="*/ 96 h 145"/>
                  <a:gd name="T4" fmla="*/ 210 w 241"/>
                  <a:gd name="T5" fmla="*/ 133 h 145"/>
                  <a:gd name="T6" fmla="*/ 191 w 241"/>
                  <a:gd name="T7" fmla="*/ 141 h 145"/>
                  <a:gd name="T8" fmla="*/ 179 w 241"/>
                  <a:gd name="T9" fmla="*/ 125 h 145"/>
                  <a:gd name="T10" fmla="*/ 183 w 241"/>
                  <a:gd name="T11" fmla="*/ 109 h 145"/>
                  <a:gd name="T12" fmla="*/ 167 w 241"/>
                  <a:gd name="T13" fmla="*/ 81 h 145"/>
                  <a:gd name="T14" fmla="*/ 16 w 241"/>
                  <a:gd name="T15" fmla="*/ 42 h 145"/>
                  <a:gd name="T16" fmla="*/ 0 w 241"/>
                  <a:gd name="T17" fmla="*/ 32 h 145"/>
                  <a:gd name="T18" fmla="*/ 8 w 241"/>
                  <a:gd name="T19" fmla="*/ 2 h 145"/>
                  <a:gd name="T20" fmla="*/ 20 w 241"/>
                  <a:gd name="T21" fmla="*/ 1 h 145"/>
                  <a:gd name="T22" fmla="*/ 184 w 241"/>
                  <a:gd name="T23" fmla="*/ 44 h 145"/>
                  <a:gd name="T24" fmla="*/ 203 w 241"/>
                  <a:gd name="T25" fmla="*/ 33 h 145"/>
                  <a:gd name="T26" fmla="*/ 209 w 241"/>
                  <a:gd name="T27" fmla="*/ 13 h 145"/>
                  <a:gd name="T28" fmla="*/ 217 w 241"/>
                  <a:gd name="T29" fmla="*/ 0 h 145"/>
                  <a:gd name="T30" fmla="*/ 239 w 241"/>
                  <a:gd name="T31" fmla="*/ 6 h 145"/>
                  <a:gd name="T32" fmla="*/ 241 w 241"/>
                  <a:gd name="T33" fmla="*/ 14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1" h="145">
                    <a:moveTo>
                      <a:pt x="241" y="14"/>
                    </a:moveTo>
                    <a:cubicBezTo>
                      <a:pt x="234" y="42"/>
                      <a:pt x="227" y="69"/>
                      <a:pt x="220" y="96"/>
                    </a:cubicBezTo>
                    <a:cubicBezTo>
                      <a:pt x="217" y="108"/>
                      <a:pt x="212" y="121"/>
                      <a:pt x="210" y="133"/>
                    </a:cubicBezTo>
                    <a:cubicBezTo>
                      <a:pt x="207" y="145"/>
                      <a:pt x="199" y="143"/>
                      <a:pt x="191" y="141"/>
                    </a:cubicBezTo>
                    <a:cubicBezTo>
                      <a:pt x="183" y="139"/>
                      <a:pt x="175" y="137"/>
                      <a:pt x="179" y="125"/>
                    </a:cubicBezTo>
                    <a:cubicBezTo>
                      <a:pt x="180" y="120"/>
                      <a:pt x="182" y="115"/>
                      <a:pt x="183" y="109"/>
                    </a:cubicBezTo>
                    <a:cubicBezTo>
                      <a:pt x="189" y="88"/>
                      <a:pt x="188" y="86"/>
                      <a:pt x="167" y="81"/>
                    </a:cubicBezTo>
                    <a:cubicBezTo>
                      <a:pt x="117" y="68"/>
                      <a:pt x="66" y="55"/>
                      <a:pt x="16" y="42"/>
                    </a:cubicBezTo>
                    <a:cubicBezTo>
                      <a:pt x="10" y="40"/>
                      <a:pt x="0" y="35"/>
                      <a:pt x="0" y="32"/>
                    </a:cubicBezTo>
                    <a:cubicBezTo>
                      <a:pt x="0" y="22"/>
                      <a:pt x="4" y="12"/>
                      <a:pt x="8" y="2"/>
                    </a:cubicBezTo>
                    <a:cubicBezTo>
                      <a:pt x="8" y="0"/>
                      <a:pt x="16" y="0"/>
                      <a:pt x="20" y="1"/>
                    </a:cubicBezTo>
                    <a:cubicBezTo>
                      <a:pt x="75" y="15"/>
                      <a:pt x="130" y="29"/>
                      <a:pt x="184" y="44"/>
                    </a:cubicBezTo>
                    <a:cubicBezTo>
                      <a:pt x="195" y="47"/>
                      <a:pt x="202" y="45"/>
                      <a:pt x="203" y="33"/>
                    </a:cubicBezTo>
                    <a:cubicBezTo>
                      <a:pt x="205" y="26"/>
                      <a:pt x="207" y="19"/>
                      <a:pt x="209" y="13"/>
                    </a:cubicBezTo>
                    <a:cubicBezTo>
                      <a:pt x="211" y="8"/>
                      <a:pt x="214" y="0"/>
                      <a:pt x="217" y="0"/>
                    </a:cubicBezTo>
                    <a:cubicBezTo>
                      <a:pt x="224" y="1"/>
                      <a:pt x="232" y="4"/>
                      <a:pt x="239" y="6"/>
                    </a:cubicBezTo>
                    <a:cubicBezTo>
                      <a:pt x="241" y="7"/>
                      <a:pt x="241" y="12"/>
                      <a:pt x="24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5" name="Freeform 254"/>
              <p:cNvSpPr/>
              <p:nvPr/>
            </p:nvSpPr>
            <p:spPr bwMode="auto">
              <a:xfrm>
                <a:off x="15017750" y="2103438"/>
                <a:ext cx="750887" cy="460375"/>
              </a:xfrm>
              <a:custGeom>
                <a:avLst/>
                <a:gdLst>
                  <a:gd name="T0" fmla="*/ 6 w 238"/>
                  <a:gd name="T1" fmla="*/ 72 h 146"/>
                  <a:gd name="T2" fmla="*/ 6 w 238"/>
                  <a:gd name="T3" fmla="*/ 15 h 146"/>
                  <a:gd name="T4" fmla="*/ 21 w 238"/>
                  <a:gd name="T5" fmla="*/ 1 h 146"/>
                  <a:gd name="T6" fmla="*/ 37 w 238"/>
                  <a:gd name="T7" fmla="*/ 16 h 146"/>
                  <a:gd name="T8" fmla="*/ 75 w 238"/>
                  <a:gd name="T9" fmla="*/ 56 h 146"/>
                  <a:gd name="T10" fmla="*/ 218 w 238"/>
                  <a:gd name="T11" fmla="*/ 62 h 146"/>
                  <a:gd name="T12" fmla="*/ 234 w 238"/>
                  <a:gd name="T13" fmla="*/ 85 h 146"/>
                  <a:gd name="T14" fmla="*/ 216 w 238"/>
                  <a:gd name="T15" fmla="*/ 103 h 146"/>
                  <a:gd name="T16" fmla="*/ 53 w 238"/>
                  <a:gd name="T17" fmla="*/ 94 h 146"/>
                  <a:gd name="T18" fmla="*/ 33 w 238"/>
                  <a:gd name="T19" fmla="*/ 112 h 146"/>
                  <a:gd name="T20" fmla="*/ 32 w 238"/>
                  <a:gd name="T21" fmla="*/ 126 h 146"/>
                  <a:gd name="T22" fmla="*/ 16 w 238"/>
                  <a:gd name="T23" fmla="*/ 145 h 146"/>
                  <a:gd name="T24" fmla="*/ 1 w 238"/>
                  <a:gd name="T25" fmla="*/ 124 h 146"/>
                  <a:gd name="T26" fmla="*/ 3 w 238"/>
                  <a:gd name="T27" fmla="*/ 72 h 146"/>
                  <a:gd name="T28" fmla="*/ 6 w 238"/>
                  <a:gd name="T29" fmla="*/ 72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8" h="146">
                    <a:moveTo>
                      <a:pt x="6" y="72"/>
                    </a:moveTo>
                    <a:cubicBezTo>
                      <a:pt x="6" y="53"/>
                      <a:pt x="6" y="34"/>
                      <a:pt x="6" y="15"/>
                    </a:cubicBezTo>
                    <a:cubicBezTo>
                      <a:pt x="5" y="4"/>
                      <a:pt x="10" y="0"/>
                      <a:pt x="21" y="1"/>
                    </a:cubicBezTo>
                    <a:cubicBezTo>
                      <a:pt x="32" y="1"/>
                      <a:pt x="38" y="3"/>
                      <a:pt x="37" y="16"/>
                    </a:cubicBezTo>
                    <a:cubicBezTo>
                      <a:pt x="36" y="54"/>
                      <a:pt x="27" y="54"/>
                      <a:pt x="75" y="56"/>
                    </a:cubicBezTo>
                    <a:cubicBezTo>
                      <a:pt x="123" y="57"/>
                      <a:pt x="171" y="61"/>
                      <a:pt x="218" y="62"/>
                    </a:cubicBezTo>
                    <a:cubicBezTo>
                      <a:pt x="238" y="63"/>
                      <a:pt x="234" y="74"/>
                      <a:pt x="234" y="85"/>
                    </a:cubicBezTo>
                    <a:cubicBezTo>
                      <a:pt x="234" y="98"/>
                      <a:pt x="230" y="104"/>
                      <a:pt x="216" y="103"/>
                    </a:cubicBezTo>
                    <a:cubicBezTo>
                      <a:pt x="161" y="100"/>
                      <a:pt x="107" y="98"/>
                      <a:pt x="53" y="94"/>
                    </a:cubicBezTo>
                    <a:cubicBezTo>
                      <a:pt x="38" y="93"/>
                      <a:pt x="32" y="98"/>
                      <a:pt x="33" y="112"/>
                    </a:cubicBezTo>
                    <a:cubicBezTo>
                      <a:pt x="33" y="117"/>
                      <a:pt x="33" y="121"/>
                      <a:pt x="32" y="126"/>
                    </a:cubicBezTo>
                    <a:cubicBezTo>
                      <a:pt x="32" y="136"/>
                      <a:pt x="32" y="146"/>
                      <a:pt x="16" y="145"/>
                    </a:cubicBezTo>
                    <a:cubicBezTo>
                      <a:pt x="2" y="144"/>
                      <a:pt x="0" y="137"/>
                      <a:pt x="1" y="124"/>
                    </a:cubicBezTo>
                    <a:cubicBezTo>
                      <a:pt x="2" y="107"/>
                      <a:pt x="3" y="90"/>
                      <a:pt x="3" y="72"/>
                    </a:cubicBezTo>
                    <a:cubicBezTo>
                      <a:pt x="4" y="72"/>
                      <a:pt x="5" y="72"/>
                      <a:pt x="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6" name="Freeform 255"/>
              <p:cNvSpPr/>
              <p:nvPr/>
            </p:nvSpPr>
            <p:spPr bwMode="auto">
              <a:xfrm>
                <a:off x="20959763" y="-1406525"/>
                <a:ext cx="450850" cy="828675"/>
              </a:xfrm>
              <a:custGeom>
                <a:avLst/>
                <a:gdLst>
                  <a:gd name="T0" fmla="*/ 143 w 143"/>
                  <a:gd name="T1" fmla="*/ 25 h 262"/>
                  <a:gd name="T2" fmla="*/ 137 w 143"/>
                  <a:gd name="T3" fmla="*/ 36 h 262"/>
                  <a:gd name="T4" fmla="*/ 60 w 143"/>
                  <a:gd name="T5" fmla="*/ 183 h 262"/>
                  <a:gd name="T6" fmla="*/ 68 w 143"/>
                  <a:gd name="T7" fmla="*/ 207 h 262"/>
                  <a:gd name="T8" fmla="*/ 109 w 143"/>
                  <a:gd name="T9" fmla="*/ 229 h 262"/>
                  <a:gd name="T10" fmla="*/ 113 w 143"/>
                  <a:gd name="T11" fmla="*/ 247 h 262"/>
                  <a:gd name="T12" fmla="*/ 95 w 143"/>
                  <a:gd name="T13" fmla="*/ 257 h 262"/>
                  <a:gd name="T14" fmla="*/ 12 w 143"/>
                  <a:gd name="T15" fmla="*/ 214 h 262"/>
                  <a:gd name="T16" fmla="*/ 9 w 143"/>
                  <a:gd name="T17" fmla="*/ 192 h 262"/>
                  <a:gd name="T18" fmla="*/ 63 w 143"/>
                  <a:gd name="T19" fmla="*/ 90 h 262"/>
                  <a:gd name="T20" fmla="*/ 97 w 143"/>
                  <a:gd name="T21" fmla="*/ 26 h 262"/>
                  <a:gd name="T22" fmla="*/ 132 w 143"/>
                  <a:gd name="T23" fmla="*/ 17 h 262"/>
                  <a:gd name="T24" fmla="*/ 143 w 143"/>
                  <a:gd name="T25" fmla="*/ 25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3" h="262">
                    <a:moveTo>
                      <a:pt x="143" y="25"/>
                    </a:moveTo>
                    <a:cubicBezTo>
                      <a:pt x="141" y="30"/>
                      <a:pt x="139" y="33"/>
                      <a:pt x="137" y="36"/>
                    </a:cubicBezTo>
                    <a:cubicBezTo>
                      <a:pt x="112" y="85"/>
                      <a:pt x="86" y="134"/>
                      <a:pt x="60" y="183"/>
                    </a:cubicBezTo>
                    <a:cubicBezTo>
                      <a:pt x="53" y="195"/>
                      <a:pt x="56" y="201"/>
                      <a:pt x="68" y="207"/>
                    </a:cubicBezTo>
                    <a:cubicBezTo>
                      <a:pt x="82" y="214"/>
                      <a:pt x="95" y="222"/>
                      <a:pt x="109" y="229"/>
                    </a:cubicBezTo>
                    <a:cubicBezTo>
                      <a:pt x="118" y="234"/>
                      <a:pt x="117" y="240"/>
                      <a:pt x="113" y="247"/>
                    </a:cubicBezTo>
                    <a:cubicBezTo>
                      <a:pt x="109" y="254"/>
                      <a:pt x="105" y="262"/>
                      <a:pt x="95" y="257"/>
                    </a:cubicBezTo>
                    <a:cubicBezTo>
                      <a:pt x="67" y="242"/>
                      <a:pt x="40" y="228"/>
                      <a:pt x="12" y="214"/>
                    </a:cubicBezTo>
                    <a:cubicBezTo>
                      <a:pt x="0" y="207"/>
                      <a:pt x="5" y="199"/>
                      <a:pt x="9" y="192"/>
                    </a:cubicBezTo>
                    <a:cubicBezTo>
                      <a:pt x="27" y="157"/>
                      <a:pt x="45" y="124"/>
                      <a:pt x="63" y="90"/>
                    </a:cubicBezTo>
                    <a:cubicBezTo>
                      <a:pt x="74" y="69"/>
                      <a:pt x="86" y="48"/>
                      <a:pt x="97" y="26"/>
                    </a:cubicBezTo>
                    <a:cubicBezTo>
                      <a:pt x="111" y="0"/>
                      <a:pt x="109" y="4"/>
                      <a:pt x="132" y="17"/>
                    </a:cubicBezTo>
                    <a:cubicBezTo>
                      <a:pt x="136" y="19"/>
                      <a:pt x="139" y="22"/>
                      <a:pt x="143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7" name="Freeform 256"/>
              <p:cNvSpPr/>
              <p:nvPr/>
            </p:nvSpPr>
            <p:spPr bwMode="auto">
              <a:xfrm>
                <a:off x="22301200" y="5195888"/>
                <a:ext cx="431800" cy="536575"/>
              </a:xfrm>
              <a:custGeom>
                <a:avLst/>
                <a:gdLst>
                  <a:gd name="T0" fmla="*/ 37 w 137"/>
                  <a:gd name="T1" fmla="*/ 42 h 170"/>
                  <a:gd name="T2" fmla="*/ 32 w 137"/>
                  <a:gd name="T3" fmla="*/ 72 h 170"/>
                  <a:gd name="T4" fmla="*/ 23 w 137"/>
                  <a:gd name="T5" fmla="*/ 94 h 170"/>
                  <a:gd name="T6" fmla="*/ 9 w 137"/>
                  <a:gd name="T7" fmla="*/ 98 h 170"/>
                  <a:gd name="T8" fmla="*/ 1 w 137"/>
                  <a:gd name="T9" fmla="*/ 85 h 170"/>
                  <a:gd name="T10" fmla="*/ 3 w 137"/>
                  <a:gd name="T11" fmla="*/ 72 h 170"/>
                  <a:gd name="T12" fmla="*/ 50 w 137"/>
                  <a:gd name="T13" fmla="*/ 8 h 170"/>
                  <a:gd name="T14" fmla="*/ 72 w 137"/>
                  <a:gd name="T15" fmla="*/ 8 h 170"/>
                  <a:gd name="T16" fmla="*/ 74 w 137"/>
                  <a:gd name="T17" fmla="*/ 28 h 170"/>
                  <a:gd name="T18" fmla="*/ 69 w 137"/>
                  <a:gd name="T19" fmla="*/ 40 h 170"/>
                  <a:gd name="T20" fmla="*/ 71 w 137"/>
                  <a:gd name="T21" fmla="*/ 52 h 170"/>
                  <a:gd name="T22" fmla="*/ 82 w 137"/>
                  <a:gd name="T23" fmla="*/ 47 h 170"/>
                  <a:gd name="T24" fmla="*/ 105 w 137"/>
                  <a:gd name="T25" fmla="*/ 16 h 170"/>
                  <a:gd name="T26" fmla="*/ 118 w 137"/>
                  <a:gd name="T27" fmla="*/ 8 h 170"/>
                  <a:gd name="T28" fmla="*/ 132 w 137"/>
                  <a:gd name="T29" fmla="*/ 14 h 170"/>
                  <a:gd name="T30" fmla="*/ 130 w 137"/>
                  <a:gd name="T31" fmla="*/ 29 h 170"/>
                  <a:gd name="T32" fmla="*/ 113 w 137"/>
                  <a:gd name="T33" fmla="*/ 48 h 170"/>
                  <a:gd name="T34" fmla="*/ 113 w 137"/>
                  <a:gd name="T35" fmla="*/ 67 h 170"/>
                  <a:gd name="T36" fmla="*/ 132 w 137"/>
                  <a:gd name="T37" fmla="*/ 152 h 170"/>
                  <a:gd name="T38" fmla="*/ 114 w 137"/>
                  <a:gd name="T39" fmla="*/ 168 h 170"/>
                  <a:gd name="T40" fmla="*/ 100 w 137"/>
                  <a:gd name="T41" fmla="*/ 163 h 170"/>
                  <a:gd name="T42" fmla="*/ 102 w 137"/>
                  <a:gd name="T43" fmla="*/ 146 h 170"/>
                  <a:gd name="T44" fmla="*/ 99 w 137"/>
                  <a:gd name="T45" fmla="*/ 95 h 170"/>
                  <a:gd name="T46" fmla="*/ 87 w 137"/>
                  <a:gd name="T47" fmla="*/ 87 h 170"/>
                  <a:gd name="T48" fmla="*/ 82 w 137"/>
                  <a:gd name="T49" fmla="*/ 96 h 170"/>
                  <a:gd name="T50" fmla="*/ 61 w 137"/>
                  <a:gd name="T51" fmla="*/ 131 h 170"/>
                  <a:gd name="T52" fmla="*/ 47 w 137"/>
                  <a:gd name="T53" fmla="*/ 134 h 170"/>
                  <a:gd name="T54" fmla="*/ 39 w 137"/>
                  <a:gd name="T55" fmla="*/ 121 h 170"/>
                  <a:gd name="T56" fmla="*/ 50 w 137"/>
                  <a:gd name="T57" fmla="*/ 88 h 170"/>
                  <a:gd name="T58" fmla="*/ 37 w 137"/>
                  <a:gd name="T59" fmla="*/ 42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37" h="170">
                    <a:moveTo>
                      <a:pt x="37" y="42"/>
                    </a:moveTo>
                    <a:cubicBezTo>
                      <a:pt x="35" y="55"/>
                      <a:pt x="34" y="64"/>
                      <a:pt x="32" y="72"/>
                    </a:cubicBezTo>
                    <a:cubicBezTo>
                      <a:pt x="30" y="80"/>
                      <a:pt x="27" y="88"/>
                      <a:pt x="23" y="94"/>
                    </a:cubicBezTo>
                    <a:cubicBezTo>
                      <a:pt x="21" y="97"/>
                      <a:pt x="13" y="99"/>
                      <a:pt x="9" y="98"/>
                    </a:cubicBezTo>
                    <a:cubicBezTo>
                      <a:pt x="5" y="96"/>
                      <a:pt x="2" y="89"/>
                      <a:pt x="1" y="85"/>
                    </a:cubicBezTo>
                    <a:cubicBezTo>
                      <a:pt x="0" y="81"/>
                      <a:pt x="1" y="75"/>
                      <a:pt x="3" y="72"/>
                    </a:cubicBezTo>
                    <a:cubicBezTo>
                      <a:pt x="18" y="50"/>
                      <a:pt x="34" y="29"/>
                      <a:pt x="50" y="8"/>
                    </a:cubicBezTo>
                    <a:cubicBezTo>
                      <a:pt x="56" y="0"/>
                      <a:pt x="67" y="1"/>
                      <a:pt x="72" y="8"/>
                    </a:cubicBezTo>
                    <a:cubicBezTo>
                      <a:pt x="76" y="12"/>
                      <a:pt x="75" y="21"/>
                      <a:pt x="74" y="28"/>
                    </a:cubicBezTo>
                    <a:cubicBezTo>
                      <a:pt x="74" y="32"/>
                      <a:pt x="70" y="35"/>
                      <a:pt x="69" y="40"/>
                    </a:cubicBezTo>
                    <a:cubicBezTo>
                      <a:pt x="68" y="43"/>
                      <a:pt x="70" y="48"/>
                      <a:pt x="71" y="52"/>
                    </a:cubicBezTo>
                    <a:cubicBezTo>
                      <a:pt x="75" y="50"/>
                      <a:pt x="80" y="50"/>
                      <a:pt x="82" y="47"/>
                    </a:cubicBezTo>
                    <a:cubicBezTo>
                      <a:pt x="90" y="37"/>
                      <a:pt x="97" y="26"/>
                      <a:pt x="105" y="16"/>
                    </a:cubicBezTo>
                    <a:cubicBezTo>
                      <a:pt x="108" y="12"/>
                      <a:pt x="113" y="8"/>
                      <a:pt x="118" y="8"/>
                    </a:cubicBezTo>
                    <a:cubicBezTo>
                      <a:pt x="123" y="8"/>
                      <a:pt x="130" y="10"/>
                      <a:pt x="132" y="14"/>
                    </a:cubicBezTo>
                    <a:cubicBezTo>
                      <a:pt x="134" y="18"/>
                      <a:pt x="133" y="25"/>
                      <a:pt x="130" y="29"/>
                    </a:cubicBezTo>
                    <a:cubicBezTo>
                      <a:pt x="125" y="36"/>
                      <a:pt x="119" y="42"/>
                      <a:pt x="113" y="48"/>
                    </a:cubicBezTo>
                    <a:cubicBezTo>
                      <a:pt x="107" y="54"/>
                      <a:pt x="106" y="60"/>
                      <a:pt x="113" y="67"/>
                    </a:cubicBezTo>
                    <a:cubicBezTo>
                      <a:pt x="137" y="91"/>
                      <a:pt x="137" y="122"/>
                      <a:pt x="132" y="152"/>
                    </a:cubicBezTo>
                    <a:cubicBezTo>
                      <a:pt x="131" y="159"/>
                      <a:pt x="121" y="165"/>
                      <a:pt x="114" y="168"/>
                    </a:cubicBezTo>
                    <a:cubicBezTo>
                      <a:pt x="111" y="170"/>
                      <a:pt x="102" y="166"/>
                      <a:pt x="100" y="163"/>
                    </a:cubicBezTo>
                    <a:cubicBezTo>
                      <a:pt x="98" y="158"/>
                      <a:pt x="99" y="150"/>
                      <a:pt x="102" y="146"/>
                    </a:cubicBezTo>
                    <a:cubicBezTo>
                      <a:pt x="112" y="128"/>
                      <a:pt x="109" y="111"/>
                      <a:pt x="99" y="95"/>
                    </a:cubicBezTo>
                    <a:cubicBezTo>
                      <a:pt x="97" y="91"/>
                      <a:pt x="91" y="89"/>
                      <a:pt x="87" y="87"/>
                    </a:cubicBezTo>
                    <a:cubicBezTo>
                      <a:pt x="86" y="90"/>
                      <a:pt x="84" y="93"/>
                      <a:pt x="82" y="96"/>
                    </a:cubicBezTo>
                    <a:cubicBezTo>
                      <a:pt x="75" y="108"/>
                      <a:pt x="69" y="120"/>
                      <a:pt x="61" y="131"/>
                    </a:cubicBezTo>
                    <a:cubicBezTo>
                      <a:pt x="59" y="134"/>
                      <a:pt x="51" y="136"/>
                      <a:pt x="47" y="134"/>
                    </a:cubicBezTo>
                    <a:cubicBezTo>
                      <a:pt x="43" y="132"/>
                      <a:pt x="38" y="125"/>
                      <a:pt x="39" y="121"/>
                    </a:cubicBezTo>
                    <a:cubicBezTo>
                      <a:pt x="41" y="110"/>
                      <a:pt x="46" y="99"/>
                      <a:pt x="50" y="88"/>
                    </a:cubicBezTo>
                    <a:cubicBezTo>
                      <a:pt x="56" y="71"/>
                      <a:pt x="54" y="59"/>
                      <a:pt x="37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8" name="Freeform 257"/>
              <p:cNvSpPr/>
              <p:nvPr/>
            </p:nvSpPr>
            <p:spPr bwMode="auto">
              <a:xfrm>
                <a:off x="23001288" y="3028950"/>
                <a:ext cx="742950" cy="230188"/>
              </a:xfrm>
              <a:custGeom>
                <a:avLst/>
                <a:gdLst>
                  <a:gd name="T0" fmla="*/ 235 w 235"/>
                  <a:gd name="T1" fmla="*/ 34 h 73"/>
                  <a:gd name="T2" fmla="*/ 228 w 235"/>
                  <a:gd name="T3" fmla="*/ 67 h 73"/>
                  <a:gd name="T4" fmla="*/ 217 w 235"/>
                  <a:gd name="T5" fmla="*/ 72 h 73"/>
                  <a:gd name="T6" fmla="*/ 48 w 235"/>
                  <a:gd name="T7" fmla="*/ 47 h 73"/>
                  <a:gd name="T8" fmla="*/ 15 w 235"/>
                  <a:gd name="T9" fmla="*/ 43 h 73"/>
                  <a:gd name="T10" fmla="*/ 3 w 235"/>
                  <a:gd name="T11" fmla="*/ 26 h 73"/>
                  <a:gd name="T12" fmla="*/ 4 w 235"/>
                  <a:gd name="T13" fmla="*/ 15 h 73"/>
                  <a:gd name="T14" fmla="*/ 22 w 235"/>
                  <a:gd name="T15" fmla="*/ 1 h 73"/>
                  <a:gd name="T16" fmla="*/ 162 w 235"/>
                  <a:gd name="T17" fmla="*/ 23 h 73"/>
                  <a:gd name="T18" fmla="*/ 235 w 235"/>
                  <a:gd name="T19" fmla="*/ 34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5" h="73">
                    <a:moveTo>
                      <a:pt x="235" y="34"/>
                    </a:moveTo>
                    <a:cubicBezTo>
                      <a:pt x="233" y="46"/>
                      <a:pt x="232" y="57"/>
                      <a:pt x="228" y="67"/>
                    </a:cubicBezTo>
                    <a:cubicBezTo>
                      <a:pt x="228" y="70"/>
                      <a:pt x="221" y="73"/>
                      <a:pt x="217" y="72"/>
                    </a:cubicBezTo>
                    <a:cubicBezTo>
                      <a:pt x="160" y="64"/>
                      <a:pt x="104" y="56"/>
                      <a:pt x="48" y="47"/>
                    </a:cubicBezTo>
                    <a:cubicBezTo>
                      <a:pt x="37" y="46"/>
                      <a:pt x="26" y="44"/>
                      <a:pt x="15" y="43"/>
                    </a:cubicBezTo>
                    <a:cubicBezTo>
                      <a:pt x="4" y="42"/>
                      <a:pt x="0" y="36"/>
                      <a:pt x="3" y="26"/>
                    </a:cubicBezTo>
                    <a:cubicBezTo>
                      <a:pt x="4" y="22"/>
                      <a:pt x="4" y="19"/>
                      <a:pt x="4" y="15"/>
                    </a:cubicBezTo>
                    <a:cubicBezTo>
                      <a:pt x="5" y="4"/>
                      <a:pt x="11" y="0"/>
                      <a:pt x="22" y="1"/>
                    </a:cubicBezTo>
                    <a:cubicBezTo>
                      <a:pt x="69" y="9"/>
                      <a:pt x="116" y="16"/>
                      <a:pt x="162" y="23"/>
                    </a:cubicBezTo>
                    <a:cubicBezTo>
                      <a:pt x="186" y="27"/>
                      <a:pt x="209" y="30"/>
                      <a:pt x="235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9" name="Freeform 258"/>
              <p:cNvSpPr/>
              <p:nvPr/>
            </p:nvSpPr>
            <p:spPr bwMode="auto">
              <a:xfrm>
                <a:off x="22490113" y="239713"/>
                <a:ext cx="698500" cy="471488"/>
              </a:xfrm>
              <a:custGeom>
                <a:avLst/>
                <a:gdLst>
                  <a:gd name="T0" fmla="*/ 221 w 221"/>
                  <a:gd name="T1" fmla="*/ 33 h 149"/>
                  <a:gd name="T2" fmla="*/ 208 w 221"/>
                  <a:gd name="T3" fmla="*/ 38 h 149"/>
                  <a:gd name="T4" fmla="*/ 32 w 221"/>
                  <a:gd name="T5" fmla="*/ 144 h 149"/>
                  <a:gd name="T6" fmla="*/ 15 w 221"/>
                  <a:gd name="T7" fmla="*/ 140 h 149"/>
                  <a:gd name="T8" fmla="*/ 23 w 221"/>
                  <a:gd name="T9" fmla="*/ 102 h 149"/>
                  <a:gd name="T10" fmla="*/ 180 w 221"/>
                  <a:gd name="T11" fmla="*/ 8 h 149"/>
                  <a:gd name="T12" fmla="*/ 198 w 221"/>
                  <a:gd name="T13" fmla="*/ 2 h 149"/>
                  <a:gd name="T14" fmla="*/ 216 w 221"/>
                  <a:gd name="T15" fmla="*/ 27 h 149"/>
                  <a:gd name="T16" fmla="*/ 221 w 221"/>
                  <a:gd name="T17" fmla="*/ 33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1" h="149">
                    <a:moveTo>
                      <a:pt x="221" y="33"/>
                    </a:moveTo>
                    <a:cubicBezTo>
                      <a:pt x="216" y="35"/>
                      <a:pt x="212" y="36"/>
                      <a:pt x="208" y="38"/>
                    </a:cubicBezTo>
                    <a:cubicBezTo>
                      <a:pt x="149" y="73"/>
                      <a:pt x="91" y="109"/>
                      <a:pt x="32" y="144"/>
                    </a:cubicBezTo>
                    <a:cubicBezTo>
                      <a:pt x="25" y="149"/>
                      <a:pt x="20" y="148"/>
                      <a:pt x="15" y="140"/>
                    </a:cubicBezTo>
                    <a:cubicBezTo>
                      <a:pt x="0" y="117"/>
                      <a:pt x="0" y="117"/>
                      <a:pt x="23" y="102"/>
                    </a:cubicBezTo>
                    <a:cubicBezTo>
                      <a:pt x="75" y="71"/>
                      <a:pt x="127" y="39"/>
                      <a:pt x="180" y="8"/>
                    </a:cubicBezTo>
                    <a:cubicBezTo>
                      <a:pt x="185" y="4"/>
                      <a:pt x="195" y="0"/>
                      <a:pt x="198" y="2"/>
                    </a:cubicBezTo>
                    <a:cubicBezTo>
                      <a:pt x="205" y="9"/>
                      <a:pt x="210" y="18"/>
                      <a:pt x="216" y="27"/>
                    </a:cubicBezTo>
                    <a:cubicBezTo>
                      <a:pt x="218" y="29"/>
                      <a:pt x="219" y="31"/>
                      <a:pt x="221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0" name="Freeform 259"/>
              <p:cNvSpPr/>
              <p:nvPr/>
            </p:nvSpPr>
            <p:spPr bwMode="auto">
              <a:xfrm>
                <a:off x="15687675" y="134938"/>
                <a:ext cx="671512" cy="509588"/>
              </a:xfrm>
              <a:custGeom>
                <a:avLst/>
                <a:gdLst>
                  <a:gd name="T0" fmla="*/ 21 w 213"/>
                  <a:gd name="T1" fmla="*/ 0 h 161"/>
                  <a:gd name="T2" fmla="*/ 91 w 213"/>
                  <a:gd name="T3" fmla="*/ 45 h 161"/>
                  <a:gd name="T4" fmla="*/ 201 w 213"/>
                  <a:gd name="T5" fmla="*/ 116 h 161"/>
                  <a:gd name="T6" fmla="*/ 205 w 213"/>
                  <a:gd name="T7" fmla="*/ 139 h 161"/>
                  <a:gd name="T8" fmla="*/ 179 w 213"/>
                  <a:gd name="T9" fmla="*/ 150 h 161"/>
                  <a:gd name="T10" fmla="*/ 14 w 213"/>
                  <a:gd name="T11" fmla="*/ 44 h 161"/>
                  <a:gd name="T12" fmla="*/ 9 w 213"/>
                  <a:gd name="T13" fmla="*/ 18 h 161"/>
                  <a:gd name="T14" fmla="*/ 21 w 213"/>
                  <a:gd name="T15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161">
                    <a:moveTo>
                      <a:pt x="21" y="0"/>
                    </a:moveTo>
                    <a:cubicBezTo>
                      <a:pt x="45" y="15"/>
                      <a:pt x="68" y="30"/>
                      <a:pt x="91" y="45"/>
                    </a:cubicBezTo>
                    <a:cubicBezTo>
                      <a:pt x="128" y="68"/>
                      <a:pt x="164" y="93"/>
                      <a:pt x="201" y="116"/>
                    </a:cubicBezTo>
                    <a:cubicBezTo>
                      <a:pt x="213" y="123"/>
                      <a:pt x="212" y="130"/>
                      <a:pt x="205" y="139"/>
                    </a:cubicBezTo>
                    <a:cubicBezTo>
                      <a:pt x="198" y="147"/>
                      <a:pt x="196" y="161"/>
                      <a:pt x="179" y="150"/>
                    </a:cubicBezTo>
                    <a:cubicBezTo>
                      <a:pt x="125" y="114"/>
                      <a:pt x="70" y="79"/>
                      <a:pt x="14" y="44"/>
                    </a:cubicBezTo>
                    <a:cubicBezTo>
                      <a:pt x="1" y="36"/>
                      <a:pt x="0" y="29"/>
                      <a:pt x="9" y="18"/>
                    </a:cubicBezTo>
                    <a:cubicBezTo>
                      <a:pt x="13" y="13"/>
                      <a:pt x="16" y="8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1" name="Freeform 260"/>
              <p:cNvSpPr/>
              <p:nvPr/>
            </p:nvSpPr>
            <p:spPr bwMode="auto">
              <a:xfrm>
                <a:off x="19791363" y="6102350"/>
                <a:ext cx="581025" cy="357188"/>
              </a:xfrm>
              <a:custGeom>
                <a:avLst/>
                <a:gdLst>
                  <a:gd name="T0" fmla="*/ 36 w 184"/>
                  <a:gd name="T1" fmla="*/ 68 h 113"/>
                  <a:gd name="T2" fmla="*/ 126 w 184"/>
                  <a:gd name="T3" fmla="*/ 9 h 113"/>
                  <a:gd name="T4" fmla="*/ 134 w 184"/>
                  <a:gd name="T5" fmla="*/ 2 h 113"/>
                  <a:gd name="T6" fmla="*/ 148 w 184"/>
                  <a:gd name="T7" fmla="*/ 2 h 113"/>
                  <a:gd name="T8" fmla="*/ 150 w 184"/>
                  <a:gd name="T9" fmla="*/ 14 h 113"/>
                  <a:gd name="T10" fmla="*/ 147 w 184"/>
                  <a:gd name="T11" fmla="*/ 31 h 113"/>
                  <a:gd name="T12" fmla="*/ 155 w 184"/>
                  <a:gd name="T13" fmla="*/ 29 h 113"/>
                  <a:gd name="T14" fmla="*/ 178 w 184"/>
                  <a:gd name="T15" fmla="*/ 33 h 113"/>
                  <a:gd name="T16" fmla="*/ 170 w 184"/>
                  <a:gd name="T17" fmla="*/ 54 h 113"/>
                  <a:gd name="T18" fmla="*/ 150 w 184"/>
                  <a:gd name="T19" fmla="*/ 79 h 113"/>
                  <a:gd name="T20" fmla="*/ 138 w 184"/>
                  <a:gd name="T21" fmla="*/ 91 h 113"/>
                  <a:gd name="T22" fmla="*/ 130 w 184"/>
                  <a:gd name="T23" fmla="*/ 85 h 113"/>
                  <a:gd name="T24" fmla="*/ 133 w 184"/>
                  <a:gd name="T25" fmla="*/ 67 h 113"/>
                  <a:gd name="T26" fmla="*/ 125 w 184"/>
                  <a:gd name="T27" fmla="*/ 33 h 113"/>
                  <a:gd name="T28" fmla="*/ 111 w 184"/>
                  <a:gd name="T29" fmla="*/ 38 h 113"/>
                  <a:gd name="T30" fmla="*/ 77 w 184"/>
                  <a:gd name="T31" fmla="*/ 83 h 113"/>
                  <a:gd name="T32" fmla="*/ 68 w 184"/>
                  <a:gd name="T33" fmla="*/ 99 h 113"/>
                  <a:gd name="T34" fmla="*/ 52 w 184"/>
                  <a:gd name="T35" fmla="*/ 102 h 113"/>
                  <a:gd name="T36" fmla="*/ 31 w 184"/>
                  <a:gd name="T37" fmla="*/ 105 h 113"/>
                  <a:gd name="T38" fmla="*/ 14 w 184"/>
                  <a:gd name="T39" fmla="*/ 111 h 113"/>
                  <a:gd name="T40" fmla="*/ 2 w 184"/>
                  <a:gd name="T41" fmla="*/ 92 h 113"/>
                  <a:gd name="T42" fmla="*/ 32 w 184"/>
                  <a:gd name="T43" fmla="*/ 25 h 113"/>
                  <a:gd name="T44" fmla="*/ 53 w 184"/>
                  <a:gd name="T45" fmla="*/ 20 h 113"/>
                  <a:gd name="T46" fmla="*/ 50 w 184"/>
                  <a:gd name="T47" fmla="*/ 41 h 113"/>
                  <a:gd name="T48" fmla="*/ 36 w 184"/>
                  <a:gd name="T49" fmla="*/ 6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84" h="113">
                    <a:moveTo>
                      <a:pt x="36" y="68"/>
                    </a:moveTo>
                    <a:cubicBezTo>
                      <a:pt x="70" y="52"/>
                      <a:pt x="103" y="37"/>
                      <a:pt x="126" y="9"/>
                    </a:cubicBezTo>
                    <a:cubicBezTo>
                      <a:pt x="128" y="6"/>
                      <a:pt x="131" y="3"/>
                      <a:pt x="134" y="2"/>
                    </a:cubicBezTo>
                    <a:cubicBezTo>
                      <a:pt x="138" y="1"/>
                      <a:pt x="144" y="0"/>
                      <a:pt x="148" y="2"/>
                    </a:cubicBezTo>
                    <a:cubicBezTo>
                      <a:pt x="150" y="4"/>
                      <a:pt x="150" y="10"/>
                      <a:pt x="150" y="14"/>
                    </a:cubicBezTo>
                    <a:cubicBezTo>
                      <a:pt x="150" y="19"/>
                      <a:pt x="148" y="24"/>
                      <a:pt x="147" y="31"/>
                    </a:cubicBezTo>
                    <a:cubicBezTo>
                      <a:pt x="152" y="30"/>
                      <a:pt x="154" y="30"/>
                      <a:pt x="155" y="29"/>
                    </a:cubicBezTo>
                    <a:cubicBezTo>
                      <a:pt x="164" y="23"/>
                      <a:pt x="173" y="23"/>
                      <a:pt x="178" y="33"/>
                    </a:cubicBezTo>
                    <a:cubicBezTo>
                      <a:pt x="184" y="43"/>
                      <a:pt x="176" y="48"/>
                      <a:pt x="170" y="54"/>
                    </a:cubicBezTo>
                    <a:cubicBezTo>
                      <a:pt x="162" y="61"/>
                      <a:pt x="157" y="71"/>
                      <a:pt x="150" y="79"/>
                    </a:cubicBezTo>
                    <a:cubicBezTo>
                      <a:pt x="147" y="83"/>
                      <a:pt x="143" y="88"/>
                      <a:pt x="138" y="91"/>
                    </a:cubicBezTo>
                    <a:cubicBezTo>
                      <a:pt x="137" y="92"/>
                      <a:pt x="130" y="87"/>
                      <a:pt x="130" y="85"/>
                    </a:cubicBezTo>
                    <a:cubicBezTo>
                      <a:pt x="129" y="79"/>
                      <a:pt x="130" y="72"/>
                      <a:pt x="133" y="67"/>
                    </a:cubicBezTo>
                    <a:cubicBezTo>
                      <a:pt x="139" y="58"/>
                      <a:pt x="135" y="36"/>
                      <a:pt x="125" y="33"/>
                    </a:cubicBezTo>
                    <a:cubicBezTo>
                      <a:pt x="121" y="32"/>
                      <a:pt x="114" y="34"/>
                      <a:pt x="111" y="38"/>
                    </a:cubicBezTo>
                    <a:cubicBezTo>
                      <a:pt x="99" y="52"/>
                      <a:pt x="88" y="68"/>
                      <a:pt x="77" y="83"/>
                    </a:cubicBezTo>
                    <a:cubicBezTo>
                      <a:pt x="74" y="88"/>
                      <a:pt x="71" y="94"/>
                      <a:pt x="68" y="99"/>
                    </a:cubicBezTo>
                    <a:cubicBezTo>
                      <a:pt x="64" y="105"/>
                      <a:pt x="59" y="107"/>
                      <a:pt x="52" y="102"/>
                    </a:cubicBezTo>
                    <a:cubicBezTo>
                      <a:pt x="45" y="98"/>
                      <a:pt x="38" y="97"/>
                      <a:pt x="31" y="105"/>
                    </a:cubicBezTo>
                    <a:cubicBezTo>
                      <a:pt x="27" y="109"/>
                      <a:pt x="17" y="113"/>
                      <a:pt x="14" y="111"/>
                    </a:cubicBezTo>
                    <a:cubicBezTo>
                      <a:pt x="9" y="106"/>
                      <a:pt x="0" y="96"/>
                      <a:pt x="2" y="92"/>
                    </a:cubicBezTo>
                    <a:cubicBezTo>
                      <a:pt x="10" y="69"/>
                      <a:pt x="21" y="47"/>
                      <a:pt x="32" y="25"/>
                    </a:cubicBezTo>
                    <a:cubicBezTo>
                      <a:pt x="36" y="18"/>
                      <a:pt x="45" y="12"/>
                      <a:pt x="53" y="20"/>
                    </a:cubicBezTo>
                    <a:cubicBezTo>
                      <a:pt x="62" y="28"/>
                      <a:pt x="53" y="34"/>
                      <a:pt x="50" y="41"/>
                    </a:cubicBezTo>
                    <a:cubicBezTo>
                      <a:pt x="45" y="50"/>
                      <a:pt x="40" y="59"/>
                      <a:pt x="36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2" name="Freeform 261"/>
              <p:cNvSpPr/>
              <p:nvPr/>
            </p:nvSpPr>
            <p:spPr bwMode="auto">
              <a:xfrm>
                <a:off x="21404263" y="6054725"/>
                <a:ext cx="508000" cy="223838"/>
              </a:xfrm>
              <a:custGeom>
                <a:avLst/>
                <a:gdLst>
                  <a:gd name="T0" fmla="*/ 59 w 161"/>
                  <a:gd name="T1" fmla="*/ 68 h 71"/>
                  <a:gd name="T2" fmla="*/ 3 w 161"/>
                  <a:gd name="T3" fmla="*/ 42 h 71"/>
                  <a:gd name="T4" fmla="*/ 17 w 161"/>
                  <a:gd name="T5" fmla="*/ 27 h 71"/>
                  <a:gd name="T6" fmla="*/ 115 w 161"/>
                  <a:gd name="T7" fmla="*/ 7 h 71"/>
                  <a:gd name="T8" fmla="*/ 146 w 161"/>
                  <a:gd name="T9" fmla="*/ 2 h 71"/>
                  <a:gd name="T10" fmla="*/ 152 w 161"/>
                  <a:gd name="T11" fmla="*/ 26 h 71"/>
                  <a:gd name="T12" fmla="*/ 59 w 161"/>
                  <a:gd name="T13" fmla="*/ 68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1" h="71">
                    <a:moveTo>
                      <a:pt x="59" y="68"/>
                    </a:moveTo>
                    <a:cubicBezTo>
                      <a:pt x="22" y="68"/>
                      <a:pt x="8" y="59"/>
                      <a:pt x="3" y="42"/>
                    </a:cubicBezTo>
                    <a:cubicBezTo>
                      <a:pt x="0" y="30"/>
                      <a:pt x="4" y="25"/>
                      <a:pt x="17" y="27"/>
                    </a:cubicBezTo>
                    <a:cubicBezTo>
                      <a:pt x="52" y="32"/>
                      <a:pt x="84" y="24"/>
                      <a:pt x="115" y="7"/>
                    </a:cubicBezTo>
                    <a:cubicBezTo>
                      <a:pt x="123" y="2"/>
                      <a:pt x="135" y="0"/>
                      <a:pt x="146" y="2"/>
                    </a:cubicBezTo>
                    <a:cubicBezTo>
                      <a:pt x="157" y="3"/>
                      <a:pt x="161" y="19"/>
                      <a:pt x="152" y="26"/>
                    </a:cubicBezTo>
                    <a:cubicBezTo>
                      <a:pt x="121" y="50"/>
                      <a:pt x="89" y="71"/>
                      <a:pt x="59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3" name="Freeform 262"/>
              <p:cNvSpPr/>
              <p:nvPr/>
            </p:nvSpPr>
            <p:spPr bwMode="auto">
              <a:xfrm>
                <a:off x="16486188" y="4778375"/>
                <a:ext cx="125412" cy="127000"/>
              </a:xfrm>
              <a:custGeom>
                <a:avLst/>
                <a:gdLst>
                  <a:gd name="T0" fmla="*/ 40 w 40"/>
                  <a:gd name="T1" fmla="*/ 30 h 40"/>
                  <a:gd name="T2" fmla="*/ 29 w 40"/>
                  <a:gd name="T3" fmla="*/ 39 h 40"/>
                  <a:gd name="T4" fmla="*/ 2 w 40"/>
                  <a:gd name="T5" fmla="*/ 14 h 40"/>
                  <a:gd name="T6" fmla="*/ 16 w 40"/>
                  <a:gd name="T7" fmla="*/ 3 h 40"/>
                  <a:gd name="T8" fmla="*/ 40 w 40"/>
                  <a:gd name="T9" fmla="*/ 3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40" y="30"/>
                    </a:moveTo>
                    <a:cubicBezTo>
                      <a:pt x="37" y="32"/>
                      <a:pt x="34" y="38"/>
                      <a:pt x="29" y="39"/>
                    </a:cubicBezTo>
                    <a:cubicBezTo>
                      <a:pt x="19" y="40"/>
                      <a:pt x="0" y="23"/>
                      <a:pt x="2" y="14"/>
                    </a:cubicBezTo>
                    <a:cubicBezTo>
                      <a:pt x="3" y="9"/>
                      <a:pt x="10" y="4"/>
                      <a:pt x="16" y="3"/>
                    </a:cubicBezTo>
                    <a:cubicBezTo>
                      <a:pt x="27" y="0"/>
                      <a:pt x="39" y="14"/>
                      <a:pt x="4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4" name="Freeform 263"/>
              <p:cNvSpPr/>
              <p:nvPr/>
            </p:nvSpPr>
            <p:spPr bwMode="auto">
              <a:xfrm>
                <a:off x="16652875" y="4943475"/>
                <a:ext cx="136525" cy="131763"/>
              </a:xfrm>
              <a:custGeom>
                <a:avLst/>
                <a:gdLst>
                  <a:gd name="T0" fmla="*/ 43 w 43"/>
                  <a:gd name="T1" fmla="*/ 28 h 42"/>
                  <a:gd name="T2" fmla="*/ 24 w 43"/>
                  <a:gd name="T3" fmla="*/ 37 h 42"/>
                  <a:gd name="T4" fmla="*/ 1 w 43"/>
                  <a:gd name="T5" fmla="*/ 18 h 42"/>
                  <a:gd name="T6" fmla="*/ 2 w 43"/>
                  <a:gd name="T7" fmla="*/ 7 h 42"/>
                  <a:gd name="T8" fmla="*/ 43 w 43"/>
                  <a:gd name="T9" fmla="*/ 2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2">
                    <a:moveTo>
                      <a:pt x="43" y="28"/>
                    </a:moveTo>
                    <a:cubicBezTo>
                      <a:pt x="43" y="37"/>
                      <a:pt x="34" y="42"/>
                      <a:pt x="24" y="37"/>
                    </a:cubicBezTo>
                    <a:cubicBezTo>
                      <a:pt x="16" y="32"/>
                      <a:pt x="8" y="25"/>
                      <a:pt x="1" y="18"/>
                    </a:cubicBezTo>
                    <a:cubicBezTo>
                      <a:pt x="0" y="16"/>
                      <a:pt x="0" y="9"/>
                      <a:pt x="2" y="7"/>
                    </a:cubicBezTo>
                    <a:cubicBezTo>
                      <a:pt x="13" y="0"/>
                      <a:pt x="42" y="15"/>
                      <a:pt x="43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5" name="Freeform 283"/>
              <p:cNvSpPr>
                <a:spLocks noEditPoints="1"/>
              </p:cNvSpPr>
              <p:nvPr/>
            </p:nvSpPr>
            <p:spPr bwMode="auto">
              <a:xfrm>
                <a:off x="16368713" y="-493712"/>
                <a:ext cx="6076950" cy="6075363"/>
              </a:xfrm>
              <a:custGeom>
                <a:avLst/>
                <a:gdLst>
                  <a:gd name="T0" fmla="*/ 1922 w 1925"/>
                  <a:gd name="T1" fmla="*/ 963 h 1923"/>
                  <a:gd name="T2" fmla="*/ 3 w 1925"/>
                  <a:gd name="T3" fmla="*/ 955 h 1923"/>
                  <a:gd name="T4" fmla="*/ 1027 w 1925"/>
                  <a:gd name="T5" fmla="*/ 409 h 1923"/>
                  <a:gd name="T6" fmla="*/ 1155 w 1925"/>
                  <a:gd name="T7" fmla="*/ 498 h 1923"/>
                  <a:gd name="T8" fmla="*/ 1499 w 1925"/>
                  <a:gd name="T9" fmla="*/ 738 h 1923"/>
                  <a:gd name="T10" fmla="*/ 1574 w 1925"/>
                  <a:gd name="T11" fmla="*/ 643 h 1923"/>
                  <a:gd name="T12" fmla="*/ 1461 w 1925"/>
                  <a:gd name="T13" fmla="*/ 546 h 1923"/>
                  <a:gd name="T14" fmla="*/ 1457 w 1925"/>
                  <a:gd name="T15" fmla="*/ 403 h 1923"/>
                  <a:gd name="T16" fmla="*/ 1338 w 1925"/>
                  <a:gd name="T17" fmla="*/ 399 h 1923"/>
                  <a:gd name="T18" fmla="*/ 1331 w 1925"/>
                  <a:gd name="T19" fmla="*/ 472 h 1923"/>
                  <a:gd name="T20" fmla="*/ 1038 w 1925"/>
                  <a:gd name="T21" fmla="*/ 267 h 1923"/>
                  <a:gd name="T22" fmla="*/ 1025 w 1925"/>
                  <a:gd name="T23" fmla="*/ 127 h 1923"/>
                  <a:gd name="T24" fmla="*/ 900 w 1925"/>
                  <a:gd name="T25" fmla="*/ 128 h 1923"/>
                  <a:gd name="T26" fmla="*/ 885 w 1925"/>
                  <a:gd name="T27" fmla="*/ 269 h 1923"/>
                  <a:gd name="T28" fmla="*/ 592 w 1925"/>
                  <a:gd name="T29" fmla="*/ 471 h 1923"/>
                  <a:gd name="T30" fmla="*/ 578 w 1925"/>
                  <a:gd name="T31" fmla="*/ 382 h 1923"/>
                  <a:gd name="T32" fmla="*/ 465 w 1925"/>
                  <a:gd name="T33" fmla="*/ 420 h 1923"/>
                  <a:gd name="T34" fmla="*/ 446 w 1925"/>
                  <a:gd name="T35" fmla="*/ 576 h 1923"/>
                  <a:gd name="T36" fmla="*/ 336 w 1925"/>
                  <a:gd name="T37" fmla="*/ 717 h 1923"/>
                  <a:gd name="T38" fmla="*/ 450 w 1925"/>
                  <a:gd name="T39" fmla="*/ 721 h 1923"/>
                  <a:gd name="T40" fmla="*/ 899 w 1925"/>
                  <a:gd name="T41" fmla="*/ 408 h 1923"/>
                  <a:gd name="T42" fmla="*/ 890 w 1925"/>
                  <a:gd name="T43" fmla="*/ 507 h 1923"/>
                  <a:gd name="T44" fmla="*/ 467 w 1925"/>
                  <a:gd name="T45" fmla="*/ 803 h 1923"/>
                  <a:gd name="T46" fmla="*/ 332 w 1925"/>
                  <a:gd name="T47" fmla="*/ 953 h 1923"/>
                  <a:gd name="T48" fmla="*/ 440 w 1925"/>
                  <a:gd name="T49" fmla="*/ 971 h 1923"/>
                  <a:gd name="T50" fmla="*/ 464 w 1925"/>
                  <a:gd name="T51" fmla="*/ 1033 h 1923"/>
                  <a:gd name="T52" fmla="*/ 355 w 1925"/>
                  <a:gd name="T53" fmla="*/ 1124 h 1923"/>
                  <a:gd name="T54" fmla="*/ 428 w 1925"/>
                  <a:gd name="T55" fmla="*/ 1221 h 1923"/>
                  <a:gd name="T56" fmla="*/ 464 w 1925"/>
                  <a:gd name="T57" fmla="*/ 1208 h 1923"/>
                  <a:gd name="T58" fmla="*/ 454 w 1925"/>
                  <a:gd name="T59" fmla="*/ 1296 h 1923"/>
                  <a:gd name="T60" fmla="*/ 331 w 1925"/>
                  <a:gd name="T61" fmla="*/ 1401 h 1923"/>
                  <a:gd name="T62" fmla="*/ 427 w 1925"/>
                  <a:gd name="T63" fmla="*/ 1465 h 1923"/>
                  <a:gd name="T64" fmla="*/ 831 w 1925"/>
                  <a:gd name="T65" fmla="*/ 1182 h 1923"/>
                  <a:gd name="T66" fmla="*/ 899 w 1925"/>
                  <a:gd name="T67" fmla="*/ 1152 h 1923"/>
                  <a:gd name="T68" fmla="*/ 887 w 1925"/>
                  <a:gd name="T69" fmla="*/ 1236 h 1923"/>
                  <a:gd name="T70" fmla="*/ 415 w 1925"/>
                  <a:gd name="T71" fmla="*/ 1565 h 1923"/>
                  <a:gd name="T72" fmla="*/ 490 w 1925"/>
                  <a:gd name="T73" fmla="*/ 1661 h 1923"/>
                  <a:gd name="T74" fmla="*/ 855 w 1925"/>
                  <a:gd name="T75" fmla="*/ 1405 h 1923"/>
                  <a:gd name="T76" fmla="*/ 899 w 1925"/>
                  <a:gd name="T77" fmla="*/ 1395 h 1923"/>
                  <a:gd name="T78" fmla="*/ 938 w 1925"/>
                  <a:gd name="T79" fmla="*/ 1755 h 1923"/>
                  <a:gd name="T80" fmla="*/ 1025 w 1925"/>
                  <a:gd name="T81" fmla="*/ 1691 h 1923"/>
                  <a:gd name="T82" fmla="*/ 1027 w 1925"/>
                  <a:gd name="T83" fmla="*/ 1378 h 1923"/>
                  <a:gd name="T84" fmla="*/ 1333 w 1925"/>
                  <a:gd name="T85" fmla="*/ 1590 h 1923"/>
                  <a:gd name="T86" fmla="*/ 1526 w 1925"/>
                  <a:gd name="T87" fmla="*/ 1649 h 1923"/>
                  <a:gd name="T88" fmla="*/ 1482 w 1925"/>
                  <a:gd name="T89" fmla="*/ 1545 h 1923"/>
                  <a:gd name="T90" fmla="*/ 1025 w 1925"/>
                  <a:gd name="T91" fmla="*/ 1181 h 1923"/>
                  <a:gd name="T92" fmla="*/ 1037 w 1925"/>
                  <a:gd name="T93" fmla="*/ 1143 h 1923"/>
                  <a:gd name="T94" fmla="*/ 1302 w 1925"/>
                  <a:gd name="T95" fmla="*/ 1327 h 1923"/>
                  <a:gd name="T96" fmla="*/ 1540 w 1925"/>
                  <a:gd name="T97" fmla="*/ 1477 h 1923"/>
                  <a:gd name="T98" fmla="*/ 1569 w 1925"/>
                  <a:gd name="T99" fmla="*/ 1365 h 1923"/>
                  <a:gd name="T100" fmla="*/ 1460 w 1925"/>
                  <a:gd name="T101" fmla="*/ 1237 h 1923"/>
                  <a:gd name="T102" fmla="*/ 1465 w 1925"/>
                  <a:gd name="T103" fmla="*/ 1199 h 1923"/>
                  <a:gd name="T104" fmla="*/ 1587 w 1925"/>
                  <a:gd name="T105" fmla="*/ 1208 h 1923"/>
                  <a:gd name="T106" fmla="*/ 1491 w 1925"/>
                  <a:gd name="T107" fmla="*/ 1070 h 1923"/>
                  <a:gd name="T108" fmla="*/ 1461 w 1925"/>
                  <a:gd name="T109" fmla="*/ 959 h 1923"/>
                  <a:gd name="T110" fmla="*/ 1497 w 1925"/>
                  <a:gd name="T111" fmla="*/ 980 h 1923"/>
                  <a:gd name="T112" fmla="*/ 1568 w 1925"/>
                  <a:gd name="T113" fmla="*/ 880 h 1923"/>
                  <a:gd name="T114" fmla="*/ 1062 w 1925"/>
                  <a:gd name="T115" fmla="*/ 526 h 1923"/>
                  <a:gd name="T116" fmla="*/ 1025 w 1925"/>
                  <a:gd name="T117" fmla="*/ 424 h 19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925" h="1923">
                    <a:moveTo>
                      <a:pt x="961" y="0"/>
                    </a:moveTo>
                    <a:cubicBezTo>
                      <a:pt x="1503" y="3"/>
                      <a:pt x="1925" y="439"/>
                      <a:pt x="1922" y="963"/>
                    </a:cubicBezTo>
                    <a:cubicBezTo>
                      <a:pt x="1919" y="1496"/>
                      <a:pt x="1485" y="1923"/>
                      <a:pt x="954" y="1918"/>
                    </a:cubicBezTo>
                    <a:cubicBezTo>
                      <a:pt x="427" y="1913"/>
                      <a:pt x="0" y="1486"/>
                      <a:pt x="3" y="955"/>
                    </a:cubicBezTo>
                    <a:cubicBezTo>
                      <a:pt x="6" y="419"/>
                      <a:pt x="439" y="3"/>
                      <a:pt x="961" y="0"/>
                    </a:cubicBezTo>
                    <a:close/>
                    <a:moveTo>
                      <a:pt x="1027" y="409"/>
                    </a:moveTo>
                    <a:cubicBezTo>
                      <a:pt x="1034" y="413"/>
                      <a:pt x="1039" y="416"/>
                      <a:pt x="1044" y="420"/>
                    </a:cubicBezTo>
                    <a:cubicBezTo>
                      <a:pt x="1081" y="446"/>
                      <a:pt x="1118" y="472"/>
                      <a:pt x="1155" y="498"/>
                    </a:cubicBezTo>
                    <a:cubicBezTo>
                      <a:pt x="1237" y="555"/>
                      <a:pt x="1319" y="613"/>
                      <a:pt x="1401" y="670"/>
                    </a:cubicBezTo>
                    <a:cubicBezTo>
                      <a:pt x="1434" y="693"/>
                      <a:pt x="1466" y="716"/>
                      <a:pt x="1499" y="738"/>
                    </a:cubicBezTo>
                    <a:cubicBezTo>
                      <a:pt x="1531" y="760"/>
                      <a:pt x="1572" y="750"/>
                      <a:pt x="1589" y="718"/>
                    </a:cubicBezTo>
                    <a:cubicBezTo>
                      <a:pt x="1603" y="692"/>
                      <a:pt x="1598" y="661"/>
                      <a:pt x="1574" y="643"/>
                    </a:cubicBezTo>
                    <a:cubicBezTo>
                      <a:pt x="1542" y="619"/>
                      <a:pt x="1508" y="595"/>
                      <a:pt x="1474" y="572"/>
                    </a:cubicBezTo>
                    <a:cubicBezTo>
                      <a:pt x="1465" y="566"/>
                      <a:pt x="1460" y="558"/>
                      <a:pt x="1461" y="546"/>
                    </a:cubicBezTo>
                    <a:cubicBezTo>
                      <a:pt x="1461" y="509"/>
                      <a:pt x="1461" y="472"/>
                      <a:pt x="1461" y="435"/>
                    </a:cubicBezTo>
                    <a:cubicBezTo>
                      <a:pt x="1461" y="424"/>
                      <a:pt x="1460" y="413"/>
                      <a:pt x="1457" y="403"/>
                    </a:cubicBezTo>
                    <a:cubicBezTo>
                      <a:pt x="1451" y="377"/>
                      <a:pt x="1425" y="357"/>
                      <a:pt x="1399" y="357"/>
                    </a:cubicBezTo>
                    <a:cubicBezTo>
                      <a:pt x="1372" y="356"/>
                      <a:pt x="1345" y="373"/>
                      <a:pt x="1338" y="399"/>
                    </a:cubicBezTo>
                    <a:cubicBezTo>
                      <a:pt x="1334" y="415"/>
                      <a:pt x="1335" y="433"/>
                      <a:pt x="1333" y="451"/>
                    </a:cubicBezTo>
                    <a:cubicBezTo>
                      <a:pt x="1333" y="456"/>
                      <a:pt x="1332" y="462"/>
                      <a:pt x="1331" y="472"/>
                    </a:cubicBezTo>
                    <a:cubicBezTo>
                      <a:pt x="1318" y="462"/>
                      <a:pt x="1309" y="455"/>
                      <a:pt x="1299" y="448"/>
                    </a:cubicBezTo>
                    <a:cubicBezTo>
                      <a:pt x="1212" y="388"/>
                      <a:pt x="1125" y="327"/>
                      <a:pt x="1038" y="267"/>
                    </a:cubicBezTo>
                    <a:cubicBezTo>
                      <a:pt x="1028" y="260"/>
                      <a:pt x="1025" y="253"/>
                      <a:pt x="1025" y="242"/>
                    </a:cubicBezTo>
                    <a:cubicBezTo>
                      <a:pt x="1026" y="204"/>
                      <a:pt x="1026" y="165"/>
                      <a:pt x="1025" y="127"/>
                    </a:cubicBezTo>
                    <a:cubicBezTo>
                      <a:pt x="1025" y="88"/>
                      <a:pt x="998" y="61"/>
                      <a:pt x="962" y="62"/>
                    </a:cubicBezTo>
                    <a:cubicBezTo>
                      <a:pt x="926" y="62"/>
                      <a:pt x="900" y="89"/>
                      <a:pt x="900" y="128"/>
                    </a:cubicBezTo>
                    <a:cubicBezTo>
                      <a:pt x="899" y="165"/>
                      <a:pt x="899" y="203"/>
                      <a:pt x="900" y="240"/>
                    </a:cubicBezTo>
                    <a:cubicBezTo>
                      <a:pt x="900" y="253"/>
                      <a:pt x="896" y="261"/>
                      <a:pt x="885" y="269"/>
                    </a:cubicBezTo>
                    <a:cubicBezTo>
                      <a:pt x="794" y="331"/>
                      <a:pt x="704" y="395"/>
                      <a:pt x="614" y="458"/>
                    </a:cubicBezTo>
                    <a:cubicBezTo>
                      <a:pt x="608" y="462"/>
                      <a:pt x="602" y="466"/>
                      <a:pt x="592" y="471"/>
                    </a:cubicBezTo>
                    <a:cubicBezTo>
                      <a:pt x="592" y="456"/>
                      <a:pt x="593" y="444"/>
                      <a:pt x="591" y="433"/>
                    </a:cubicBezTo>
                    <a:cubicBezTo>
                      <a:pt x="588" y="416"/>
                      <a:pt x="587" y="397"/>
                      <a:pt x="578" y="382"/>
                    </a:cubicBezTo>
                    <a:cubicBezTo>
                      <a:pt x="564" y="359"/>
                      <a:pt x="535" y="352"/>
                      <a:pt x="507" y="360"/>
                    </a:cubicBezTo>
                    <a:cubicBezTo>
                      <a:pt x="484" y="367"/>
                      <a:pt x="466" y="391"/>
                      <a:pt x="465" y="420"/>
                    </a:cubicBezTo>
                    <a:cubicBezTo>
                      <a:pt x="464" y="459"/>
                      <a:pt x="464" y="499"/>
                      <a:pt x="465" y="538"/>
                    </a:cubicBezTo>
                    <a:cubicBezTo>
                      <a:pt x="465" y="555"/>
                      <a:pt x="460" y="566"/>
                      <a:pt x="446" y="576"/>
                    </a:cubicBezTo>
                    <a:cubicBezTo>
                      <a:pt x="413" y="598"/>
                      <a:pt x="380" y="621"/>
                      <a:pt x="349" y="646"/>
                    </a:cubicBezTo>
                    <a:cubicBezTo>
                      <a:pt x="326" y="663"/>
                      <a:pt x="323" y="692"/>
                      <a:pt x="336" y="717"/>
                    </a:cubicBezTo>
                    <a:cubicBezTo>
                      <a:pt x="349" y="742"/>
                      <a:pt x="374" y="756"/>
                      <a:pt x="401" y="748"/>
                    </a:cubicBezTo>
                    <a:cubicBezTo>
                      <a:pt x="418" y="742"/>
                      <a:pt x="435" y="732"/>
                      <a:pt x="450" y="721"/>
                    </a:cubicBezTo>
                    <a:cubicBezTo>
                      <a:pt x="588" y="625"/>
                      <a:pt x="726" y="528"/>
                      <a:pt x="864" y="432"/>
                    </a:cubicBezTo>
                    <a:cubicBezTo>
                      <a:pt x="874" y="424"/>
                      <a:pt x="885" y="417"/>
                      <a:pt x="899" y="408"/>
                    </a:cubicBezTo>
                    <a:cubicBezTo>
                      <a:pt x="899" y="440"/>
                      <a:pt x="900" y="468"/>
                      <a:pt x="899" y="496"/>
                    </a:cubicBezTo>
                    <a:cubicBezTo>
                      <a:pt x="899" y="499"/>
                      <a:pt x="894" y="504"/>
                      <a:pt x="890" y="507"/>
                    </a:cubicBezTo>
                    <a:cubicBezTo>
                      <a:pt x="865" y="525"/>
                      <a:pt x="840" y="542"/>
                      <a:pt x="814" y="560"/>
                    </a:cubicBezTo>
                    <a:cubicBezTo>
                      <a:pt x="699" y="641"/>
                      <a:pt x="583" y="722"/>
                      <a:pt x="467" y="803"/>
                    </a:cubicBezTo>
                    <a:cubicBezTo>
                      <a:pt x="429" y="830"/>
                      <a:pt x="390" y="857"/>
                      <a:pt x="352" y="884"/>
                    </a:cubicBezTo>
                    <a:cubicBezTo>
                      <a:pt x="330" y="900"/>
                      <a:pt x="323" y="928"/>
                      <a:pt x="332" y="953"/>
                    </a:cubicBezTo>
                    <a:cubicBezTo>
                      <a:pt x="341" y="977"/>
                      <a:pt x="362" y="991"/>
                      <a:pt x="388" y="992"/>
                    </a:cubicBezTo>
                    <a:cubicBezTo>
                      <a:pt x="409" y="992"/>
                      <a:pt x="425" y="982"/>
                      <a:pt x="440" y="971"/>
                    </a:cubicBezTo>
                    <a:cubicBezTo>
                      <a:pt x="447" y="966"/>
                      <a:pt x="454" y="962"/>
                      <a:pt x="464" y="955"/>
                    </a:cubicBezTo>
                    <a:cubicBezTo>
                      <a:pt x="464" y="984"/>
                      <a:pt x="464" y="1009"/>
                      <a:pt x="464" y="1033"/>
                    </a:cubicBezTo>
                    <a:cubicBezTo>
                      <a:pt x="465" y="1043"/>
                      <a:pt x="462" y="1049"/>
                      <a:pt x="453" y="1055"/>
                    </a:cubicBezTo>
                    <a:cubicBezTo>
                      <a:pt x="420" y="1078"/>
                      <a:pt x="388" y="1101"/>
                      <a:pt x="355" y="1124"/>
                    </a:cubicBezTo>
                    <a:cubicBezTo>
                      <a:pt x="328" y="1143"/>
                      <a:pt x="320" y="1179"/>
                      <a:pt x="338" y="1206"/>
                    </a:cubicBezTo>
                    <a:cubicBezTo>
                      <a:pt x="357" y="1237"/>
                      <a:pt x="395" y="1244"/>
                      <a:pt x="428" y="1221"/>
                    </a:cubicBezTo>
                    <a:cubicBezTo>
                      <a:pt x="439" y="1214"/>
                      <a:pt x="449" y="1207"/>
                      <a:pt x="461" y="1199"/>
                    </a:cubicBezTo>
                    <a:cubicBezTo>
                      <a:pt x="462" y="1203"/>
                      <a:pt x="464" y="1205"/>
                      <a:pt x="464" y="1208"/>
                    </a:cubicBezTo>
                    <a:cubicBezTo>
                      <a:pt x="464" y="1232"/>
                      <a:pt x="465" y="1257"/>
                      <a:pt x="464" y="1281"/>
                    </a:cubicBezTo>
                    <a:cubicBezTo>
                      <a:pt x="464" y="1286"/>
                      <a:pt x="459" y="1293"/>
                      <a:pt x="454" y="1296"/>
                    </a:cubicBezTo>
                    <a:cubicBezTo>
                      <a:pt x="422" y="1320"/>
                      <a:pt x="388" y="1341"/>
                      <a:pt x="357" y="1366"/>
                    </a:cubicBezTo>
                    <a:cubicBezTo>
                      <a:pt x="346" y="1375"/>
                      <a:pt x="336" y="1388"/>
                      <a:pt x="331" y="1401"/>
                    </a:cubicBezTo>
                    <a:cubicBezTo>
                      <a:pt x="323" y="1425"/>
                      <a:pt x="334" y="1452"/>
                      <a:pt x="354" y="1466"/>
                    </a:cubicBezTo>
                    <a:cubicBezTo>
                      <a:pt x="376" y="1482"/>
                      <a:pt x="403" y="1481"/>
                      <a:pt x="427" y="1465"/>
                    </a:cubicBezTo>
                    <a:cubicBezTo>
                      <a:pt x="474" y="1431"/>
                      <a:pt x="522" y="1398"/>
                      <a:pt x="569" y="1365"/>
                    </a:cubicBezTo>
                    <a:cubicBezTo>
                      <a:pt x="656" y="1304"/>
                      <a:pt x="744" y="1243"/>
                      <a:pt x="831" y="1182"/>
                    </a:cubicBezTo>
                    <a:cubicBezTo>
                      <a:pt x="852" y="1167"/>
                      <a:pt x="874" y="1152"/>
                      <a:pt x="898" y="1135"/>
                    </a:cubicBezTo>
                    <a:cubicBezTo>
                      <a:pt x="899" y="1143"/>
                      <a:pt x="899" y="1148"/>
                      <a:pt x="899" y="1152"/>
                    </a:cubicBezTo>
                    <a:cubicBezTo>
                      <a:pt x="899" y="1171"/>
                      <a:pt x="899" y="1190"/>
                      <a:pt x="900" y="1209"/>
                    </a:cubicBezTo>
                    <a:cubicBezTo>
                      <a:pt x="900" y="1221"/>
                      <a:pt x="896" y="1229"/>
                      <a:pt x="887" y="1236"/>
                    </a:cubicBezTo>
                    <a:cubicBezTo>
                      <a:pt x="793" y="1301"/>
                      <a:pt x="699" y="1366"/>
                      <a:pt x="605" y="1432"/>
                    </a:cubicBezTo>
                    <a:cubicBezTo>
                      <a:pt x="542" y="1476"/>
                      <a:pt x="478" y="1520"/>
                      <a:pt x="415" y="1565"/>
                    </a:cubicBezTo>
                    <a:cubicBezTo>
                      <a:pt x="392" y="1582"/>
                      <a:pt x="383" y="1610"/>
                      <a:pt x="392" y="1634"/>
                    </a:cubicBezTo>
                    <a:cubicBezTo>
                      <a:pt x="408" y="1676"/>
                      <a:pt x="451" y="1688"/>
                      <a:pt x="490" y="1661"/>
                    </a:cubicBezTo>
                    <a:cubicBezTo>
                      <a:pt x="550" y="1619"/>
                      <a:pt x="611" y="1577"/>
                      <a:pt x="671" y="1534"/>
                    </a:cubicBezTo>
                    <a:cubicBezTo>
                      <a:pt x="733" y="1491"/>
                      <a:pt x="794" y="1448"/>
                      <a:pt x="855" y="1405"/>
                    </a:cubicBezTo>
                    <a:cubicBezTo>
                      <a:pt x="869" y="1396"/>
                      <a:pt x="882" y="1387"/>
                      <a:pt x="898" y="1376"/>
                    </a:cubicBezTo>
                    <a:cubicBezTo>
                      <a:pt x="899" y="1384"/>
                      <a:pt x="899" y="1390"/>
                      <a:pt x="899" y="1395"/>
                    </a:cubicBezTo>
                    <a:cubicBezTo>
                      <a:pt x="899" y="1496"/>
                      <a:pt x="899" y="1597"/>
                      <a:pt x="900" y="1698"/>
                    </a:cubicBezTo>
                    <a:cubicBezTo>
                      <a:pt x="900" y="1725"/>
                      <a:pt x="913" y="1745"/>
                      <a:pt x="938" y="1755"/>
                    </a:cubicBezTo>
                    <a:cubicBezTo>
                      <a:pt x="961" y="1765"/>
                      <a:pt x="983" y="1762"/>
                      <a:pt x="1004" y="1745"/>
                    </a:cubicBezTo>
                    <a:cubicBezTo>
                      <a:pt x="1021" y="1731"/>
                      <a:pt x="1026" y="1712"/>
                      <a:pt x="1025" y="1691"/>
                    </a:cubicBezTo>
                    <a:cubicBezTo>
                      <a:pt x="1025" y="1592"/>
                      <a:pt x="1025" y="1493"/>
                      <a:pt x="1026" y="1394"/>
                    </a:cubicBezTo>
                    <a:cubicBezTo>
                      <a:pt x="1026" y="1389"/>
                      <a:pt x="1026" y="1384"/>
                      <a:pt x="1027" y="1378"/>
                    </a:cubicBezTo>
                    <a:cubicBezTo>
                      <a:pt x="1031" y="1379"/>
                      <a:pt x="1032" y="1380"/>
                      <a:pt x="1033" y="1381"/>
                    </a:cubicBezTo>
                    <a:cubicBezTo>
                      <a:pt x="1133" y="1450"/>
                      <a:pt x="1233" y="1520"/>
                      <a:pt x="1333" y="1590"/>
                    </a:cubicBezTo>
                    <a:cubicBezTo>
                      <a:pt x="1370" y="1615"/>
                      <a:pt x="1405" y="1641"/>
                      <a:pt x="1443" y="1666"/>
                    </a:cubicBezTo>
                    <a:cubicBezTo>
                      <a:pt x="1472" y="1685"/>
                      <a:pt x="1506" y="1677"/>
                      <a:pt x="1526" y="1649"/>
                    </a:cubicBezTo>
                    <a:cubicBezTo>
                      <a:pt x="1544" y="1622"/>
                      <a:pt x="1539" y="1588"/>
                      <a:pt x="1512" y="1567"/>
                    </a:cubicBezTo>
                    <a:cubicBezTo>
                      <a:pt x="1503" y="1559"/>
                      <a:pt x="1492" y="1553"/>
                      <a:pt x="1482" y="1545"/>
                    </a:cubicBezTo>
                    <a:cubicBezTo>
                      <a:pt x="1342" y="1447"/>
                      <a:pt x="1202" y="1348"/>
                      <a:pt x="1060" y="1251"/>
                    </a:cubicBezTo>
                    <a:cubicBezTo>
                      <a:pt x="1033" y="1233"/>
                      <a:pt x="1020" y="1214"/>
                      <a:pt x="1025" y="1181"/>
                    </a:cubicBezTo>
                    <a:cubicBezTo>
                      <a:pt x="1027" y="1167"/>
                      <a:pt x="1025" y="1153"/>
                      <a:pt x="1025" y="1136"/>
                    </a:cubicBezTo>
                    <a:cubicBezTo>
                      <a:pt x="1031" y="1140"/>
                      <a:pt x="1035" y="1141"/>
                      <a:pt x="1037" y="1143"/>
                    </a:cubicBezTo>
                    <a:cubicBezTo>
                      <a:pt x="1061" y="1159"/>
                      <a:pt x="1084" y="1175"/>
                      <a:pt x="1107" y="1191"/>
                    </a:cubicBezTo>
                    <a:cubicBezTo>
                      <a:pt x="1172" y="1237"/>
                      <a:pt x="1237" y="1282"/>
                      <a:pt x="1302" y="1327"/>
                    </a:cubicBezTo>
                    <a:cubicBezTo>
                      <a:pt x="1368" y="1373"/>
                      <a:pt x="1434" y="1420"/>
                      <a:pt x="1501" y="1466"/>
                    </a:cubicBezTo>
                    <a:cubicBezTo>
                      <a:pt x="1511" y="1473"/>
                      <a:pt x="1527" y="1477"/>
                      <a:pt x="1540" y="1477"/>
                    </a:cubicBezTo>
                    <a:cubicBezTo>
                      <a:pt x="1566" y="1476"/>
                      <a:pt x="1587" y="1458"/>
                      <a:pt x="1594" y="1434"/>
                    </a:cubicBezTo>
                    <a:cubicBezTo>
                      <a:pt x="1601" y="1407"/>
                      <a:pt x="1593" y="1383"/>
                      <a:pt x="1569" y="1365"/>
                    </a:cubicBezTo>
                    <a:cubicBezTo>
                      <a:pt x="1547" y="1349"/>
                      <a:pt x="1525" y="1331"/>
                      <a:pt x="1501" y="1319"/>
                    </a:cubicBezTo>
                    <a:cubicBezTo>
                      <a:pt x="1466" y="1301"/>
                      <a:pt x="1455" y="1274"/>
                      <a:pt x="1460" y="1237"/>
                    </a:cubicBezTo>
                    <a:cubicBezTo>
                      <a:pt x="1462" y="1226"/>
                      <a:pt x="1461" y="1213"/>
                      <a:pt x="1461" y="1201"/>
                    </a:cubicBezTo>
                    <a:cubicBezTo>
                      <a:pt x="1462" y="1201"/>
                      <a:pt x="1464" y="1200"/>
                      <a:pt x="1465" y="1199"/>
                    </a:cubicBezTo>
                    <a:cubicBezTo>
                      <a:pt x="1476" y="1207"/>
                      <a:pt x="1486" y="1214"/>
                      <a:pt x="1497" y="1221"/>
                    </a:cubicBezTo>
                    <a:cubicBezTo>
                      <a:pt x="1527" y="1243"/>
                      <a:pt x="1566" y="1238"/>
                      <a:pt x="1587" y="1208"/>
                    </a:cubicBezTo>
                    <a:cubicBezTo>
                      <a:pt x="1606" y="1180"/>
                      <a:pt x="1597" y="1142"/>
                      <a:pt x="1567" y="1121"/>
                    </a:cubicBezTo>
                    <a:cubicBezTo>
                      <a:pt x="1541" y="1104"/>
                      <a:pt x="1518" y="1084"/>
                      <a:pt x="1491" y="1070"/>
                    </a:cubicBezTo>
                    <a:cubicBezTo>
                      <a:pt x="1466" y="1055"/>
                      <a:pt x="1457" y="1037"/>
                      <a:pt x="1460" y="1009"/>
                    </a:cubicBezTo>
                    <a:cubicBezTo>
                      <a:pt x="1462" y="992"/>
                      <a:pt x="1461" y="975"/>
                      <a:pt x="1461" y="959"/>
                    </a:cubicBezTo>
                    <a:cubicBezTo>
                      <a:pt x="1462" y="958"/>
                      <a:pt x="1464" y="957"/>
                      <a:pt x="1465" y="957"/>
                    </a:cubicBezTo>
                    <a:cubicBezTo>
                      <a:pt x="1476" y="964"/>
                      <a:pt x="1486" y="972"/>
                      <a:pt x="1497" y="980"/>
                    </a:cubicBezTo>
                    <a:cubicBezTo>
                      <a:pt x="1526" y="1000"/>
                      <a:pt x="1566" y="995"/>
                      <a:pt x="1584" y="968"/>
                    </a:cubicBezTo>
                    <a:cubicBezTo>
                      <a:pt x="1605" y="939"/>
                      <a:pt x="1598" y="901"/>
                      <a:pt x="1568" y="880"/>
                    </a:cubicBezTo>
                    <a:cubicBezTo>
                      <a:pt x="1509" y="839"/>
                      <a:pt x="1451" y="798"/>
                      <a:pt x="1392" y="757"/>
                    </a:cubicBezTo>
                    <a:cubicBezTo>
                      <a:pt x="1282" y="680"/>
                      <a:pt x="1172" y="603"/>
                      <a:pt x="1062" y="526"/>
                    </a:cubicBezTo>
                    <a:cubicBezTo>
                      <a:pt x="1025" y="501"/>
                      <a:pt x="1025" y="501"/>
                      <a:pt x="1025" y="456"/>
                    </a:cubicBezTo>
                    <a:cubicBezTo>
                      <a:pt x="1025" y="445"/>
                      <a:pt x="1025" y="435"/>
                      <a:pt x="1025" y="424"/>
                    </a:cubicBezTo>
                    <a:cubicBezTo>
                      <a:pt x="1025" y="420"/>
                      <a:pt x="1026" y="416"/>
                      <a:pt x="1027" y="4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6" name="Freeform 285"/>
              <p:cNvSpPr/>
              <p:nvPr/>
            </p:nvSpPr>
            <p:spPr bwMode="auto">
              <a:xfrm>
                <a:off x="18234025" y="2327275"/>
                <a:ext cx="992187" cy="966788"/>
              </a:xfrm>
              <a:custGeom>
                <a:avLst/>
                <a:gdLst>
                  <a:gd name="T0" fmla="*/ 308 w 314"/>
                  <a:gd name="T1" fmla="*/ 0 h 306"/>
                  <a:gd name="T2" fmla="*/ 309 w 314"/>
                  <a:gd name="T3" fmla="*/ 45 h 306"/>
                  <a:gd name="T4" fmla="*/ 272 w 314"/>
                  <a:gd name="T5" fmla="*/ 119 h 306"/>
                  <a:gd name="T6" fmla="*/ 32 w 314"/>
                  <a:gd name="T7" fmla="*/ 285 h 306"/>
                  <a:gd name="T8" fmla="*/ 3 w 314"/>
                  <a:gd name="T9" fmla="*/ 306 h 306"/>
                  <a:gd name="T10" fmla="*/ 1 w 314"/>
                  <a:gd name="T11" fmla="*/ 287 h 306"/>
                  <a:gd name="T12" fmla="*/ 1 w 314"/>
                  <a:gd name="T13" fmla="*/ 227 h 306"/>
                  <a:gd name="T14" fmla="*/ 13 w 314"/>
                  <a:gd name="T15" fmla="*/ 205 h 306"/>
                  <a:gd name="T16" fmla="*/ 295 w 314"/>
                  <a:gd name="T17" fmla="*/ 7 h 306"/>
                  <a:gd name="T18" fmla="*/ 308 w 314"/>
                  <a:gd name="T19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4" h="306">
                    <a:moveTo>
                      <a:pt x="308" y="0"/>
                    </a:moveTo>
                    <a:cubicBezTo>
                      <a:pt x="308" y="17"/>
                      <a:pt x="307" y="31"/>
                      <a:pt x="309" y="45"/>
                    </a:cubicBezTo>
                    <a:cubicBezTo>
                      <a:pt x="314" y="79"/>
                      <a:pt x="301" y="100"/>
                      <a:pt x="272" y="119"/>
                    </a:cubicBezTo>
                    <a:cubicBezTo>
                      <a:pt x="191" y="173"/>
                      <a:pt x="112" y="230"/>
                      <a:pt x="32" y="285"/>
                    </a:cubicBezTo>
                    <a:cubicBezTo>
                      <a:pt x="23" y="292"/>
                      <a:pt x="14" y="298"/>
                      <a:pt x="3" y="306"/>
                    </a:cubicBezTo>
                    <a:cubicBezTo>
                      <a:pt x="2" y="298"/>
                      <a:pt x="1" y="292"/>
                      <a:pt x="1" y="287"/>
                    </a:cubicBezTo>
                    <a:cubicBezTo>
                      <a:pt x="1" y="267"/>
                      <a:pt x="0" y="247"/>
                      <a:pt x="1" y="227"/>
                    </a:cubicBezTo>
                    <a:cubicBezTo>
                      <a:pt x="2" y="220"/>
                      <a:pt x="7" y="210"/>
                      <a:pt x="13" y="205"/>
                    </a:cubicBezTo>
                    <a:cubicBezTo>
                      <a:pt x="107" y="139"/>
                      <a:pt x="201" y="73"/>
                      <a:pt x="295" y="7"/>
                    </a:cubicBezTo>
                    <a:cubicBezTo>
                      <a:pt x="298" y="5"/>
                      <a:pt x="302" y="4"/>
                      <a:pt x="30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7" name="Freeform 286"/>
              <p:cNvSpPr/>
              <p:nvPr/>
            </p:nvSpPr>
            <p:spPr bwMode="auto">
              <a:xfrm>
                <a:off x="18234025" y="1557338"/>
                <a:ext cx="976312" cy="969963"/>
              </a:xfrm>
              <a:custGeom>
                <a:avLst/>
                <a:gdLst>
                  <a:gd name="T0" fmla="*/ 308 w 309"/>
                  <a:gd name="T1" fmla="*/ 0 h 307"/>
                  <a:gd name="T2" fmla="*/ 308 w 309"/>
                  <a:gd name="T3" fmla="*/ 48 h 307"/>
                  <a:gd name="T4" fmla="*/ 268 w 309"/>
                  <a:gd name="T5" fmla="*/ 122 h 307"/>
                  <a:gd name="T6" fmla="*/ 26 w 309"/>
                  <a:gd name="T7" fmla="*/ 291 h 307"/>
                  <a:gd name="T8" fmla="*/ 3 w 309"/>
                  <a:gd name="T9" fmla="*/ 307 h 307"/>
                  <a:gd name="T10" fmla="*/ 1 w 309"/>
                  <a:gd name="T11" fmla="*/ 290 h 307"/>
                  <a:gd name="T12" fmla="*/ 1 w 309"/>
                  <a:gd name="T13" fmla="*/ 230 h 307"/>
                  <a:gd name="T14" fmla="*/ 13 w 309"/>
                  <a:gd name="T15" fmla="*/ 207 h 307"/>
                  <a:gd name="T16" fmla="*/ 283 w 309"/>
                  <a:gd name="T17" fmla="*/ 18 h 307"/>
                  <a:gd name="T18" fmla="*/ 308 w 309"/>
                  <a:gd name="T19" fmla="*/ 0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9" h="307">
                    <a:moveTo>
                      <a:pt x="308" y="0"/>
                    </a:moveTo>
                    <a:cubicBezTo>
                      <a:pt x="308" y="19"/>
                      <a:pt x="308" y="33"/>
                      <a:pt x="308" y="48"/>
                    </a:cubicBezTo>
                    <a:cubicBezTo>
                      <a:pt x="309" y="96"/>
                      <a:pt x="308" y="95"/>
                      <a:pt x="268" y="122"/>
                    </a:cubicBezTo>
                    <a:cubicBezTo>
                      <a:pt x="187" y="178"/>
                      <a:pt x="107" y="235"/>
                      <a:pt x="26" y="291"/>
                    </a:cubicBezTo>
                    <a:cubicBezTo>
                      <a:pt x="20" y="296"/>
                      <a:pt x="12" y="300"/>
                      <a:pt x="3" y="307"/>
                    </a:cubicBezTo>
                    <a:cubicBezTo>
                      <a:pt x="2" y="299"/>
                      <a:pt x="1" y="295"/>
                      <a:pt x="1" y="290"/>
                    </a:cubicBezTo>
                    <a:cubicBezTo>
                      <a:pt x="1" y="270"/>
                      <a:pt x="1" y="250"/>
                      <a:pt x="1" y="230"/>
                    </a:cubicBezTo>
                    <a:cubicBezTo>
                      <a:pt x="0" y="220"/>
                      <a:pt x="4" y="213"/>
                      <a:pt x="13" y="207"/>
                    </a:cubicBezTo>
                    <a:cubicBezTo>
                      <a:pt x="103" y="144"/>
                      <a:pt x="193" y="81"/>
                      <a:pt x="283" y="18"/>
                    </a:cubicBezTo>
                    <a:cubicBezTo>
                      <a:pt x="290" y="13"/>
                      <a:pt x="297" y="8"/>
                      <a:pt x="30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8" name="Freeform 287"/>
              <p:cNvSpPr/>
              <p:nvPr/>
            </p:nvSpPr>
            <p:spPr bwMode="auto">
              <a:xfrm>
                <a:off x="19599275" y="2324100"/>
                <a:ext cx="984250" cy="963613"/>
              </a:xfrm>
              <a:custGeom>
                <a:avLst/>
                <a:gdLst>
                  <a:gd name="T0" fmla="*/ 2 w 312"/>
                  <a:gd name="T1" fmla="*/ 0 h 305"/>
                  <a:gd name="T2" fmla="*/ 64 w 312"/>
                  <a:gd name="T3" fmla="*/ 43 h 305"/>
                  <a:gd name="T4" fmla="*/ 290 w 312"/>
                  <a:gd name="T5" fmla="*/ 200 h 305"/>
                  <a:gd name="T6" fmla="*/ 311 w 312"/>
                  <a:gd name="T7" fmla="*/ 238 h 305"/>
                  <a:gd name="T8" fmla="*/ 310 w 312"/>
                  <a:gd name="T9" fmla="*/ 305 h 305"/>
                  <a:gd name="T10" fmla="*/ 298 w 312"/>
                  <a:gd name="T11" fmla="*/ 300 h 305"/>
                  <a:gd name="T12" fmla="*/ 27 w 312"/>
                  <a:gd name="T13" fmla="*/ 111 h 305"/>
                  <a:gd name="T14" fmla="*/ 2 w 312"/>
                  <a:gd name="T15" fmla="*/ 61 h 305"/>
                  <a:gd name="T16" fmla="*/ 2 w 312"/>
                  <a:gd name="T17" fmla="*/ 0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2" h="305">
                    <a:moveTo>
                      <a:pt x="2" y="0"/>
                    </a:moveTo>
                    <a:cubicBezTo>
                      <a:pt x="25" y="16"/>
                      <a:pt x="45" y="29"/>
                      <a:pt x="64" y="43"/>
                    </a:cubicBezTo>
                    <a:cubicBezTo>
                      <a:pt x="140" y="95"/>
                      <a:pt x="215" y="148"/>
                      <a:pt x="290" y="200"/>
                    </a:cubicBezTo>
                    <a:cubicBezTo>
                      <a:pt x="304" y="210"/>
                      <a:pt x="312" y="220"/>
                      <a:pt x="311" y="238"/>
                    </a:cubicBezTo>
                    <a:cubicBezTo>
                      <a:pt x="309" y="259"/>
                      <a:pt x="310" y="281"/>
                      <a:pt x="310" y="305"/>
                    </a:cubicBezTo>
                    <a:cubicBezTo>
                      <a:pt x="304" y="303"/>
                      <a:pt x="301" y="302"/>
                      <a:pt x="298" y="300"/>
                    </a:cubicBezTo>
                    <a:cubicBezTo>
                      <a:pt x="208" y="237"/>
                      <a:pt x="118" y="173"/>
                      <a:pt x="27" y="111"/>
                    </a:cubicBezTo>
                    <a:cubicBezTo>
                      <a:pt x="7" y="98"/>
                      <a:pt x="0" y="84"/>
                      <a:pt x="2" y="61"/>
                    </a:cubicBezTo>
                    <a:cubicBezTo>
                      <a:pt x="4" y="42"/>
                      <a:pt x="2" y="23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9" name="Freeform 288"/>
              <p:cNvSpPr/>
              <p:nvPr/>
            </p:nvSpPr>
            <p:spPr bwMode="auto">
              <a:xfrm>
                <a:off x="19608800" y="1560513"/>
                <a:ext cx="974725" cy="960438"/>
              </a:xfrm>
              <a:custGeom>
                <a:avLst/>
                <a:gdLst>
                  <a:gd name="T0" fmla="*/ 303 w 309"/>
                  <a:gd name="T1" fmla="*/ 304 h 304"/>
                  <a:gd name="T2" fmla="*/ 253 w 309"/>
                  <a:gd name="T3" fmla="*/ 270 h 304"/>
                  <a:gd name="T4" fmla="*/ 7 w 309"/>
                  <a:gd name="T5" fmla="*/ 98 h 304"/>
                  <a:gd name="T6" fmla="*/ 0 w 309"/>
                  <a:gd name="T7" fmla="*/ 90 h 304"/>
                  <a:gd name="T8" fmla="*/ 0 w 309"/>
                  <a:gd name="T9" fmla="*/ 0 h 304"/>
                  <a:gd name="T10" fmla="*/ 54 w 309"/>
                  <a:gd name="T11" fmla="*/ 37 h 304"/>
                  <a:gd name="T12" fmla="*/ 295 w 309"/>
                  <a:gd name="T13" fmla="*/ 207 h 304"/>
                  <a:gd name="T14" fmla="*/ 307 w 309"/>
                  <a:gd name="T15" fmla="*/ 229 h 304"/>
                  <a:gd name="T16" fmla="*/ 308 w 309"/>
                  <a:gd name="T17" fmla="*/ 302 h 304"/>
                  <a:gd name="T18" fmla="*/ 303 w 309"/>
                  <a:gd name="T1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9" h="304">
                    <a:moveTo>
                      <a:pt x="303" y="304"/>
                    </a:moveTo>
                    <a:cubicBezTo>
                      <a:pt x="286" y="293"/>
                      <a:pt x="269" y="282"/>
                      <a:pt x="253" y="270"/>
                    </a:cubicBezTo>
                    <a:cubicBezTo>
                      <a:pt x="171" y="213"/>
                      <a:pt x="89" y="156"/>
                      <a:pt x="7" y="98"/>
                    </a:cubicBezTo>
                    <a:cubicBezTo>
                      <a:pt x="4" y="96"/>
                      <a:pt x="0" y="93"/>
                      <a:pt x="0" y="90"/>
                    </a:cubicBezTo>
                    <a:cubicBezTo>
                      <a:pt x="0" y="61"/>
                      <a:pt x="0" y="32"/>
                      <a:pt x="0" y="0"/>
                    </a:cubicBezTo>
                    <a:cubicBezTo>
                      <a:pt x="20" y="14"/>
                      <a:pt x="37" y="25"/>
                      <a:pt x="54" y="37"/>
                    </a:cubicBezTo>
                    <a:cubicBezTo>
                      <a:pt x="135" y="93"/>
                      <a:pt x="215" y="150"/>
                      <a:pt x="295" y="207"/>
                    </a:cubicBezTo>
                    <a:cubicBezTo>
                      <a:pt x="301" y="211"/>
                      <a:pt x="307" y="221"/>
                      <a:pt x="307" y="229"/>
                    </a:cubicBezTo>
                    <a:cubicBezTo>
                      <a:pt x="309" y="253"/>
                      <a:pt x="308" y="277"/>
                      <a:pt x="308" y="302"/>
                    </a:cubicBezTo>
                    <a:cubicBezTo>
                      <a:pt x="306" y="303"/>
                      <a:pt x="304" y="304"/>
                      <a:pt x="303" y="3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142527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55495" y="2924054"/>
            <a:ext cx="1997246" cy="903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68699" y="3906383"/>
            <a:ext cx="1170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>
                <a:solidFill>
                  <a:schemeClr val="bg1">
                    <a:alpha val="7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>
              <a:solidFill>
                <a:schemeClr val="bg1">
                  <a:alpha val="7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3357" y="1541485"/>
            <a:ext cx="3775031" cy="377503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12063" y="697436"/>
            <a:ext cx="757755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12063" y="1692359"/>
            <a:ext cx="757755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12063" y="2687282"/>
            <a:ext cx="757755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12063" y="3682205"/>
            <a:ext cx="757755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13978" y="765018"/>
            <a:ext cx="2400507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2800" b="1" spc="3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13978" y="1759941"/>
            <a:ext cx="2400507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sz="2800" spc="300">
              <a:solidFill>
                <a:schemeClr val="accent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216199" y="2754864"/>
            <a:ext cx="2400507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sz="2800" spc="300">
              <a:solidFill>
                <a:schemeClr val="accent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216200" y="3749787"/>
            <a:ext cx="2644766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sz="2800" spc="300">
              <a:solidFill>
                <a:schemeClr val="accent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112063" y="4677128"/>
            <a:ext cx="757755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3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216200" y="4744710"/>
            <a:ext cx="2734178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sz="2800" spc="300">
              <a:solidFill>
                <a:schemeClr val="accent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112063" y="5672049"/>
            <a:ext cx="757755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3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216201" y="5739631"/>
            <a:ext cx="3094926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2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sz="2800" spc="300">
              <a:solidFill>
                <a:schemeClr val="accent1"/>
              </a:solidFill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6002597" y="795820"/>
            <a:ext cx="0" cy="504000"/>
          </a:xfrm>
          <a:prstGeom prst="line">
            <a:avLst/>
          </a:prstGeom>
          <a:ln w="15875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002597" y="1790743"/>
            <a:ext cx="0" cy="504000"/>
          </a:xfrm>
          <a:prstGeom prst="line">
            <a:avLst/>
          </a:prstGeom>
          <a:ln w="15875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5995912" y="2785666"/>
            <a:ext cx="0" cy="504000"/>
          </a:xfrm>
          <a:prstGeom prst="line">
            <a:avLst/>
          </a:prstGeom>
          <a:ln w="15875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6002597" y="3780589"/>
            <a:ext cx="0" cy="504000"/>
          </a:xfrm>
          <a:prstGeom prst="line">
            <a:avLst/>
          </a:prstGeom>
          <a:ln w="15875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5995577" y="4775512"/>
            <a:ext cx="0" cy="504000"/>
          </a:xfrm>
          <a:prstGeom prst="line">
            <a:avLst/>
          </a:prstGeom>
          <a:ln w="15875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6002597" y="5770433"/>
            <a:ext cx="0" cy="504000"/>
          </a:xfrm>
          <a:prstGeom prst="line">
            <a:avLst/>
          </a:prstGeom>
          <a:ln w="15875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1052151" y="603885"/>
            <a:ext cx="1038225" cy="1017270"/>
            <a:chOff x="14471650" y="-2432050"/>
            <a:chExt cx="9898062" cy="9894888"/>
          </a:xfrm>
          <a:solidFill>
            <a:schemeClr val="bg1"/>
          </a:solidFill>
        </p:grpSpPr>
        <p:sp>
          <p:nvSpPr>
            <p:cNvPr id="9" name="Freeform 225"/>
            <p:cNvSpPr>
              <a:spLocks noEditPoints="1"/>
            </p:cNvSpPr>
            <p:nvPr/>
          </p:nvSpPr>
          <p:spPr bwMode="auto">
            <a:xfrm>
              <a:off x="14471650" y="-2432050"/>
              <a:ext cx="9898062" cy="9894888"/>
            </a:xfrm>
            <a:custGeom>
              <a:avLst/>
              <a:gdLst>
                <a:gd name="T0" fmla="*/ 1562 w 3135"/>
                <a:gd name="T1" fmla="*/ 3133 h 3133"/>
                <a:gd name="T2" fmla="*/ 3 w 3135"/>
                <a:gd name="T3" fmla="*/ 1567 h 3133"/>
                <a:gd name="T4" fmla="*/ 1593 w 3135"/>
                <a:gd name="T5" fmla="*/ 15 h 3133"/>
                <a:gd name="T6" fmla="*/ 3123 w 3135"/>
                <a:gd name="T7" fmla="*/ 1598 h 3133"/>
                <a:gd name="T8" fmla="*/ 1562 w 3135"/>
                <a:gd name="T9" fmla="*/ 3133 h 3133"/>
                <a:gd name="T10" fmla="*/ 61 w 3135"/>
                <a:gd name="T11" fmla="*/ 1574 h 3133"/>
                <a:gd name="T12" fmla="*/ 1562 w 3135"/>
                <a:gd name="T13" fmla="*/ 3074 h 3133"/>
                <a:gd name="T14" fmla="*/ 3065 w 3135"/>
                <a:gd name="T15" fmla="*/ 1568 h 3133"/>
                <a:gd name="T16" fmla="*/ 1561 w 3135"/>
                <a:gd name="T17" fmla="*/ 73 h 3133"/>
                <a:gd name="T18" fmla="*/ 61 w 3135"/>
                <a:gd name="T19" fmla="*/ 1574 h 3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35" h="3133">
                  <a:moveTo>
                    <a:pt x="1562" y="3133"/>
                  </a:moveTo>
                  <a:cubicBezTo>
                    <a:pt x="700" y="3129"/>
                    <a:pt x="0" y="2435"/>
                    <a:pt x="3" y="1567"/>
                  </a:cubicBezTo>
                  <a:cubicBezTo>
                    <a:pt x="6" y="712"/>
                    <a:pt x="703" y="0"/>
                    <a:pt x="1593" y="15"/>
                  </a:cubicBezTo>
                  <a:cubicBezTo>
                    <a:pt x="2428" y="29"/>
                    <a:pt x="3135" y="710"/>
                    <a:pt x="3123" y="1598"/>
                  </a:cubicBezTo>
                  <a:cubicBezTo>
                    <a:pt x="3112" y="2439"/>
                    <a:pt x="2428" y="3129"/>
                    <a:pt x="1562" y="3133"/>
                  </a:cubicBezTo>
                  <a:close/>
                  <a:moveTo>
                    <a:pt x="61" y="1574"/>
                  </a:moveTo>
                  <a:cubicBezTo>
                    <a:pt x="63" y="2407"/>
                    <a:pt x="739" y="3074"/>
                    <a:pt x="1562" y="3074"/>
                  </a:cubicBezTo>
                  <a:cubicBezTo>
                    <a:pt x="2397" y="3074"/>
                    <a:pt x="3068" y="2397"/>
                    <a:pt x="3065" y="1568"/>
                  </a:cubicBezTo>
                  <a:cubicBezTo>
                    <a:pt x="3062" y="739"/>
                    <a:pt x="2387" y="72"/>
                    <a:pt x="1561" y="73"/>
                  </a:cubicBezTo>
                  <a:cubicBezTo>
                    <a:pt x="729" y="74"/>
                    <a:pt x="60" y="751"/>
                    <a:pt x="61" y="15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227"/>
            <p:cNvSpPr>
              <a:spLocks noEditPoints="1"/>
            </p:cNvSpPr>
            <p:nvPr/>
          </p:nvSpPr>
          <p:spPr bwMode="auto">
            <a:xfrm>
              <a:off x="16068675" y="-800100"/>
              <a:ext cx="6673850" cy="6672263"/>
            </a:xfrm>
            <a:custGeom>
              <a:avLst/>
              <a:gdLst>
                <a:gd name="T0" fmla="*/ 1059 w 2114"/>
                <a:gd name="T1" fmla="*/ 2111 h 2112"/>
                <a:gd name="T2" fmla="*/ 2 w 2114"/>
                <a:gd name="T3" fmla="*/ 1059 h 2112"/>
                <a:gd name="T4" fmla="*/ 1053 w 2114"/>
                <a:gd name="T5" fmla="*/ 2 h 2112"/>
                <a:gd name="T6" fmla="*/ 2113 w 2114"/>
                <a:gd name="T7" fmla="*/ 1052 h 2112"/>
                <a:gd name="T8" fmla="*/ 1059 w 2114"/>
                <a:gd name="T9" fmla="*/ 2111 h 2112"/>
                <a:gd name="T10" fmla="*/ 2079 w 2114"/>
                <a:gd name="T11" fmla="*/ 1054 h 2112"/>
                <a:gd name="T12" fmla="*/ 1061 w 2114"/>
                <a:gd name="T13" fmla="*/ 36 h 2112"/>
                <a:gd name="T14" fmla="*/ 36 w 2114"/>
                <a:gd name="T15" fmla="*/ 1050 h 2112"/>
                <a:gd name="T16" fmla="*/ 1055 w 2114"/>
                <a:gd name="T17" fmla="*/ 2077 h 2112"/>
                <a:gd name="T18" fmla="*/ 2079 w 2114"/>
                <a:gd name="T19" fmla="*/ 1054 h 2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14" h="2112">
                  <a:moveTo>
                    <a:pt x="1059" y="2111"/>
                  </a:moveTo>
                  <a:cubicBezTo>
                    <a:pt x="477" y="2112"/>
                    <a:pt x="4" y="1641"/>
                    <a:pt x="2" y="1059"/>
                  </a:cubicBezTo>
                  <a:cubicBezTo>
                    <a:pt x="0" y="478"/>
                    <a:pt x="473" y="3"/>
                    <a:pt x="1053" y="2"/>
                  </a:cubicBezTo>
                  <a:cubicBezTo>
                    <a:pt x="1636" y="0"/>
                    <a:pt x="2112" y="472"/>
                    <a:pt x="2113" y="1052"/>
                  </a:cubicBezTo>
                  <a:cubicBezTo>
                    <a:pt x="2114" y="1636"/>
                    <a:pt x="1643" y="2109"/>
                    <a:pt x="1059" y="2111"/>
                  </a:cubicBezTo>
                  <a:close/>
                  <a:moveTo>
                    <a:pt x="2079" y="1054"/>
                  </a:moveTo>
                  <a:cubicBezTo>
                    <a:pt x="2078" y="496"/>
                    <a:pt x="1626" y="39"/>
                    <a:pt x="1061" y="36"/>
                  </a:cubicBezTo>
                  <a:cubicBezTo>
                    <a:pt x="500" y="33"/>
                    <a:pt x="39" y="489"/>
                    <a:pt x="36" y="1050"/>
                  </a:cubicBezTo>
                  <a:cubicBezTo>
                    <a:pt x="33" y="1615"/>
                    <a:pt x="489" y="2075"/>
                    <a:pt x="1055" y="2077"/>
                  </a:cubicBezTo>
                  <a:cubicBezTo>
                    <a:pt x="1615" y="2079"/>
                    <a:pt x="2079" y="1625"/>
                    <a:pt x="2079" y="10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228"/>
            <p:cNvSpPr/>
            <p:nvPr/>
          </p:nvSpPr>
          <p:spPr bwMode="auto">
            <a:xfrm>
              <a:off x="19516725" y="-1828800"/>
              <a:ext cx="823912" cy="804863"/>
            </a:xfrm>
            <a:custGeom>
              <a:avLst/>
              <a:gdLst>
                <a:gd name="T0" fmla="*/ 121 w 261"/>
                <a:gd name="T1" fmla="*/ 178 h 255"/>
                <a:gd name="T2" fmla="*/ 139 w 261"/>
                <a:gd name="T3" fmla="*/ 139 h 255"/>
                <a:gd name="T4" fmla="*/ 185 w 261"/>
                <a:gd name="T5" fmla="*/ 32 h 255"/>
                <a:gd name="T6" fmla="*/ 202 w 261"/>
                <a:gd name="T7" fmla="*/ 22 h 255"/>
                <a:gd name="T8" fmla="*/ 206 w 261"/>
                <a:gd name="T9" fmla="*/ 22 h 255"/>
                <a:gd name="T10" fmla="*/ 244 w 261"/>
                <a:gd name="T11" fmla="*/ 70 h 255"/>
                <a:gd name="T12" fmla="*/ 222 w 261"/>
                <a:gd name="T13" fmla="*/ 238 h 255"/>
                <a:gd name="T14" fmla="*/ 195 w 261"/>
                <a:gd name="T15" fmla="*/ 252 h 255"/>
                <a:gd name="T16" fmla="*/ 186 w 261"/>
                <a:gd name="T17" fmla="*/ 232 h 255"/>
                <a:gd name="T18" fmla="*/ 204 w 261"/>
                <a:gd name="T19" fmla="*/ 91 h 255"/>
                <a:gd name="T20" fmla="*/ 204 w 261"/>
                <a:gd name="T21" fmla="*/ 74 h 255"/>
                <a:gd name="T22" fmla="*/ 199 w 261"/>
                <a:gd name="T23" fmla="*/ 74 h 255"/>
                <a:gd name="T24" fmla="*/ 184 w 261"/>
                <a:gd name="T25" fmla="*/ 108 h 255"/>
                <a:gd name="T26" fmla="*/ 129 w 261"/>
                <a:gd name="T27" fmla="*/ 231 h 255"/>
                <a:gd name="T28" fmla="*/ 111 w 261"/>
                <a:gd name="T29" fmla="*/ 241 h 255"/>
                <a:gd name="T30" fmla="*/ 93 w 261"/>
                <a:gd name="T31" fmla="*/ 227 h 255"/>
                <a:gd name="T32" fmla="*/ 78 w 261"/>
                <a:gd name="T33" fmla="*/ 132 h 255"/>
                <a:gd name="T34" fmla="*/ 69 w 261"/>
                <a:gd name="T35" fmla="*/ 68 h 255"/>
                <a:gd name="T36" fmla="*/ 61 w 261"/>
                <a:gd name="T37" fmla="*/ 54 h 255"/>
                <a:gd name="T38" fmla="*/ 53 w 261"/>
                <a:gd name="T39" fmla="*/ 106 h 255"/>
                <a:gd name="T40" fmla="*/ 40 w 261"/>
                <a:gd name="T41" fmla="*/ 215 h 255"/>
                <a:gd name="T42" fmla="*/ 24 w 261"/>
                <a:gd name="T43" fmla="*/ 230 h 255"/>
                <a:gd name="T44" fmla="*/ 3 w 261"/>
                <a:gd name="T45" fmla="*/ 211 h 255"/>
                <a:gd name="T46" fmla="*/ 28 w 261"/>
                <a:gd name="T47" fmla="*/ 12 h 255"/>
                <a:gd name="T48" fmla="*/ 42 w 261"/>
                <a:gd name="T49" fmla="*/ 1 h 255"/>
                <a:gd name="T50" fmla="*/ 69 w 261"/>
                <a:gd name="T51" fmla="*/ 4 h 255"/>
                <a:gd name="T52" fmla="*/ 96 w 261"/>
                <a:gd name="T53" fmla="*/ 31 h 255"/>
                <a:gd name="T54" fmla="*/ 115 w 261"/>
                <a:gd name="T55" fmla="*/ 172 h 255"/>
                <a:gd name="T56" fmla="*/ 117 w 261"/>
                <a:gd name="T57" fmla="*/ 177 h 255"/>
                <a:gd name="T58" fmla="*/ 121 w 261"/>
                <a:gd name="T59" fmla="*/ 17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61" h="255">
                  <a:moveTo>
                    <a:pt x="121" y="178"/>
                  </a:moveTo>
                  <a:cubicBezTo>
                    <a:pt x="127" y="165"/>
                    <a:pt x="133" y="152"/>
                    <a:pt x="139" y="139"/>
                  </a:cubicBezTo>
                  <a:cubicBezTo>
                    <a:pt x="154" y="104"/>
                    <a:pt x="170" y="68"/>
                    <a:pt x="185" y="32"/>
                  </a:cubicBezTo>
                  <a:cubicBezTo>
                    <a:pt x="188" y="24"/>
                    <a:pt x="193" y="20"/>
                    <a:pt x="202" y="22"/>
                  </a:cubicBezTo>
                  <a:cubicBezTo>
                    <a:pt x="203" y="22"/>
                    <a:pt x="205" y="22"/>
                    <a:pt x="206" y="22"/>
                  </a:cubicBezTo>
                  <a:cubicBezTo>
                    <a:pt x="261" y="29"/>
                    <a:pt x="248" y="20"/>
                    <a:pt x="244" y="70"/>
                  </a:cubicBezTo>
                  <a:cubicBezTo>
                    <a:pt x="239" y="126"/>
                    <a:pt x="230" y="182"/>
                    <a:pt x="222" y="238"/>
                  </a:cubicBezTo>
                  <a:cubicBezTo>
                    <a:pt x="220" y="255"/>
                    <a:pt x="219" y="255"/>
                    <a:pt x="195" y="252"/>
                  </a:cubicBezTo>
                  <a:cubicBezTo>
                    <a:pt x="180" y="250"/>
                    <a:pt x="185" y="240"/>
                    <a:pt x="186" y="232"/>
                  </a:cubicBezTo>
                  <a:cubicBezTo>
                    <a:pt x="192" y="185"/>
                    <a:pt x="198" y="138"/>
                    <a:pt x="204" y="91"/>
                  </a:cubicBezTo>
                  <a:cubicBezTo>
                    <a:pt x="205" y="86"/>
                    <a:pt x="204" y="80"/>
                    <a:pt x="204" y="74"/>
                  </a:cubicBezTo>
                  <a:cubicBezTo>
                    <a:pt x="202" y="74"/>
                    <a:pt x="201" y="74"/>
                    <a:pt x="199" y="74"/>
                  </a:cubicBezTo>
                  <a:cubicBezTo>
                    <a:pt x="194" y="85"/>
                    <a:pt x="189" y="96"/>
                    <a:pt x="184" y="108"/>
                  </a:cubicBezTo>
                  <a:cubicBezTo>
                    <a:pt x="165" y="149"/>
                    <a:pt x="147" y="190"/>
                    <a:pt x="129" y="231"/>
                  </a:cubicBezTo>
                  <a:cubicBezTo>
                    <a:pt x="125" y="240"/>
                    <a:pt x="120" y="243"/>
                    <a:pt x="111" y="241"/>
                  </a:cubicBezTo>
                  <a:cubicBezTo>
                    <a:pt x="101" y="240"/>
                    <a:pt x="94" y="238"/>
                    <a:pt x="93" y="227"/>
                  </a:cubicBezTo>
                  <a:cubicBezTo>
                    <a:pt x="88" y="195"/>
                    <a:pt x="83" y="164"/>
                    <a:pt x="78" y="132"/>
                  </a:cubicBezTo>
                  <a:cubicBezTo>
                    <a:pt x="75" y="111"/>
                    <a:pt x="72" y="90"/>
                    <a:pt x="69" y="68"/>
                  </a:cubicBezTo>
                  <a:cubicBezTo>
                    <a:pt x="68" y="63"/>
                    <a:pt x="66" y="58"/>
                    <a:pt x="61" y="54"/>
                  </a:cubicBezTo>
                  <a:cubicBezTo>
                    <a:pt x="59" y="71"/>
                    <a:pt x="56" y="89"/>
                    <a:pt x="53" y="106"/>
                  </a:cubicBezTo>
                  <a:cubicBezTo>
                    <a:pt x="49" y="142"/>
                    <a:pt x="44" y="179"/>
                    <a:pt x="40" y="215"/>
                  </a:cubicBezTo>
                  <a:cubicBezTo>
                    <a:pt x="39" y="225"/>
                    <a:pt x="37" y="233"/>
                    <a:pt x="24" y="230"/>
                  </a:cubicBezTo>
                  <a:cubicBezTo>
                    <a:pt x="13" y="228"/>
                    <a:pt x="0" y="231"/>
                    <a:pt x="3" y="211"/>
                  </a:cubicBezTo>
                  <a:cubicBezTo>
                    <a:pt x="12" y="144"/>
                    <a:pt x="20" y="78"/>
                    <a:pt x="28" y="12"/>
                  </a:cubicBezTo>
                  <a:cubicBezTo>
                    <a:pt x="29" y="2"/>
                    <a:pt x="34" y="0"/>
                    <a:pt x="42" y="1"/>
                  </a:cubicBezTo>
                  <a:cubicBezTo>
                    <a:pt x="51" y="2"/>
                    <a:pt x="60" y="3"/>
                    <a:pt x="69" y="4"/>
                  </a:cubicBezTo>
                  <a:cubicBezTo>
                    <a:pt x="92" y="6"/>
                    <a:pt x="93" y="7"/>
                    <a:pt x="96" y="31"/>
                  </a:cubicBezTo>
                  <a:cubicBezTo>
                    <a:pt x="102" y="78"/>
                    <a:pt x="109" y="125"/>
                    <a:pt x="115" y="172"/>
                  </a:cubicBezTo>
                  <a:cubicBezTo>
                    <a:pt x="116" y="174"/>
                    <a:pt x="117" y="176"/>
                    <a:pt x="117" y="177"/>
                  </a:cubicBezTo>
                  <a:cubicBezTo>
                    <a:pt x="119" y="178"/>
                    <a:pt x="120" y="178"/>
                    <a:pt x="121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229"/>
            <p:cNvSpPr>
              <a:spLocks noEditPoints="1"/>
            </p:cNvSpPr>
            <p:nvPr/>
          </p:nvSpPr>
          <p:spPr bwMode="auto">
            <a:xfrm>
              <a:off x="16802100" y="5627688"/>
              <a:ext cx="920750" cy="963613"/>
            </a:xfrm>
            <a:custGeom>
              <a:avLst/>
              <a:gdLst>
                <a:gd name="T0" fmla="*/ 156 w 292"/>
                <a:gd name="T1" fmla="*/ 88 h 305"/>
                <a:gd name="T2" fmla="*/ 137 w 292"/>
                <a:gd name="T3" fmla="*/ 88 h 305"/>
                <a:gd name="T4" fmla="*/ 99 w 292"/>
                <a:gd name="T5" fmla="*/ 124 h 305"/>
                <a:gd name="T6" fmla="*/ 91 w 292"/>
                <a:gd name="T7" fmla="*/ 140 h 305"/>
                <a:gd name="T8" fmla="*/ 80 w 292"/>
                <a:gd name="T9" fmla="*/ 147 h 305"/>
                <a:gd name="T10" fmla="*/ 70 w 292"/>
                <a:gd name="T11" fmla="*/ 133 h 305"/>
                <a:gd name="T12" fmla="*/ 79 w 292"/>
                <a:gd name="T13" fmla="*/ 100 h 305"/>
                <a:gd name="T14" fmla="*/ 103 w 292"/>
                <a:gd name="T15" fmla="*/ 62 h 305"/>
                <a:gd name="T16" fmla="*/ 168 w 292"/>
                <a:gd name="T17" fmla="*/ 53 h 305"/>
                <a:gd name="T18" fmla="*/ 161 w 292"/>
                <a:gd name="T19" fmla="*/ 58 h 305"/>
                <a:gd name="T20" fmla="*/ 157 w 292"/>
                <a:gd name="T21" fmla="*/ 64 h 305"/>
                <a:gd name="T22" fmla="*/ 162 w 292"/>
                <a:gd name="T23" fmla="*/ 69 h 305"/>
                <a:gd name="T24" fmla="*/ 203 w 292"/>
                <a:gd name="T25" fmla="*/ 55 h 305"/>
                <a:gd name="T26" fmla="*/ 196 w 292"/>
                <a:gd name="T27" fmla="*/ 39 h 305"/>
                <a:gd name="T28" fmla="*/ 149 w 292"/>
                <a:gd name="T29" fmla="*/ 32 h 305"/>
                <a:gd name="T30" fmla="*/ 123 w 292"/>
                <a:gd name="T31" fmla="*/ 23 h 305"/>
                <a:gd name="T32" fmla="*/ 125 w 292"/>
                <a:gd name="T33" fmla="*/ 9 h 305"/>
                <a:gd name="T34" fmla="*/ 156 w 292"/>
                <a:gd name="T35" fmla="*/ 3 h 305"/>
                <a:gd name="T36" fmla="*/ 211 w 292"/>
                <a:gd name="T37" fmla="*/ 24 h 305"/>
                <a:gd name="T38" fmla="*/ 231 w 292"/>
                <a:gd name="T39" fmla="*/ 22 h 305"/>
                <a:gd name="T40" fmla="*/ 258 w 292"/>
                <a:gd name="T41" fmla="*/ 31 h 305"/>
                <a:gd name="T42" fmla="*/ 275 w 292"/>
                <a:gd name="T43" fmla="*/ 48 h 305"/>
                <a:gd name="T44" fmla="*/ 288 w 292"/>
                <a:gd name="T45" fmla="*/ 63 h 305"/>
                <a:gd name="T46" fmla="*/ 269 w 292"/>
                <a:gd name="T47" fmla="*/ 69 h 305"/>
                <a:gd name="T48" fmla="*/ 243 w 292"/>
                <a:gd name="T49" fmla="*/ 63 h 305"/>
                <a:gd name="T50" fmla="*/ 222 w 292"/>
                <a:gd name="T51" fmla="*/ 76 h 305"/>
                <a:gd name="T52" fmla="*/ 256 w 292"/>
                <a:gd name="T53" fmla="*/ 94 h 305"/>
                <a:gd name="T54" fmla="*/ 263 w 292"/>
                <a:gd name="T55" fmla="*/ 119 h 305"/>
                <a:gd name="T56" fmla="*/ 237 w 292"/>
                <a:gd name="T57" fmla="*/ 144 h 305"/>
                <a:gd name="T58" fmla="*/ 183 w 292"/>
                <a:gd name="T59" fmla="*/ 159 h 305"/>
                <a:gd name="T60" fmla="*/ 163 w 292"/>
                <a:gd name="T61" fmla="*/ 199 h 305"/>
                <a:gd name="T62" fmla="*/ 222 w 292"/>
                <a:gd name="T63" fmla="*/ 260 h 305"/>
                <a:gd name="T64" fmla="*/ 233 w 292"/>
                <a:gd name="T65" fmla="*/ 293 h 305"/>
                <a:gd name="T66" fmla="*/ 208 w 292"/>
                <a:gd name="T67" fmla="*/ 296 h 305"/>
                <a:gd name="T68" fmla="*/ 135 w 292"/>
                <a:gd name="T69" fmla="*/ 206 h 305"/>
                <a:gd name="T70" fmla="*/ 127 w 292"/>
                <a:gd name="T71" fmla="*/ 194 h 305"/>
                <a:gd name="T72" fmla="*/ 117 w 292"/>
                <a:gd name="T73" fmla="*/ 203 h 305"/>
                <a:gd name="T74" fmla="*/ 90 w 292"/>
                <a:gd name="T75" fmla="*/ 247 h 305"/>
                <a:gd name="T76" fmla="*/ 74 w 292"/>
                <a:gd name="T77" fmla="*/ 253 h 305"/>
                <a:gd name="T78" fmla="*/ 70 w 292"/>
                <a:gd name="T79" fmla="*/ 234 h 305"/>
                <a:gd name="T80" fmla="*/ 88 w 292"/>
                <a:gd name="T81" fmla="*/ 207 h 305"/>
                <a:gd name="T82" fmla="*/ 90 w 292"/>
                <a:gd name="T83" fmla="*/ 196 h 305"/>
                <a:gd name="T84" fmla="*/ 78 w 292"/>
                <a:gd name="T85" fmla="*/ 193 h 305"/>
                <a:gd name="T86" fmla="*/ 42 w 292"/>
                <a:gd name="T87" fmla="*/ 204 h 305"/>
                <a:gd name="T88" fmla="*/ 13 w 292"/>
                <a:gd name="T89" fmla="*/ 207 h 305"/>
                <a:gd name="T90" fmla="*/ 1 w 292"/>
                <a:gd name="T91" fmla="*/ 194 h 305"/>
                <a:gd name="T92" fmla="*/ 10 w 292"/>
                <a:gd name="T93" fmla="*/ 181 h 305"/>
                <a:gd name="T94" fmla="*/ 76 w 292"/>
                <a:gd name="T95" fmla="*/ 159 h 305"/>
                <a:gd name="T96" fmla="*/ 104 w 292"/>
                <a:gd name="T97" fmla="*/ 146 h 305"/>
                <a:gd name="T98" fmla="*/ 110 w 292"/>
                <a:gd name="T99" fmla="*/ 142 h 305"/>
                <a:gd name="T100" fmla="*/ 133 w 292"/>
                <a:gd name="T101" fmla="*/ 123 h 305"/>
                <a:gd name="T102" fmla="*/ 158 w 292"/>
                <a:gd name="T103" fmla="*/ 94 h 305"/>
                <a:gd name="T104" fmla="*/ 156 w 292"/>
                <a:gd name="T105" fmla="*/ 88 h 305"/>
                <a:gd name="T106" fmla="*/ 177 w 292"/>
                <a:gd name="T107" fmla="*/ 144 h 305"/>
                <a:gd name="T108" fmla="*/ 222 w 292"/>
                <a:gd name="T109" fmla="*/ 123 h 305"/>
                <a:gd name="T110" fmla="*/ 224 w 292"/>
                <a:gd name="T111" fmla="*/ 113 h 305"/>
                <a:gd name="T112" fmla="*/ 195 w 292"/>
                <a:gd name="T113" fmla="*/ 96 h 305"/>
                <a:gd name="T114" fmla="*/ 186 w 292"/>
                <a:gd name="T115" fmla="*/ 103 h 305"/>
                <a:gd name="T116" fmla="*/ 186 w 292"/>
                <a:gd name="T117" fmla="*/ 106 h 305"/>
                <a:gd name="T118" fmla="*/ 177 w 292"/>
                <a:gd name="T119" fmla="*/ 144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2" h="305">
                  <a:moveTo>
                    <a:pt x="156" y="88"/>
                  </a:moveTo>
                  <a:cubicBezTo>
                    <a:pt x="150" y="88"/>
                    <a:pt x="143" y="86"/>
                    <a:pt x="137" y="88"/>
                  </a:cubicBezTo>
                  <a:cubicBezTo>
                    <a:pt x="121" y="96"/>
                    <a:pt x="106" y="106"/>
                    <a:pt x="99" y="124"/>
                  </a:cubicBezTo>
                  <a:cubicBezTo>
                    <a:pt x="97" y="130"/>
                    <a:pt x="95" y="135"/>
                    <a:pt x="91" y="140"/>
                  </a:cubicBezTo>
                  <a:cubicBezTo>
                    <a:pt x="88" y="143"/>
                    <a:pt x="81" y="148"/>
                    <a:pt x="80" y="147"/>
                  </a:cubicBezTo>
                  <a:cubicBezTo>
                    <a:pt x="76" y="143"/>
                    <a:pt x="69" y="137"/>
                    <a:pt x="70" y="133"/>
                  </a:cubicBezTo>
                  <a:cubicBezTo>
                    <a:pt x="71" y="122"/>
                    <a:pt x="75" y="110"/>
                    <a:pt x="79" y="100"/>
                  </a:cubicBezTo>
                  <a:cubicBezTo>
                    <a:pt x="86" y="87"/>
                    <a:pt x="94" y="74"/>
                    <a:pt x="103" y="62"/>
                  </a:cubicBezTo>
                  <a:cubicBezTo>
                    <a:pt x="119" y="42"/>
                    <a:pt x="143" y="40"/>
                    <a:pt x="168" y="53"/>
                  </a:cubicBezTo>
                  <a:cubicBezTo>
                    <a:pt x="165" y="55"/>
                    <a:pt x="162" y="56"/>
                    <a:pt x="161" y="58"/>
                  </a:cubicBezTo>
                  <a:cubicBezTo>
                    <a:pt x="159" y="59"/>
                    <a:pt x="157" y="62"/>
                    <a:pt x="157" y="64"/>
                  </a:cubicBezTo>
                  <a:cubicBezTo>
                    <a:pt x="157" y="66"/>
                    <a:pt x="160" y="68"/>
                    <a:pt x="162" y="69"/>
                  </a:cubicBezTo>
                  <a:cubicBezTo>
                    <a:pt x="174" y="73"/>
                    <a:pt x="196" y="65"/>
                    <a:pt x="203" y="55"/>
                  </a:cubicBezTo>
                  <a:cubicBezTo>
                    <a:pt x="209" y="46"/>
                    <a:pt x="202" y="41"/>
                    <a:pt x="196" y="39"/>
                  </a:cubicBezTo>
                  <a:cubicBezTo>
                    <a:pt x="180" y="36"/>
                    <a:pt x="165" y="34"/>
                    <a:pt x="149" y="32"/>
                  </a:cubicBezTo>
                  <a:cubicBezTo>
                    <a:pt x="139" y="31"/>
                    <a:pt x="128" y="35"/>
                    <a:pt x="123" y="23"/>
                  </a:cubicBezTo>
                  <a:cubicBezTo>
                    <a:pt x="121" y="19"/>
                    <a:pt x="123" y="10"/>
                    <a:pt x="125" y="9"/>
                  </a:cubicBezTo>
                  <a:cubicBezTo>
                    <a:pt x="135" y="5"/>
                    <a:pt x="146" y="0"/>
                    <a:pt x="156" y="3"/>
                  </a:cubicBezTo>
                  <a:cubicBezTo>
                    <a:pt x="175" y="8"/>
                    <a:pt x="193" y="17"/>
                    <a:pt x="211" y="24"/>
                  </a:cubicBezTo>
                  <a:cubicBezTo>
                    <a:pt x="219" y="28"/>
                    <a:pt x="224" y="28"/>
                    <a:pt x="231" y="22"/>
                  </a:cubicBezTo>
                  <a:cubicBezTo>
                    <a:pt x="243" y="11"/>
                    <a:pt x="253" y="16"/>
                    <a:pt x="258" y="31"/>
                  </a:cubicBezTo>
                  <a:cubicBezTo>
                    <a:pt x="260" y="38"/>
                    <a:pt x="268" y="44"/>
                    <a:pt x="275" y="48"/>
                  </a:cubicBezTo>
                  <a:cubicBezTo>
                    <a:pt x="282" y="52"/>
                    <a:pt x="292" y="53"/>
                    <a:pt x="288" y="63"/>
                  </a:cubicBezTo>
                  <a:cubicBezTo>
                    <a:pt x="286" y="67"/>
                    <a:pt x="275" y="70"/>
                    <a:pt x="269" y="69"/>
                  </a:cubicBezTo>
                  <a:cubicBezTo>
                    <a:pt x="260" y="69"/>
                    <a:pt x="252" y="65"/>
                    <a:pt x="243" y="63"/>
                  </a:cubicBezTo>
                  <a:cubicBezTo>
                    <a:pt x="231" y="61"/>
                    <a:pt x="227" y="65"/>
                    <a:pt x="222" y="76"/>
                  </a:cubicBezTo>
                  <a:cubicBezTo>
                    <a:pt x="234" y="82"/>
                    <a:pt x="245" y="88"/>
                    <a:pt x="256" y="94"/>
                  </a:cubicBezTo>
                  <a:cubicBezTo>
                    <a:pt x="267" y="100"/>
                    <a:pt x="271" y="109"/>
                    <a:pt x="263" y="119"/>
                  </a:cubicBezTo>
                  <a:cubicBezTo>
                    <a:pt x="256" y="128"/>
                    <a:pt x="247" y="139"/>
                    <a:pt x="237" y="144"/>
                  </a:cubicBezTo>
                  <a:cubicBezTo>
                    <a:pt x="220" y="151"/>
                    <a:pt x="201" y="155"/>
                    <a:pt x="183" y="159"/>
                  </a:cubicBezTo>
                  <a:cubicBezTo>
                    <a:pt x="165" y="163"/>
                    <a:pt x="153" y="184"/>
                    <a:pt x="163" y="199"/>
                  </a:cubicBezTo>
                  <a:cubicBezTo>
                    <a:pt x="177" y="225"/>
                    <a:pt x="197" y="245"/>
                    <a:pt x="222" y="260"/>
                  </a:cubicBezTo>
                  <a:cubicBezTo>
                    <a:pt x="231" y="266"/>
                    <a:pt x="238" y="285"/>
                    <a:pt x="233" y="293"/>
                  </a:cubicBezTo>
                  <a:cubicBezTo>
                    <a:pt x="226" y="305"/>
                    <a:pt x="216" y="301"/>
                    <a:pt x="208" y="296"/>
                  </a:cubicBezTo>
                  <a:cubicBezTo>
                    <a:pt x="174" y="274"/>
                    <a:pt x="147" y="246"/>
                    <a:pt x="135" y="206"/>
                  </a:cubicBezTo>
                  <a:cubicBezTo>
                    <a:pt x="133" y="202"/>
                    <a:pt x="130" y="198"/>
                    <a:pt x="127" y="194"/>
                  </a:cubicBezTo>
                  <a:cubicBezTo>
                    <a:pt x="124" y="197"/>
                    <a:pt x="119" y="200"/>
                    <a:pt x="117" y="203"/>
                  </a:cubicBezTo>
                  <a:cubicBezTo>
                    <a:pt x="107" y="218"/>
                    <a:pt x="99" y="232"/>
                    <a:pt x="90" y="247"/>
                  </a:cubicBezTo>
                  <a:cubicBezTo>
                    <a:pt x="86" y="253"/>
                    <a:pt x="82" y="259"/>
                    <a:pt x="74" y="253"/>
                  </a:cubicBezTo>
                  <a:cubicBezTo>
                    <a:pt x="67" y="249"/>
                    <a:pt x="64" y="243"/>
                    <a:pt x="70" y="234"/>
                  </a:cubicBezTo>
                  <a:cubicBezTo>
                    <a:pt x="76" y="225"/>
                    <a:pt x="82" y="216"/>
                    <a:pt x="88" y="207"/>
                  </a:cubicBezTo>
                  <a:cubicBezTo>
                    <a:pt x="89" y="204"/>
                    <a:pt x="91" y="197"/>
                    <a:pt x="90" y="196"/>
                  </a:cubicBezTo>
                  <a:cubicBezTo>
                    <a:pt x="87" y="194"/>
                    <a:pt x="82" y="192"/>
                    <a:pt x="78" y="193"/>
                  </a:cubicBezTo>
                  <a:cubicBezTo>
                    <a:pt x="66" y="196"/>
                    <a:pt x="54" y="201"/>
                    <a:pt x="42" y="204"/>
                  </a:cubicBezTo>
                  <a:cubicBezTo>
                    <a:pt x="33" y="206"/>
                    <a:pt x="23" y="208"/>
                    <a:pt x="13" y="207"/>
                  </a:cubicBezTo>
                  <a:cubicBezTo>
                    <a:pt x="8" y="206"/>
                    <a:pt x="2" y="199"/>
                    <a:pt x="1" y="194"/>
                  </a:cubicBezTo>
                  <a:cubicBezTo>
                    <a:pt x="0" y="191"/>
                    <a:pt x="5" y="183"/>
                    <a:pt x="10" y="181"/>
                  </a:cubicBezTo>
                  <a:cubicBezTo>
                    <a:pt x="32" y="173"/>
                    <a:pt x="54" y="167"/>
                    <a:pt x="76" y="159"/>
                  </a:cubicBezTo>
                  <a:cubicBezTo>
                    <a:pt x="86" y="156"/>
                    <a:pt x="95" y="151"/>
                    <a:pt x="104" y="146"/>
                  </a:cubicBezTo>
                  <a:cubicBezTo>
                    <a:pt x="106" y="145"/>
                    <a:pt x="109" y="142"/>
                    <a:pt x="110" y="142"/>
                  </a:cubicBezTo>
                  <a:cubicBezTo>
                    <a:pt x="128" y="148"/>
                    <a:pt x="131" y="133"/>
                    <a:pt x="133" y="123"/>
                  </a:cubicBezTo>
                  <a:cubicBezTo>
                    <a:pt x="136" y="108"/>
                    <a:pt x="140" y="97"/>
                    <a:pt x="158" y="94"/>
                  </a:cubicBezTo>
                  <a:cubicBezTo>
                    <a:pt x="158" y="92"/>
                    <a:pt x="157" y="90"/>
                    <a:pt x="156" y="88"/>
                  </a:cubicBezTo>
                  <a:close/>
                  <a:moveTo>
                    <a:pt x="177" y="144"/>
                  </a:moveTo>
                  <a:cubicBezTo>
                    <a:pt x="193" y="139"/>
                    <a:pt x="210" y="137"/>
                    <a:pt x="222" y="123"/>
                  </a:cubicBezTo>
                  <a:cubicBezTo>
                    <a:pt x="224" y="121"/>
                    <a:pt x="225" y="114"/>
                    <a:pt x="224" y="113"/>
                  </a:cubicBezTo>
                  <a:cubicBezTo>
                    <a:pt x="215" y="107"/>
                    <a:pt x="205" y="101"/>
                    <a:pt x="195" y="96"/>
                  </a:cubicBezTo>
                  <a:cubicBezTo>
                    <a:pt x="193" y="95"/>
                    <a:pt x="189" y="100"/>
                    <a:pt x="186" y="103"/>
                  </a:cubicBezTo>
                  <a:cubicBezTo>
                    <a:pt x="186" y="103"/>
                    <a:pt x="186" y="105"/>
                    <a:pt x="186" y="106"/>
                  </a:cubicBezTo>
                  <a:cubicBezTo>
                    <a:pt x="183" y="118"/>
                    <a:pt x="180" y="130"/>
                    <a:pt x="177" y="1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230"/>
            <p:cNvSpPr>
              <a:spLocks noEditPoints="1"/>
            </p:cNvSpPr>
            <p:nvPr/>
          </p:nvSpPr>
          <p:spPr bwMode="auto">
            <a:xfrm>
              <a:off x="15882938" y="4829175"/>
              <a:ext cx="893762" cy="793750"/>
            </a:xfrm>
            <a:custGeom>
              <a:avLst/>
              <a:gdLst>
                <a:gd name="T0" fmla="*/ 44 w 283"/>
                <a:gd name="T1" fmla="*/ 91 h 251"/>
                <a:gd name="T2" fmla="*/ 99 w 283"/>
                <a:gd name="T3" fmla="*/ 54 h 251"/>
                <a:gd name="T4" fmla="*/ 187 w 283"/>
                <a:gd name="T5" fmla="*/ 57 h 251"/>
                <a:gd name="T6" fmla="*/ 191 w 283"/>
                <a:gd name="T7" fmla="*/ 47 h 251"/>
                <a:gd name="T8" fmla="*/ 143 w 283"/>
                <a:gd name="T9" fmla="*/ 12 h 251"/>
                <a:gd name="T10" fmla="*/ 206 w 283"/>
                <a:gd name="T11" fmla="*/ 34 h 251"/>
                <a:gd name="T12" fmla="*/ 276 w 283"/>
                <a:gd name="T13" fmla="*/ 105 h 251"/>
                <a:gd name="T14" fmla="*/ 231 w 283"/>
                <a:gd name="T15" fmla="*/ 88 h 251"/>
                <a:gd name="T16" fmla="*/ 222 w 283"/>
                <a:gd name="T17" fmla="*/ 100 h 251"/>
                <a:gd name="T18" fmla="*/ 203 w 283"/>
                <a:gd name="T19" fmla="*/ 166 h 251"/>
                <a:gd name="T20" fmla="*/ 136 w 283"/>
                <a:gd name="T21" fmla="*/ 157 h 251"/>
                <a:gd name="T22" fmla="*/ 192 w 283"/>
                <a:gd name="T23" fmla="*/ 209 h 251"/>
                <a:gd name="T24" fmla="*/ 203 w 283"/>
                <a:gd name="T25" fmla="*/ 239 h 251"/>
                <a:gd name="T26" fmla="*/ 131 w 283"/>
                <a:gd name="T27" fmla="*/ 193 h 251"/>
                <a:gd name="T28" fmla="*/ 100 w 283"/>
                <a:gd name="T29" fmla="*/ 184 h 251"/>
                <a:gd name="T30" fmla="*/ 127 w 283"/>
                <a:gd name="T31" fmla="*/ 213 h 251"/>
                <a:gd name="T32" fmla="*/ 109 w 283"/>
                <a:gd name="T33" fmla="*/ 242 h 251"/>
                <a:gd name="T34" fmla="*/ 52 w 283"/>
                <a:gd name="T35" fmla="*/ 223 h 251"/>
                <a:gd name="T36" fmla="*/ 24 w 283"/>
                <a:gd name="T37" fmla="*/ 234 h 251"/>
                <a:gd name="T38" fmla="*/ 38 w 283"/>
                <a:gd name="T39" fmla="*/ 193 h 251"/>
                <a:gd name="T40" fmla="*/ 10 w 283"/>
                <a:gd name="T41" fmla="*/ 174 h 251"/>
                <a:gd name="T42" fmla="*/ 24 w 283"/>
                <a:gd name="T43" fmla="*/ 147 h 251"/>
                <a:gd name="T44" fmla="*/ 79 w 283"/>
                <a:gd name="T45" fmla="*/ 162 h 251"/>
                <a:gd name="T46" fmla="*/ 20 w 283"/>
                <a:gd name="T47" fmla="*/ 114 h 251"/>
                <a:gd name="T48" fmla="*/ 33 w 283"/>
                <a:gd name="T49" fmla="*/ 93 h 251"/>
                <a:gd name="T50" fmla="*/ 75 w 283"/>
                <a:gd name="T51" fmla="*/ 114 h 251"/>
                <a:gd name="T52" fmla="*/ 116 w 283"/>
                <a:gd name="T53" fmla="*/ 131 h 251"/>
                <a:gd name="T54" fmla="*/ 75 w 283"/>
                <a:gd name="T55" fmla="*/ 114 h 251"/>
                <a:gd name="T56" fmla="*/ 194 w 283"/>
                <a:gd name="T57" fmla="*/ 130 h 251"/>
                <a:gd name="T58" fmla="*/ 204 w 283"/>
                <a:gd name="T59" fmla="*/ 107 h 251"/>
                <a:gd name="T60" fmla="*/ 164 w 283"/>
                <a:gd name="T61" fmla="*/ 125 h 251"/>
                <a:gd name="T62" fmla="*/ 172 w 283"/>
                <a:gd name="T63" fmla="*/ 151 h 251"/>
                <a:gd name="T64" fmla="*/ 173 w 283"/>
                <a:gd name="T65" fmla="*/ 78 h 251"/>
                <a:gd name="T66" fmla="*/ 129 w 283"/>
                <a:gd name="T67" fmla="*/ 63 h 251"/>
                <a:gd name="T68" fmla="*/ 91 w 283"/>
                <a:gd name="T69" fmla="*/ 85 h 251"/>
                <a:gd name="T70" fmla="*/ 66 w 283"/>
                <a:gd name="T71" fmla="*/ 87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83" h="251">
                  <a:moveTo>
                    <a:pt x="41" y="96"/>
                  </a:moveTo>
                  <a:cubicBezTo>
                    <a:pt x="42" y="94"/>
                    <a:pt x="43" y="92"/>
                    <a:pt x="44" y="91"/>
                  </a:cubicBezTo>
                  <a:cubicBezTo>
                    <a:pt x="48" y="62"/>
                    <a:pt x="54" y="57"/>
                    <a:pt x="83" y="62"/>
                  </a:cubicBezTo>
                  <a:cubicBezTo>
                    <a:pt x="90" y="63"/>
                    <a:pt x="96" y="64"/>
                    <a:pt x="99" y="54"/>
                  </a:cubicBezTo>
                  <a:cubicBezTo>
                    <a:pt x="103" y="41"/>
                    <a:pt x="113" y="36"/>
                    <a:pt x="125" y="39"/>
                  </a:cubicBezTo>
                  <a:cubicBezTo>
                    <a:pt x="146" y="44"/>
                    <a:pt x="166" y="51"/>
                    <a:pt x="187" y="57"/>
                  </a:cubicBezTo>
                  <a:cubicBezTo>
                    <a:pt x="190" y="59"/>
                    <a:pt x="195" y="58"/>
                    <a:pt x="199" y="58"/>
                  </a:cubicBezTo>
                  <a:cubicBezTo>
                    <a:pt x="196" y="54"/>
                    <a:pt x="195" y="49"/>
                    <a:pt x="191" y="47"/>
                  </a:cubicBezTo>
                  <a:cubicBezTo>
                    <a:pt x="180" y="40"/>
                    <a:pt x="167" y="35"/>
                    <a:pt x="155" y="29"/>
                  </a:cubicBezTo>
                  <a:cubicBezTo>
                    <a:pt x="147" y="26"/>
                    <a:pt x="138" y="23"/>
                    <a:pt x="143" y="12"/>
                  </a:cubicBezTo>
                  <a:cubicBezTo>
                    <a:pt x="148" y="2"/>
                    <a:pt x="158" y="0"/>
                    <a:pt x="168" y="6"/>
                  </a:cubicBezTo>
                  <a:cubicBezTo>
                    <a:pt x="181" y="14"/>
                    <a:pt x="194" y="24"/>
                    <a:pt x="206" y="34"/>
                  </a:cubicBezTo>
                  <a:cubicBezTo>
                    <a:pt x="227" y="52"/>
                    <a:pt x="248" y="69"/>
                    <a:pt x="269" y="87"/>
                  </a:cubicBezTo>
                  <a:cubicBezTo>
                    <a:pt x="274" y="92"/>
                    <a:pt x="283" y="97"/>
                    <a:pt x="276" y="105"/>
                  </a:cubicBezTo>
                  <a:cubicBezTo>
                    <a:pt x="272" y="109"/>
                    <a:pt x="261" y="109"/>
                    <a:pt x="255" y="106"/>
                  </a:cubicBezTo>
                  <a:cubicBezTo>
                    <a:pt x="246" y="102"/>
                    <a:pt x="240" y="93"/>
                    <a:pt x="231" y="88"/>
                  </a:cubicBezTo>
                  <a:cubicBezTo>
                    <a:pt x="227" y="86"/>
                    <a:pt x="221" y="88"/>
                    <a:pt x="216" y="88"/>
                  </a:cubicBezTo>
                  <a:cubicBezTo>
                    <a:pt x="218" y="92"/>
                    <a:pt x="219" y="99"/>
                    <a:pt x="222" y="100"/>
                  </a:cubicBezTo>
                  <a:cubicBezTo>
                    <a:pt x="245" y="112"/>
                    <a:pt x="233" y="130"/>
                    <a:pt x="231" y="145"/>
                  </a:cubicBezTo>
                  <a:cubicBezTo>
                    <a:pt x="228" y="159"/>
                    <a:pt x="216" y="166"/>
                    <a:pt x="203" y="166"/>
                  </a:cubicBezTo>
                  <a:cubicBezTo>
                    <a:pt x="186" y="166"/>
                    <a:pt x="168" y="161"/>
                    <a:pt x="151" y="158"/>
                  </a:cubicBezTo>
                  <a:cubicBezTo>
                    <a:pt x="146" y="157"/>
                    <a:pt x="141" y="157"/>
                    <a:pt x="136" y="157"/>
                  </a:cubicBezTo>
                  <a:cubicBezTo>
                    <a:pt x="138" y="162"/>
                    <a:pt x="139" y="168"/>
                    <a:pt x="143" y="171"/>
                  </a:cubicBezTo>
                  <a:cubicBezTo>
                    <a:pt x="159" y="184"/>
                    <a:pt x="176" y="196"/>
                    <a:pt x="192" y="209"/>
                  </a:cubicBezTo>
                  <a:cubicBezTo>
                    <a:pt x="196" y="212"/>
                    <a:pt x="198" y="215"/>
                    <a:pt x="201" y="218"/>
                  </a:cubicBezTo>
                  <a:cubicBezTo>
                    <a:pt x="208" y="224"/>
                    <a:pt x="211" y="232"/>
                    <a:pt x="203" y="239"/>
                  </a:cubicBezTo>
                  <a:cubicBezTo>
                    <a:pt x="195" y="247"/>
                    <a:pt x="186" y="251"/>
                    <a:pt x="176" y="241"/>
                  </a:cubicBezTo>
                  <a:cubicBezTo>
                    <a:pt x="161" y="225"/>
                    <a:pt x="147" y="209"/>
                    <a:pt x="131" y="193"/>
                  </a:cubicBezTo>
                  <a:cubicBezTo>
                    <a:pt x="128" y="189"/>
                    <a:pt x="124" y="184"/>
                    <a:pt x="119" y="183"/>
                  </a:cubicBezTo>
                  <a:cubicBezTo>
                    <a:pt x="113" y="181"/>
                    <a:pt x="107" y="183"/>
                    <a:pt x="100" y="184"/>
                  </a:cubicBezTo>
                  <a:cubicBezTo>
                    <a:pt x="103" y="189"/>
                    <a:pt x="103" y="196"/>
                    <a:pt x="107" y="199"/>
                  </a:cubicBezTo>
                  <a:cubicBezTo>
                    <a:pt x="113" y="205"/>
                    <a:pt x="120" y="208"/>
                    <a:pt x="127" y="213"/>
                  </a:cubicBezTo>
                  <a:cubicBezTo>
                    <a:pt x="135" y="218"/>
                    <a:pt x="140" y="225"/>
                    <a:pt x="134" y="234"/>
                  </a:cubicBezTo>
                  <a:cubicBezTo>
                    <a:pt x="128" y="243"/>
                    <a:pt x="119" y="247"/>
                    <a:pt x="109" y="242"/>
                  </a:cubicBezTo>
                  <a:cubicBezTo>
                    <a:pt x="100" y="237"/>
                    <a:pt x="93" y="229"/>
                    <a:pt x="85" y="223"/>
                  </a:cubicBezTo>
                  <a:cubicBezTo>
                    <a:pt x="71" y="212"/>
                    <a:pt x="64" y="212"/>
                    <a:pt x="52" y="223"/>
                  </a:cubicBezTo>
                  <a:cubicBezTo>
                    <a:pt x="49" y="226"/>
                    <a:pt x="46" y="230"/>
                    <a:pt x="43" y="231"/>
                  </a:cubicBezTo>
                  <a:cubicBezTo>
                    <a:pt x="37" y="233"/>
                    <a:pt x="30" y="233"/>
                    <a:pt x="24" y="234"/>
                  </a:cubicBezTo>
                  <a:cubicBezTo>
                    <a:pt x="24" y="227"/>
                    <a:pt x="22" y="219"/>
                    <a:pt x="25" y="213"/>
                  </a:cubicBezTo>
                  <a:cubicBezTo>
                    <a:pt x="27" y="206"/>
                    <a:pt x="33" y="199"/>
                    <a:pt x="38" y="193"/>
                  </a:cubicBezTo>
                  <a:cubicBezTo>
                    <a:pt x="31" y="189"/>
                    <a:pt x="24" y="184"/>
                    <a:pt x="18" y="180"/>
                  </a:cubicBezTo>
                  <a:cubicBezTo>
                    <a:pt x="15" y="178"/>
                    <a:pt x="11" y="177"/>
                    <a:pt x="10" y="174"/>
                  </a:cubicBezTo>
                  <a:cubicBezTo>
                    <a:pt x="6" y="166"/>
                    <a:pt x="0" y="157"/>
                    <a:pt x="2" y="150"/>
                  </a:cubicBezTo>
                  <a:cubicBezTo>
                    <a:pt x="5" y="140"/>
                    <a:pt x="16" y="144"/>
                    <a:pt x="24" y="147"/>
                  </a:cubicBezTo>
                  <a:cubicBezTo>
                    <a:pt x="37" y="152"/>
                    <a:pt x="50" y="158"/>
                    <a:pt x="63" y="162"/>
                  </a:cubicBezTo>
                  <a:cubicBezTo>
                    <a:pt x="68" y="164"/>
                    <a:pt x="73" y="162"/>
                    <a:pt x="79" y="162"/>
                  </a:cubicBezTo>
                  <a:cubicBezTo>
                    <a:pt x="76" y="157"/>
                    <a:pt x="74" y="150"/>
                    <a:pt x="70" y="147"/>
                  </a:cubicBezTo>
                  <a:cubicBezTo>
                    <a:pt x="53" y="136"/>
                    <a:pt x="36" y="126"/>
                    <a:pt x="20" y="114"/>
                  </a:cubicBezTo>
                  <a:cubicBezTo>
                    <a:pt x="15" y="111"/>
                    <a:pt x="14" y="102"/>
                    <a:pt x="11" y="96"/>
                  </a:cubicBezTo>
                  <a:cubicBezTo>
                    <a:pt x="18" y="95"/>
                    <a:pt x="25" y="94"/>
                    <a:pt x="33" y="93"/>
                  </a:cubicBezTo>
                  <a:cubicBezTo>
                    <a:pt x="35" y="93"/>
                    <a:pt x="38" y="95"/>
                    <a:pt x="41" y="96"/>
                  </a:cubicBezTo>
                  <a:close/>
                  <a:moveTo>
                    <a:pt x="75" y="114"/>
                  </a:moveTo>
                  <a:cubicBezTo>
                    <a:pt x="86" y="120"/>
                    <a:pt x="96" y="126"/>
                    <a:pt x="106" y="131"/>
                  </a:cubicBezTo>
                  <a:cubicBezTo>
                    <a:pt x="109" y="132"/>
                    <a:pt x="114" y="133"/>
                    <a:pt x="116" y="131"/>
                  </a:cubicBezTo>
                  <a:cubicBezTo>
                    <a:pt x="128" y="121"/>
                    <a:pt x="140" y="111"/>
                    <a:pt x="152" y="101"/>
                  </a:cubicBezTo>
                  <a:cubicBezTo>
                    <a:pt x="126" y="82"/>
                    <a:pt x="111" y="85"/>
                    <a:pt x="75" y="114"/>
                  </a:cubicBezTo>
                  <a:close/>
                  <a:moveTo>
                    <a:pt x="172" y="151"/>
                  </a:moveTo>
                  <a:cubicBezTo>
                    <a:pt x="185" y="148"/>
                    <a:pt x="200" y="152"/>
                    <a:pt x="194" y="130"/>
                  </a:cubicBezTo>
                  <a:cubicBezTo>
                    <a:pt x="194" y="127"/>
                    <a:pt x="198" y="123"/>
                    <a:pt x="200" y="119"/>
                  </a:cubicBezTo>
                  <a:cubicBezTo>
                    <a:pt x="202" y="115"/>
                    <a:pt x="203" y="111"/>
                    <a:pt x="204" y="107"/>
                  </a:cubicBezTo>
                  <a:cubicBezTo>
                    <a:pt x="199" y="106"/>
                    <a:pt x="193" y="104"/>
                    <a:pt x="190" y="106"/>
                  </a:cubicBezTo>
                  <a:cubicBezTo>
                    <a:pt x="180" y="111"/>
                    <a:pt x="171" y="117"/>
                    <a:pt x="164" y="125"/>
                  </a:cubicBezTo>
                  <a:cubicBezTo>
                    <a:pt x="159" y="130"/>
                    <a:pt x="157" y="137"/>
                    <a:pt x="154" y="143"/>
                  </a:cubicBezTo>
                  <a:cubicBezTo>
                    <a:pt x="160" y="146"/>
                    <a:pt x="166" y="148"/>
                    <a:pt x="172" y="151"/>
                  </a:cubicBezTo>
                  <a:close/>
                  <a:moveTo>
                    <a:pt x="129" y="63"/>
                  </a:moveTo>
                  <a:cubicBezTo>
                    <a:pt x="135" y="73"/>
                    <a:pt x="165" y="83"/>
                    <a:pt x="173" y="78"/>
                  </a:cubicBezTo>
                  <a:cubicBezTo>
                    <a:pt x="175" y="77"/>
                    <a:pt x="176" y="68"/>
                    <a:pt x="175" y="68"/>
                  </a:cubicBezTo>
                  <a:cubicBezTo>
                    <a:pt x="161" y="62"/>
                    <a:pt x="146" y="56"/>
                    <a:pt x="129" y="63"/>
                  </a:cubicBezTo>
                  <a:close/>
                  <a:moveTo>
                    <a:pt x="77" y="97"/>
                  </a:moveTo>
                  <a:cubicBezTo>
                    <a:pt x="82" y="92"/>
                    <a:pt x="87" y="89"/>
                    <a:pt x="91" y="85"/>
                  </a:cubicBezTo>
                  <a:cubicBezTo>
                    <a:pt x="87" y="83"/>
                    <a:pt x="82" y="79"/>
                    <a:pt x="78" y="79"/>
                  </a:cubicBezTo>
                  <a:cubicBezTo>
                    <a:pt x="74" y="79"/>
                    <a:pt x="70" y="84"/>
                    <a:pt x="66" y="87"/>
                  </a:cubicBezTo>
                  <a:cubicBezTo>
                    <a:pt x="69" y="90"/>
                    <a:pt x="72" y="93"/>
                    <a:pt x="77" y="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231"/>
            <p:cNvSpPr>
              <a:spLocks noEditPoints="1"/>
            </p:cNvSpPr>
            <p:nvPr/>
          </p:nvSpPr>
          <p:spPr bwMode="auto">
            <a:xfrm>
              <a:off x="18229263" y="6057900"/>
              <a:ext cx="839787" cy="960438"/>
            </a:xfrm>
            <a:custGeom>
              <a:avLst/>
              <a:gdLst>
                <a:gd name="T0" fmla="*/ 209 w 266"/>
                <a:gd name="T1" fmla="*/ 71 h 304"/>
                <a:gd name="T2" fmla="*/ 210 w 266"/>
                <a:gd name="T3" fmla="*/ 101 h 304"/>
                <a:gd name="T4" fmla="*/ 221 w 266"/>
                <a:gd name="T5" fmla="*/ 114 h 304"/>
                <a:gd name="T6" fmla="*/ 243 w 266"/>
                <a:gd name="T7" fmla="*/ 113 h 304"/>
                <a:gd name="T8" fmla="*/ 262 w 266"/>
                <a:gd name="T9" fmla="*/ 136 h 304"/>
                <a:gd name="T10" fmla="*/ 206 w 266"/>
                <a:gd name="T11" fmla="*/ 196 h 304"/>
                <a:gd name="T12" fmla="*/ 159 w 266"/>
                <a:gd name="T13" fmla="*/ 241 h 304"/>
                <a:gd name="T14" fmla="*/ 147 w 266"/>
                <a:gd name="T15" fmla="*/ 282 h 304"/>
                <a:gd name="T16" fmla="*/ 141 w 266"/>
                <a:gd name="T17" fmla="*/ 296 h 304"/>
                <a:gd name="T18" fmla="*/ 126 w 266"/>
                <a:gd name="T19" fmla="*/ 304 h 304"/>
                <a:gd name="T20" fmla="*/ 120 w 266"/>
                <a:gd name="T21" fmla="*/ 289 h 304"/>
                <a:gd name="T22" fmla="*/ 133 w 266"/>
                <a:gd name="T23" fmla="*/ 225 h 304"/>
                <a:gd name="T24" fmla="*/ 149 w 266"/>
                <a:gd name="T25" fmla="*/ 164 h 304"/>
                <a:gd name="T26" fmla="*/ 148 w 266"/>
                <a:gd name="T27" fmla="*/ 148 h 304"/>
                <a:gd name="T28" fmla="*/ 143 w 266"/>
                <a:gd name="T29" fmla="*/ 147 h 304"/>
                <a:gd name="T30" fmla="*/ 134 w 266"/>
                <a:gd name="T31" fmla="*/ 172 h 304"/>
                <a:gd name="T32" fmla="*/ 118 w 266"/>
                <a:gd name="T33" fmla="*/ 187 h 304"/>
                <a:gd name="T34" fmla="*/ 108 w 266"/>
                <a:gd name="T35" fmla="*/ 166 h 304"/>
                <a:gd name="T36" fmla="*/ 157 w 266"/>
                <a:gd name="T37" fmla="*/ 80 h 304"/>
                <a:gd name="T38" fmla="*/ 169 w 266"/>
                <a:gd name="T39" fmla="*/ 69 h 304"/>
                <a:gd name="T40" fmla="*/ 136 w 266"/>
                <a:gd name="T41" fmla="*/ 75 h 304"/>
                <a:gd name="T42" fmla="*/ 81 w 266"/>
                <a:gd name="T43" fmla="*/ 138 h 304"/>
                <a:gd name="T44" fmla="*/ 66 w 266"/>
                <a:gd name="T45" fmla="*/ 168 h 304"/>
                <a:gd name="T46" fmla="*/ 47 w 266"/>
                <a:gd name="T47" fmla="*/ 172 h 304"/>
                <a:gd name="T48" fmla="*/ 46 w 266"/>
                <a:gd name="T49" fmla="*/ 153 h 304"/>
                <a:gd name="T50" fmla="*/ 58 w 266"/>
                <a:gd name="T51" fmla="*/ 138 h 304"/>
                <a:gd name="T52" fmla="*/ 66 w 266"/>
                <a:gd name="T53" fmla="*/ 125 h 304"/>
                <a:gd name="T54" fmla="*/ 39 w 266"/>
                <a:gd name="T55" fmla="*/ 119 h 304"/>
                <a:gd name="T56" fmla="*/ 30 w 266"/>
                <a:gd name="T57" fmla="*/ 126 h 304"/>
                <a:gd name="T58" fmla="*/ 23 w 266"/>
                <a:gd name="T59" fmla="*/ 159 h 304"/>
                <a:gd name="T60" fmla="*/ 18 w 266"/>
                <a:gd name="T61" fmla="*/ 182 h 304"/>
                <a:gd name="T62" fmla="*/ 12 w 266"/>
                <a:gd name="T63" fmla="*/ 183 h 304"/>
                <a:gd name="T64" fmla="*/ 6 w 266"/>
                <a:gd name="T65" fmla="*/ 167 h 304"/>
                <a:gd name="T66" fmla="*/ 20 w 266"/>
                <a:gd name="T67" fmla="*/ 81 h 304"/>
                <a:gd name="T68" fmla="*/ 50 w 266"/>
                <a:gd name="T69" fmla="*/ 21 h 304"/>
                <a:gd name="T70" fmla="*/ 115 w 266"/>
                <a:gd name="T71" fmla="*/ 22 h 304"/>
                <a:gd name="T72" fmla="*/ 99 w 266"/>
                <a:gd name="T73" fmla="*/ 72 h 304"/>
                <a:gd name="T74" fmla="*/ 77 w 266"/>
                <a:gd name="T75" fmla="*/ 85 h 304"/>
                <a:gd name="T76" fmla="*/ 103 w 266"/>
                <a:gd name="T77" fmla="*/ 88 h 304"/>
                <a:gd name="T78" fmla="*/ 139 w 266"/>
                <a:gd name="T79" fmla="*/ 44 h 304"/>
                <a:gd name="T80" fmla="*/ 158 w 266"/>
                <a:gd name="T81" fmla="*/ 36 h 304"/>
                <a:gd name="T82" fmla="*/ 240 w 266"/>
                <a:gd name="T83" fmla="*/ 41 h 304"/>
                <a:gd name="T84" fmla="*/ 255 w 266"/>
                <a:gd name="T85" fmla="*/ 55 h 304"/>
                <a:gd name="T86" fmla="*/ 238 w 266"/>
                <a:gd name="T87" fmla="*/ 70 h 304"/>
                <a:gd name="T88" fmla="*/ 209 w 266"/>
                <a:gd name="T89" fmla="*/ 71 h 304"/>
                <a:gd name="T90" fmla="*/ 90 w 266"/>
                <a:gd name="T91" fmla="*/ 39 h 304"/>
                <a:gd name="T92" fmla="*/ 46 w 266"/>
                <a:gd name="T93" fmla="*/ 79 h 304"/>
                <a:gd name="T94" fmla="*/ 43 w 266"/>
                <a:gd name="T95" fmla="*/ 105 h 304"/>
                <a:gd name="T96" fmla="*/ 90 w 266"/>
                <a:gd name="T97" fmla="*/ 39 h 304"/>
                <a:gd name="T98" fmla="*/ 209 w 266"/>
                <a:gd name="T99" fmla="*/ 138 h 304"/>
                <a:gd name="T100" fmla="*/ 188 w 266"/>
                <a:gd name="T101" fmla="*/ 163 h 304"/>
                <a:gd name="T102" fmla="*/ 197 w 266"/>
                <a:gd name="T103" fmla="*/ 173 h 304"/>
                <a:gd name="T104" fmla="*/ 227 w 266"/>
                <a:gd name="T105" fmla="*/ 150 h 304"/>
                <a:gd name="T106" fmla="*/ 209 w 266"/>
                <a:gd name="T107" fmla="*/ 138 h 304"/>
                <a:gd name="T108" fmla="*/ 179 w 266"/>
                <a:gd name="T109" fmla="*/ 83 h 304"/>
                <a:gd name="T110" fmla="*/ 150 w 266"/>
                <a:gd name="T111" fmla="*/ 114 h 304"/>
                <a:gd name="T112" fmla="*/ 179 w 266"/>
                <a:gd name="T113" fmla="*/ 8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6" h="304">
                  <a:moveTo>
                    <a:pt x="209" y="71"/>
                  </a:moveTo>
                  <a:cubicBezTo>
                    <a:pt x="209" y="83"/>
                    <a:pt x="211" y="92"/>
                    <a:pt x="210" y="101"/>
                  </a:cubicBezTo>
                  <a:cubicBezTo>
                    <a:pt x="208" y="111"/>
                    <a:pt x="212" y="114"/>
                    <a:pt x="221" y="114"/>
                  </a:cubicBezTo>
                  <a:cubicBezTo>
                    <a:pt x="228" y="113"/>
                    <a:pt x="236" y="112"/>
                    <a:pt x="243" y="113"/>
                  </a:cubicBezTo>
                  <a:cubicBezTo>
                    <a:pt x="258" y="113"/>
                    <a:pt x="266" y="122"/>
                    <a:pt x="262" y="136"/>
                  </a:cubicBezTo>
                  <a:cubicBezTo>
                    <a:pt x="254" y="166"/>
                    <a:pt x="237" y="189"/>
                    <a:pt x="206" y="196"/>
                  </a:cubicBezTo>
                  <a:cubicBezTo>
                    <a:pt x="181" y="202"/>
                    <a:pt x="165" y="215"/>
                    <a:pt x="159" y="241"/>
                  </a:cubicBezTo>
                  <a:cubicBezTo>
                    <a:pt x="156" y="255"/>
                    <a:pt x="151" y="268"/>
                    <a:pt x="147" y="282"/>
                  </a:cubicBezTo>
                  <a:cubicBezTo>
                    <a:pt x="145" y="287"/>
                    <a:pt x="144" y="292"/>
                    <a:pt x="141" y="296"/>
                  </a:cubicBezTo>
                  <a:cubicBezTo>
                    <a:pt x="137" y="299"/>
                    <a:pt x="131" y="301"/>
                    <a:pt x="126" y="304"/>
                  </a:cubicBezTo>
                  <a:cubicBezTo>
                    <a:pt x="124" y="299"/>
                    <a:pt x="119" y="293"/>
                    <a:pt x="120" y="289"/>
                  </a:cubicBezTo>
                  <a:cubicBezTo>
                    <a:pt x="123" y="267"/>
                    <a:pt x="128" y="246"/>
                    <a:pt x="133" y="225"/>
                  </a:cubicBezTo>
                  <a:cubicBezTo>
                    <a:pt x="138" y="204"/>
                    <a:pt x="144" y="184"/>
                    <a:pt x="149" y="164"/>
                  </a:cubicBezTo>
                  <a:cubicBezTo>
                    <a:pt x="150" y="159"/>
                    <a:pt x="149" y="153"/>
                    <a:pt x="148" y="148"/>
                  </a:cubicBezTo>
                  <a:cubicBezTo>
                    <a:pt x="147" y="147"/>
                    <a:pt x="145" y="147"/>
                    <a:pt x="143" y="147"/>
                  </a:cubicBezTo>
                  <a:cubicBezTo>
                    <a:pt x="140" y="155"/>
                    <a:pt x="137" y="164"/>
                    <a:pt x="134" y="172"/>
                  </a:cubicBezTo>
                  <a:cubicBezTo>
                    <a:pt x="131" y="180"/>
                    <a:pt x="128" y="189"/>
                    <a:pt x="118" y="187"/>
                  </a:cubicBezTo>
                  <a:cubicBezTo>
                    <a:pt x="107" y="184"/>
                    <a:pt x="107" y="175"/>
                    <a:pt x="108" y="166"/>
                  </a:cubicBezTo>
                  <a:cubicBezTo>
                    <a:pt x="112" y="130"/>
                    <a:pt x="124" y="99"/>
                    <a:pt x="157" y="80"/>
                  </a:cubicBezTo>
                  <a:cubicBezTo>
                    <a:pt x="161" y="77"/>
                    <a:pt x="165" y="73"/>
                    <a:pt x="169" y="69"/>
                  </a:cubicBezTo>
                  <a:cubicBezTo>
                    <a:pt x="155" y="60"/>
                    <a:pt x="144" y="67"/>
                    <a:pt x="136" y="75"/>
                  </a:cubicBezTo>
                  <a:cubicBezTo>
                    <a:pt x="117" y="95"/>
                    <a:pt x="98" y="116"/>
                    <a:pt x="81" y="138"/>
                  </a:cubicBezTo>
                  <a:cubicBezTo>
                    <a:pt x="74" y="147"/>
                    <a:pt x="72" y="158"/>
                    <a:pt x="66" y="168"/>
                  </a:cubicBezTo>
                  <a:cubicBezTo>
                    <a:pt x="62" y="174"/>
                    <a:pt x="54" y="180"/>
                    <a:pt x="47" y="172"/>
                  </a:cubicBezTo>
                  <a:cubicBezTo>
                    <a:pt x="44" y="168"/>
                    <a:pt x="44" y="159"/>
                    <a:pt x="46" y="153"/>
                  </a:cubicBezTo>
                  <a:cubicBezTo>
                    <a:pt x="48" y="147"/>
                    <a:pt x="54" y="143"/>
                    <a:pt x="58" y="138"/>
                  </a:cubicBezTo>
                  <a:cubicBezTo>
                    <a:pt x="62" y="134"/>
                    <a:pt x="64" y="129"/>
                    <a:pt x="66" y="125"/>
                  </a:cubicBezTo>
                  <a:cubicBezTo>
                    <a:pt x="56" y="123"/>
                    <a:pt x="48" y="120"/>
                    <a:pt x="39" y="119"/>
                  </a:cubicBezTo>
                  <a:cubicBezTo>
                    <a:pt x="36" y="119"/>
                    <a:pt x="31" y="123"/>
                    <a:pt x="30" y="126"/>
                  </a:cubicBezTo>
                  <a:cubicBezTo>
                    <a:pt x="27" y="137"/>
                    <a:pt x="25" y="148"/>
                    <a:pt x="23" y="159"/>
                  </a:cubicBezTo>
                  <a:cubicBezTo>
                    <a:pt x="21" y="167"/>
                    <a:pt x="20" y="174"/>
                    <a:pt x="18" y="182"/>
                  </a:cubicBezTo>
                  <a:cubicBezTo>
                    <a:pt x="16" y="182"/>
                    <a:pt x="14" y="183"/>
                    <a:pt x="12" y="183"/>
                  </a:cubicBezTo>
                  <a:cubicBezTo>
                    <a:pt x="10" y="178"/>
                    <a:pt x="8" y="173"/>
                    <a:pt x="6" y="167"/>
                  </a:cubicBezTo>
                  <a:cubicBezTo>
                    <a:pt x="0" y="137"/>
                    <a:pt x="9" y="109"/>
                    <a:pt x="20" y="81"/>
                  </a:cubicBezTo>
                  <a:cubicBezTo>
                    <a:pt x="28" y="60"/>
                    <a:pt x="39" y="40"/>
                    <a:pt x="50" y="21"/>
                  </a:cubicBezTo>
                  <a:cubicBezTo>
                    <a:pt x="62" y="0"/>
                    <a:pt x="103" y="1"/>
                    <a:pt x="115" y="22"/>
                  </a:cubicBezTo>
                  <a:cubicBezTo>
                    <a:pt x="121" y="33"/>
                    <a:pt x="112" y="62"/>
                    <a:pt x="99" y="72"/>
                  </a:cubicBezTo>
                  <a:cubicBezTo>
                    <a:pt x="92" y="77"/>
                    <a:pt x="84" y="80"/>
                    <a:pt x="77" y="85"/>
                  </a:cubicBezTo>
                  <a:cubicBezTo>
                    <a:pt x="86" y="99"/>
                    <a:pt x="93" y="100"/>
                    <a:pt x="103" y="88"/>
                  </a:cubicBezTo>
                  <a:cubicBezTo>
                    <a:pt x="114" y="73"/>
                    <a:pt x="126" y="58"/>
                    <a:pt x="139" y="44"/>
                  </a:cubicBezTo>
                  <a:cubicBezTo>
                    <a:pt x="143" y="40"/>
                    <a:pt x="152" y="35"/>
                    <a:pt x="158" y="36"/>
                  </a:cubicBezTo>
                  <a:cubicBezTo>
                    <a:pt x="186" y="36"/>
                    <a:pt x="213" y="38"/>
                    <a:pt x="240" y="41"/>
                  </a:cubicBezTo>
                  <a:cubicBezTo>
                    <a:pt x="246" y="42"/>
                    <a:pt x="250" y="50"/>
                    <a:pt x="255" y="55"/>
                  </a:cubicBezTo>
                  <a:cubicBezTo>
                    <a:pt x="250" y="60"/>
                    <a:pt x="245" y="68"/>
                    <a:pt x="238" y="70"/>
                  </a:cubicBezTo>
                  <a:cubicBezTo>
                    <a:pt x="228" y="73"/>
                    <a:pt x="217" y="71"/>
                    <a:pt x="209" y="71"/>
                  </a:cubicBezTo>
                  <a:close/>
                  <a:moveTo>
                    <a:pt x="90" y="39"/>
                  </a:moveTo>
                  <a:cubicBezTo>
                    <a:pt x="61" y="41"/>
                    <a:pt x="56" y="63"/>
                    <a:pt x="46" y="79"/>
                  </a:cubicBezTo>
                  <a:cubicBezTo>
                    <a:pt x="40" y="86"/>
                    <a:pt x="35" y="96"/>
                    <a:pt x="43" y="105"/>
                  </a:cubicBezTo>
                  <a:cubicBezTo>
                    <a:pt x="71" y="92"/>
                    <a:pt x="76" y="65"/>
                    <a:pt x="90" y="39"/>
                  </a:cubicBezTo>
                  <a:close/>
                  <a:moveTo>
                    <a:pt x="209" y="138"/>
                  </a:moveTo>
                  <a:cubicBezTo>
                    <a:pt x="195" y="140"/>
                    <a:pt x="187" y="149"/>
                    <a:pt x="188" y="163"/>
                  </a:cubicBezTo>
                  <a:cubicBezTo>
                    <a:pt x="188" y="167"/>
                    <a:pt x="193" y="173"/>
                    <a:pt x="197" y="173"/>
                  </a:cubicBezTo>
                  <a:cubicBezTo>
                    <a:pt x="209" y="175"/>
                    <a:pt x="230" y="159"/>
                    <a:pt x="227" y="150"/>
                  </a:cubicBezTo>
                  <a:cubicBezTo>
                    <a:pt x="225" y="144"/>
                    <a:pt x="215" y="142"/>
                    <a:pt x="209" y="138"/>
                  </a:cubicBezTo>
                  <a:close/>
                  <a:moveTo>
                    <a:pt x="179" y="83"/>
                  </a:moveTo>
                  <a:cubicBezTo>
                    <a:pt x="162" y="89"/>
                    <a:pt x="150" y="102"/>
                    <a:pt x="150" y="114"/>
                  </a:cubicBezTo>
                  <a:cubicBezTo>
                    <a:pt x="164" y="112"/>
                    <a:pt x="177" y="98"/>
                    <a:pt x="179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232"/>
            <p:cNvSpPr/>
            <p:nvPr/>
          </p:nvSpPr>
          <p:spPr bwMode="auto">
            <a:xfrm>
              <a:off x="22067838" y="-388937"/>
              <a:ext cx="906462" cy="855663"/>
            </a:xfrm>
            <a:custGeom>
              <a:avLst/>
              <a:gdLst>
                <a:gd name="T0" fmla="*/ 131 w 287"/>
                <a:gd name="T1" fmla="*/ 205 h 271"/>
                <a:gd name="T2" fmla="*/ 176 w 287"/>
                <a:gd name="T3" fmla="*/ 170 h 271"/>
                <a:gd name="T4" fmla="*/ 253 w 287"/>
                <a:gd name="T5" fmla="*/ 108 h 271"/>
                <a:gd name="T6" fmla="*/ 277 w 287"/>
                <a:gd name="T7" fmla="*/ 112 h 271"/>
                <a:gd name="T8" fmla="*/ 276 w 287"/>
                <a:gd name="T9" fmla="*/ 137 h 271"/>
                <a:gd name="T10" fmla="*/ 129 w 287"/>
                <a:gd name="T11" fmla="*/ 253 h 271"/>
                <a:gd name="T12" fmla="*/ 89 w 287"/>
                <a:gd name="T13" fmla="*/ 248 h 271"/>
                <a:gd name="T14" fmla="*/ 87 w 287"/>
                <a:gd name="T15" fmla="*/ 215 h 271"/>
                <a:gd name="T16" fmla="*/ 158 w 287"/>
                <a:gd name="T17" fmla="*/ 82 h 271"/>
                <a:gd name="T18" fmla="*/ 164 w 287"/>
                <a:gd name="T19" fmla="*/ 68 h 271"/>
                <a:gd name="T20" fmla="*/ 160 w 287"/>
                <a:gd name="T21" fmla="*/ 65 h 271"/>
                <a:gd name="T22" fmla="*/ 123 w 287"/>
                <a:gd name="T23" fmla="*/ 94 h 271"/>
                <a:gd name="T24" fmla="*/ 37 w 287"/>
                <a:gd name="T25" fmla="*/ 164 h 271"/>
                <a:gd name="T26" fmla="*/ 19 w 287"/>
                <a:gd name="T27" fmla="*/ 160 h 271"/>
                <a:gd name="T28" fmla="*/ 13 w 287"/>
                <a:gd name="T29" fmla="*/ 136 h 271"/>
                <a:gd name="T30" fmla="*/ 173 w 287"/>
                <a:gd name="T31" fmla="*/ 7 h 271"/>
                <a:gd name="T32" fmla="*/ 193 w 287"/>
                <a:gd name="T33" fmla="*/ 10 h 271"/>
                <a:gd name="T34" fmla="*/ 199 w 287"/>
                <a:gd name="T35" fmla="*/ 66 h 271"/>
                <a:gd name="T36" fmla="*/ 134 w 287"/>
                <a:gd name="T37" fmla="*/ 187 h 271"/>
                <a:gd name="T38" fmla="*/ 127 w 287"/>
                <a:gd name="T39" fmla="*/ 202 h 271"/>
                <a:gd name="T40" fmla="*/ 131 w 287"/>
                <a:gd name="T41" fmla="*/ 205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7" h="271">
                  <a:moveTo>
                    <a:pt x="131" y="205"/>
                  </a:moveTo>
                  <a:cubicBezTo>
                    <a:pt x="146" y="194"/>
                    <a:pt x="161" y="182"/>
                    <a:pt x="176" y="170"/>
                  </a:cubicBezTo>
                  <a:cubicBezTo>
                    <a:pt x="202" y="149"/>
                    <a:pt x="228" y="129"/>
                    <a:pt x="253" y="108"/>
                  </a:cubicBezTo>
                  <a:cubicBezTo>
                    <a:pt x="264" y="97"/>
                    <a:pt x="269" y="104"/>
                    <a:pt x="277" y="112"/>
                  </a:cubicBezTo>
                  <a:cubicBezTo>
                    <a:pt x="285" y="121"/>
                    <a:pt x="287" y="128"/>
                    <a:pt x="276" y="137"/>
                  </a:cubicBezTo>
                  <a:cubicBezTo>
                    <a:pt x="227" y="176"/>
                    <a:pt x="178" y="215"/>
                    <a:pt x="129" y="253"/>
                  </a:cubicBezTo>
                  <a:cubicBezTo>
                    <a:pt x="107" y="271"/>
                    <a:pt x="108" y="270"/>
                    <a:pt x="89" y="248"/>
                  </a:cubicBezTo>
                  <a:cubicBezTo>
                    <a:pt x="80" y="237"/>
                    <a:pt x="79" y="228"/>
                    <a:pt x="87" y="215"/>
                  </a:cubicBezTo>
                  <a:cubicBezTo>
                    <a:pt x="111" y="171"/>
                    <a:pt x="135" y="126"/>
                    <a:pt x="158" y="82"/>
                  </a:cubicBezTo>
                  <a:cubicBezTo>
                    <a:pt x="161" y="77"/>
                    <a:pt x="162" y="72"/>
                    <a:pt x="164" y="68"/>
                  </a:cubicBezTo>
                  <a:cubicBezTo>
                    <a:pt x="162" y="67"/>
                    <a:pt x="161" y="66"/>
                    <a:pt x="160" y="65"/>
                  </a:cubicBezTo>
                  <a:cubicBezTo>
                    <a:pt x="148" y="75"/>
                    <a:pt x="135" y="84"/>
                    <a:pt x="123" y="94"/>
                  </a:cubicBezTo>
                  <a:cubicBezTo>
                    <a:pt x="94" y="117"/>
                    <a:pt x="66" y="140"/>
                    <a:pt x="37" y="164"/>
                  </a:cubicBezTo>
                  <a:cubicBezTo>
                    <a:pt x="29" y="171"/>
                    <a:pt x="23" y="168"/>
                    <a:pt x="19" y="160"/>
                  </a:cubicBezTo>
                  <a:cubicBezTo>
                    <a:pt x="15" y="153"/>
                    <a:pt x="0" y="147"/>
                    <a:pt x="13" y="136"/>
                  </a:cubicBezTo>
                  <a:cubicBezTo>
                    <a:pt x="66" y="93"/>
                    <a:pt x="120" y="50"/>
                    <a:pt x="173" y="7"/>
                  </a:cubicBezTo>
                  <a:cubicBezTo>
                    <a:pt x="182" y="0"/>
                    <a:pt x="186" y="2"/>
                    <a:pt x="193" y="10"/>
                  </a:cubicBezTo>
                  <a:cubicBezTo>
                    <a:pt x="214" y="36"/>
                    <a:pt x="214" y="36"/>
                    <a:pt x="199" y="66"/>
                  </a:cubicBezTo>
                  <a:cubicBezTo>
                    <a:pt x="177" y="107"/>
                    <a:pt x="156" y="147"/>
                    <a:pt x="134" y="187"/>
                  </a:cubicBezTo>
                  <a:cubicBezTo>
                    <a:pt x="132" y="192"/>
                    <a:pt x="129" y="197"/>
                    <a:pt x="127" y="202"/>
                  </a:cubicBezTo>
                  <a:cubicBezTo>
                    <a:pt x="128" y="203"/>
                    <a:pt x="130" y="204"/>
                    <a:pt x="131" y="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233"/>
            <p:cNvSpPr/>
            <p:nvPr/>
          </p:nvSpPr>
          <p:spPr bwMode="auto">
            <a:xfrm>
              <a:off x="17345025" y="-1531937"/>
              <a:ext cx="766762" cy="874713"/>
            </a:xfrm>
            <a:custGeom>
              <a:avLst/>
              <a:gdLst>
                <a:gd name="T0" fmla="*/ 57 w 243"/>
                <a:gd name="T1" fmla="*/ 107 h 277"/>
                <a:gd name="T2" fmla="*/ 128 w 243"/>
                <a:gd name="T3" fmla="*/ 261 h 277"/>
                <a:gd name="T4" fmla="*/ 95 w 243"/>
                <a:gd name="T5" fmla="*/ 277 h 277"/>
                <a:gd name="T6" fmla="*/ 64 w 243"/>
                <a:gd name="T7" fmla="*/ 211 h 277"/>
                <a:gd name="T8" fmla="*/ 6 w 243"/>
                <a:gd name="T9" fmla="*/ 85 h 277"/>
                <a:gd name="T10" fmla="*/ 16 w 243"/>
                <a:gd name="T11" fmla="*/ 60 h 277"/>
                <a:gd name="T12" fmla="*/ 28 w 243"/>
                <a:gd name="T13" fmla="*/ 55 h 277"/>
                <a:gd name="T14" fmla="*/ 57 w 243"/>
                <a:gd name="T15" fmla="*/ 60 h 277"/>
                <a:gd name="T16" fmla="*/ 171 w 243"/>
                <a:gd name="T17" fmla="*/ 164 h 277"/>
                <a:gd name="T18" fmla="*/ 184 w 243"/>
                <a:gd name="T19" fmla="*/ 170 h 277"/>
                <a:gd name="T20" fmla="*/ 181 w 243"/>
                <a:gd name="T21" fmla="*/ 158 h 277"/>
                <a:gd name="T22" fmla="*/ 125 w 243"/>
                <a:gd name="T23" fmla="*/ 37 h 277"/>
                <a:gd name="T24" fmla="*/ 135 w 243"/>
                <a:gd name="T25" fmla="*/ 5 h 277"/>
                <a:gd name="T26" fmla="*/ 156 w 243"/>
                <a:gd name="T27" fmla="*/ 14 h 277"/>
                <a:gd name="T28" fmla="*/ 239 w 243"/>
                <a:gd name="T29" fmla="*/ 194 h 277"/>
                <a:gd name="T30" fmla="*/ 232 w 243"/>
                <a:gd name="T31" fmla="*/ 214 h 277"/>
                <a:gd name="T32" fmla="*/ 175 w 243"/>
                <a:gd name="T33" fmla="*/ 205 h 277"/>
                <a:gd name="T34" fmla="*/ 70 w 243"/>
                <a:gd name="T35" fmla="*/ 110 h 277"/>
                <a:gd name="T36" fmla="*/ 62 w 243"/>
                <a:gd name="T37" fmla="*/ 104 h 277"/>
                <a:gd name="T38" fmla="*/ 57 w 243"/>
                <a:gd name="T39" fmla="*/ 10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3" h="277">
                  <a:moveTo>
                    <a:pt x="57" y="107"/>
                  </a:moveTo>
                  <a:cubicBezTo>
                    <a:pt x="81" y="158"/>
                    <a:pt x="104" y="209"/>
                    <a:pt x="128" y="261"/>
                  </a:cubicBezTo>
                  <a:cubicBezTo>
                    <a:pt x="116" y="267"/>
                    <a:pt x="106" y="271"/>
                    <a:pt x="95" y="277"/>
                  </a:cubicBezTo>
                  <a:cubicBezTo>
                    <a:pt x="84" y="254"/>
                    <a:pt x="74" y="233"/>
                    <a:pt x="64" y="211"/>
                  </a:cubicBezTo>
                  <a:cubicBezTo>
                    <a:pt x="45" y="169"/>
                    <a:pt x="26" y="127"/>
                    <a:pt x="6" y="85"/>
                  </a:cubicBezTo>
                  <a:cubicBezTo>
                    <a:pt x="0" y="72"/>
                    <a:pt x="1" y="64"/>
                    <a:pt x="16" y="60"/>
                  </a:cubicBezTo>
                  <a:cubicBezTo>
                    <a:pt x="20" y="59"/>
                    <a:pt x="24" y="57"/>
                    <a:pt x="28" y="55"/>
                  </a:cubicBezTo>
                  <a:cubicBezTo>
                    <a:pt x="39" y="48"/>
                    <a:pt x="48" y="51"/>
                    <a:pt x="57" y="60"/>
                  </a:cubicBezTo>
                  <a:cubicBezTo>
                    <a:pt x="95" y="95"/>
                    <a:pt x="133" y="129"/>
                    <a:pt x="171" y="164"/>
                  </a:cubicBezTo>
                  <a:cubicBezTo>
                    <a:pt x="174" y="167"/>
                    <a:pt x="178" y="169"/>
                    <a:pt x="184" y="170"/>
                  </a:cubicBezTo>
                  <a:cubicBezTo>
                    <a:pt x="183" y="166"/>
                    <a:pt x="183" y="162"/>
                    <a:pt x="181" y="158"/>
                  </a:cubicBezTo>
                  <a:cubicBezTo>
                    <a:pt x="162" y="117"/>
                    <a:pt x="144" y="77"/>
                    <a:pt x="125" y="37"/>
                  </a:cubicBezTo>
                  <a:cubicBezTo>
                    <a:pt x="115" y="15"/>
                    <a:pt x="115" y="15"/>
                    <a:pt x="135" y="5"/>
                  </a:cubicBezTo>
                  <a:cubicBezTo>
                    <a:pt x="146" y="0"/>
                    <a:pt x="151" y="3"/>
                    <a:pt x="156" y="14"/>
                  </a:cubicBezTo>
                  <a:cubicBezTo>
                    <a:pt x="183" y="75"/>
                    <a:pt x="211" y="134"/>
                    <a:pt x="239" y="194"/>
                  </a:cubicBezTo>
                  <a:cubicBezTo>
                    <a:pt x="243" y="203"/>
                    <a:pt x="243" y="209"/>
                    <a:pt x="232" y="214"/>
                  </a:cubicBezTo>
                  <a:cubicBezTo>
                    <a:pt x="200" y="229"/>
                    <a:pt x="201" y="229"/>
                    <a:pt x="175" y="205"/>
                  </a:cubicBezTo>
                  <a:cubicBezTo>
                    <a:pt x="140" y="174"/>
                    <a:pt x="105" y="142"/>
                    <a:pt x="70" y="110"/>
                  </a:cubicBezTo>
                  <a:cubicBezTo>
                    <a:pt x="67" y="108"/>
                    <a:pt x="64" y="106"/>
                    <a:pt x="62" y="104"/>
                  </a:cubicBezTo>
                  <a:cubicBezTo>
                    <a:pt x="60" y="105"/>
                    <a:pt x="59" y="106"/>
                    <a:pt x="57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34"/>
            <p:cNvSpPr/>
            <p:nvPr/>
          </p:nvSpPr>
          <p:spPr bwMode="auto">
            <a:xfrm>
              <a:off x="15898813" y="-490537"/>
              <a:ext cx="871537" cy="879475"/>
            </a:xfrm>
            <a:custGeom>
              <a:avLst/>
              <a:gdLst>
                <a:gd name="T0" fmla="*/ 69 w 276"/>
                <a:gd name="T1" fmla="*/ 141 h 278"/>
                <a:gd name="T2" fmla="*/ 105 w 276"/>
                <a:gd name="T3" fmla="*/ 172 h 278"/>
                <a:gd name="T4" fmla="*/ 184 w 276"/>
                <a:gd name="T5" fmla="*/ 239 h 278"/>
                <a:gd name="T6" fmla="*/ 189 w 276"/>
                <a:gd name="T7" fmla="*/ 261 h 278"/>
                <a:gd name="T8" fmla="*/ 161 w 276"/>
                <a:gd name="T9" fmla="*/ 267 h 278"/>
                <a:gd name="T10" fmla="*/ 73 w 276"/>
                <a:gd name="T11" fmla="*/ 193 h 278"/>
                <a:gd name="T12" fmla="*/ 9 w 276"/>
                <a:gd name="T13" fmla="*/ 139 h 278"/>
                <a:gd name="T14" fmla="*/ 8 w 276"/>
                <a:gd name="T15" fmla="*/ 118 h 278"/>
                <a:gd name="T16" fmla="*/ 61 w 276"/>
                <a:gd name="T17" fmla="*/ 102 h 278"/>
                <a:gd name="T18" fmla="*/ 199 w 276"/>
                <a:gd name="T19" fmla="*/ 145 h 278"/>
                <a:gd name="T20" fmla="*/ 210 w 276"/>
                <a:gd name="T21" fmla="*/ 147 h 278"/>
                <a:gd name="T22" fmla="*/ 212 w 276"/>
                <a:gd name="T23" fmla="*/ 143 h 278"/>
                <a:gd name="T24" fmla="*/ 157 w 276"/>
                <a:gd name="T25" fmla="*/ 95 h 278"/>
                <a:gd name="T26" fmla="*/ 92 w 276"/>
                <a:gd name="T27" fmla="*/ 40 h 278"/>
                <a:gd name="T28" fmla="*/ 91 w 276"/>
                <a:gd name="T29" fmla="*/ 21 h 278"/>
                <a:gd name="T30" fmla="*/ 115 w 276"/>
                <a:gd name="T31" fmla="*/ 12 h 278"/>
                <a:gd name="T32" fmla="*/ 272 w 276"/>
                <a:gd name="T33" fmla="*/ 147 h 278"/>
                <a:gd name="T34" fmla="*/ 274 w 276"/>
                <a:gd name="T35" fmla="*/ 160 h 278"/>
                <a:gd name="T36" fmla="*/ 253 w 276"/>
                <a:gd name="T37" fmla="*/ 185 h 278"/>
                <a:gd name="T38" fmla="*/ 241 w 276"/>
                <a:gd name="T39" fmla="*/ 187 h 278"/>
                <a:gd name="T40" fmla="*/ 144 w 276"/>
                <a:gd name="T41" fmla="*/ 157 h 278"/>
                <a:gd name="T42" fmla="*/ 78 w 276"/>
                <a:gd name="T43" fmla="*/ 137 h 278"/>
                <a:gd name="T44" fmla="*/ 71 w 276"/>
                <a:gd name="T45" fmla="*/ 137 h 278"/>
                <a:gd name="T46" fmla="*/ 69 w 276"/>
                <a:gd name="T47" fmla="*/ 141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6" h="278">
                  <a:moveTo>
                    <a:pt x="69" y="141"/>
                  </a:moveTo>
                  <a:cubicBezTo>
                    <a:pt x="81" y="151"/>
                    <a:pt x="93" y="161"/>
                    <a:pt x="105" y="172"/>
                  </a:cubicBezTo>
                  <a:cubicBezTo>
                    <a:pt x="131" y="194"/>
                    <a:pt x="158" y="217"/>
                    <a:pt x="184" y="239"/>
                  </a:cubicBezTo>
                  <a:cubicBezTo>
                    <a:pt x="192" y="246"/>
                    <a:pt x="198" y="250"/>
                    <a:pt x="189" y="261"/>
                  </a:cubicBezTo>
                  <a:cubicBezTo>
                    <a:pt x="175" y="277"/>
                    <a:pt x="175" y="278"/>
                    <a:pt x="161" y="267"/>
                  </a:cubicBezTo>
                  <a:cubicBezTo>
                    <a:pt x="132" y="243"/>
                    <a:pt x="103" y="218"/>
                    <a:pt x="73" y="193"/>
                  </a:cubicBezTo>
                  <a:cubicBezTo>
                    <a:pt x="52" y="175"/>
                    <a:pt x="31" y="157"/>
                    <a:pt x="9" y="139"/>
                  </a:cubicBezTo>
                  <a:cubicBezTo>
                    <a:pt x="1" y="132"/>
                    <a:pt x="0" y="127"/>
                    <a:pt x="8" y="118"/>
                  </a:cubicBezTo>
                  <a:cubicBezTo>
                    <a:pt x="34" y="88"/>
                    <a:pt x="28" y="92"/>
                    <a:pt x="61" y="102"/>
                  </a:cubicBezTo>
                  <a:cubicBezTo>
                    <a:pt x="107" y="116"/>
                    <a:pt x="153" y="131"/>
                    <a:pt x="199" y="145"/>
                  </a:cubicBezTo>
                  <a:cubicBezTo>
                    <a:pt x="202" y="146"/>
                    <a:pt x="206" y="146"/>
                    <a:pt x="210" y="147"/>
                  </a:cubicBezTo>
                  <a:cubicBezTo>
                    <a:pt x="211" y="145"/>
                    <a:pt x="212" y="144"/>
                    <a:pt x="212" y="143"/>
                  </a:cubicBezTo>
                  <a:cubicBezTo>
                    <a:pt x="194" y="127"/>
                    <a:pt x="176" y="111"/>
                    <a:pt x="157" y="95"/>
                  </a:cubicBezTo>
                  <a:cubicBezTo>
                    <a:pt x="136" y="77"/>
                    <a:pt x="114" y="58"/>
                    <a:pt x="92" y="40"/>
                  </a:cubicBezTo>
                  <a:cubicBezTo>
                    <a:pt x="84" y="34"/>
                    <a:pt x="82" y="28"/>
                    <a:pt x="91" y="21"/>
                  </a:cubicBezTo>
                  <a:cubicBezTo>
                    <a:pt x="98" y="16"/>
                    <a:pt x="101" y="0"/>
                    <a:pt x="115" y="12"/>
                  </a:cubicBezTo>
                  <a:cubicBezTo>
                    <a:pt x="167" y="57"/>
                    <a:pt x="220" y="102"/>
                    <a:pt x="272" y="147"/>
                  </a:cubicBezTo>
                  <a:cubicBezTo>
                    <a:pt x="275" y="149"/>
                    <a:pt x="276" y="157"/>
                    <a:pt x="274" y="160"/>
                  </a:cubicBezTo>
                  <a:cubicBezTo>
                    <a:pt x="268" y="169"/>
                    <a:pt x="261" y="177"/>
                    <a:pt x="253" y="185"/>
                  </a:cubicBezTo>
                  <a:cubicBezTo>
                    <a:pt x="250" y="187"/>
                    <a:pt x="244" y="188"/>
                    <a:pt x="241" y="187"/>
                  </a:cubicBezTo>
                  <a:cubicBezTo>
                    <a:pt x="208" y="178"/>
                    <a:pt x="176" y="167"/>
                    <a:pt x="144" y="157"/>
                  </a:cubicBezTo>
                  <a:cubicBezTo>
                    <a:pt x="122" y="150"/>
                    <a:pt x="100" y="143"/>
                    <a:pt x="78" y="137"/>
                  </a:cubicBezTo>
                  <a:cubicBezTo>
                    <a:pt x="76" y="136"/>
                    <a:pt x="73" y="137"/>
                    <a:pt x="71" y="137"/>
                  </a:cubicBezTo>
                  <a:cubicBezTo>
                    <a:pt x="70" y="138"/>
                    <a:pt x="70" y="139"/>
                    <a:pt x="69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35"/>
            <p:cNvSpPr>
              <a:spLocks noEditPoints="1"/>
            </p:cNvSpPr>
            <p:nvPr/>
          </p:nvSpPr>
          <p:spPr bwMode="auto">
            <a:xfrm>
              <a:off x="23004463" y="1831975"/>
              <a:ext cx="755650" cy="555625"/>
            </a:xfrm>
            <a:custGeom>
              <a:avLst/>
              <a:gdLst>
                <a:gd name="T0" fmla="*/ 18 w 239"/>
                <a:gd name="T1" fmla="*/ 176 h 176"/>
                <a:gd name="T2" fmla="*/ 13 w 239"/>
                <a:gd name="T3" fmla="*/ 140 h 176"/>
                <a:gd name="T4" fmla="*/ 23 w 239"/>
                <a:gd name="T5" fmla="*/ 128 h 176"/>
                <a:gd name="T6" fmla="*/ 88 w 239"/>
                <a:gd name="T7" fmla="*/ 100 h 176"/>
                <a:gd name="T8" fmla="*/ 104 w 239"/>
                <a:gd name="T9" fmla="*/ 72 h 176"/>
                <a:gd name="T10" fmla="*/ 87 w 239"/>
                <a:gd name="T11" fmla="*/ 57 h 176"/>
                <a:gd name="T12" fmla="*/ 23 w 239"/>
                <a:gd name="T13" fmla="*/ 66 h 176"/>
                <a:gd name="T14" fmla="*/ 2 w 239"/>
                <a:gd name="T15" fmla="*/ 50 h 176"/>
                <a:gd name="T16" fmla="*/ 24 w 239"/>
                <a:gd name="T17" fmla="*/ 24 h 176"/>
                <a:gd name="T18" fmla="*/ 214 w 239"/>
                <a:gd name="T19" fmla="*/ 2 h 176"/>
                <a:gd name="T20" fmla="*/ 230 w 239"/>
                <a:gd name="T21" fmla="*/ 13 h 176"/>
                <a:gd name="T22" fmla="*/ 237 w 239"/>
                <a:gd name="T23" fmla="*/ 83 h 176"/>
                <a:gd name="T24" fmla="*/ 155 w 239"/>
                <a:gd name="T25" fmla="*/ 141 h 176"/>
                <a:gd name="T26" fmla="*/ 125 w 239"/>
                <a:gd name="T27" fmla="*/ 117 h 176"/>
                <a:gd name="T28" fmla="*/ 18 w 239"/>
                <a:gd name="T29" fmla="*/ 176 h 176"/>
                <a:gd name="T30" fmla="*/ 204 w 239"/>
                <a:gd name="T31" fmla="*/ 68 h 176"/>
                <a:gd name="T32" fmla="*/ 192 w 239"/>
                <a:gd name="T33" fmla="*/ 46 h 176"/>
                <a:gd name="T34" fmla="*/ 145 w 239"/>
                <a:gd name="T35" fmla="*/ 51 h 176"/>
                <a:gd name="T36" fmla="*/ 135 w 239"/>
                <a:gd name="T37" fmla="*/ 58 h 176"/>
                <a:gd name="T38" fmla="*/ 148 w 239"/>
                <a:gd name="T39" fmla="*/ 96 h 176"/>
                <a:gd name="T40" fmla="*/ 188 w 239"/>
                <a:gd name="T41" fmla="*/ 101 h 176"/>
                <a:gd name="T42" fmla="*/ 204 w 239"/>
                <a:gd name="T43" fmla="*/ 6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9" h="176">
                  <a:moveTo>
                    <a:pt x="18" y="176"/>
                  </a:moveTo>
                  <a:cubicBezTo>
                    <a:pt x="16" y="161"/>
                    <a:pt x="13" y="151"/>
                    <a:pt x="13" y="140"/>
                  </a:cubicBezTo>
                  <a:cubicBezTo>
                    <a:pt x="13" y="136"/>
                    <a:pt x="19" y="130"/>
                    <a:pt x="23" y="128"/>
                  </a:cubicBezTo>
                  <a:cubicBezTo>
                    <a:pt x="44" y="118"/>
                    <a:pt x="66" y="109"/>
                    <a:pt x="88" y="100"/>
                  </a:cubicBezTo>
                  <a:cubicBezTo>
                    <a:pt x="100" y="94"/>
                    <a:pt x="104" y="85"/>
                    <a:pt x="104" y="72"/>
                  </a:cubicBezTo>
                  <a:cubicBezTo>
                    <a:pt x="105" y="60"/>
                    <a:pt x="100" y="55"/>
                    <a:pt x="87" y="57"/>
                  </a:cubicBezTo>
                  <a:cubicBezTo>
                    <a:pt x="66" y="60"/>
                    <a:pt x="45" y="62"/>
                    <a:pt x="23" y="66"/>
                  </a:cubicBezTo>
                  <a:cubicBezTo>
                    <a:pt x="6" y="68"/>
                    <a:pt x="4" y="67"/>
                    <a:pt x="2" y="50"/>
                  </a:cubicBezTo>
                  <a:cubicBezTo>
                    <a:pt x="0" y="27"/>
                    <a:pt x="0" y="27"/>
                    <a:pt x="24" y="24"/>
                  </a:cubicBezTo>
                  <a:cubicBezTo>
                    <a:pt x="87" y="17"/>
                    <a:pt x="151" y="9"/>
                    <a:pt x="214" y="2"/>
                  </a:cubicBezTo>
                  <a:cubicBezTo>
                    <a:pt x="224" y="0"/>
                    <a:pt x="229" y="3"/>
                    <a:pt x="230" y="13"/>
                  </a:cubicBezTo>
                  <a:cubicBezTo>
                    <a:pt x="232" y="37"/>
                    <a:pt x="236" y="60"/>
                    <a:pt x="237" y="83"/>
                  </a:cubicBezTo>
                  <a:cubicBezTo>
                    <a:pt x="239" y="140"/>
                    <a:pt x="188" y="155"/>
                    <a:pt x="155" y="141"/>
                  </a:cubicBezTo>
                  <a:cubicBezTo>
                    <a:pt x="144" y="136"/>
                    <a:pt x="135" y="125"/>
                    <a:pt x="125" y="117"/>
                  </a:cubicBezTo>
                  <a:cubicBezTo>
                    <a:pt x="95" y="145"/>
                    <a:pt x="55" y="155"/>
                    <a:pt x="18" y="176"/>
                  </a:cubicBezTo>
                  <a:close/>
                  <a:moveTo>
                    <a:pt x="204" y="68"/>
                  </a:moveTo>
                  <a:cubicBezTo>
                    <a:pt x="200" y="63"/>
                    <a:pt x="211" y="46"/>
                    <a:pt x="192" y="46"/>
                  </a:cubicBezTo>
                  <a:cubicBezTo>
                    <a:pt x="176" y="47"/>
                    <a:pt x="161" y="49"/>
                    <a:pt x="145" y="51"/>
                  </a:cubicBezTo>
                  <a:cubicBezTo>
                    <a:pt x="141" y="51"/>
                    <a:pt x="134" y="57"/>
                    <a:pt x="135" y="58"/>
                  </a:cubicBezTo>
                  <a:cubicBezTo>
                    <a:pt x="138" y="71"/>
                    <a:pt x="140" y="87"/>
                    <a:pt x="148" y="96"/>
                  </a:cubicBezTo>
                  <a:cubicBezTo>
                    <a:pt x="158" y="108"/>
                    <a:pt x="173" y="107"/>
                    <a:pt x="188" y="101"/>
                  </a:cubicBezTo>
                  <a:cubicBezTo>
                    <a:pt x="203" y="96"/>
                    <a:pt x="205" y="84"/>
                    <a:pt x="204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36"/>
            <p:cNvSpPr>
              <a:spLocks noEditPoints="1"/>
            </p:cNvSpPr>
            <p:nvPr/>
          </p:nvSpPr>
          <p:spPr bwMode="auto">
            <a:xfrm>
              <a:off x="18878550" y="-1816100"/>
              <a:ext cx="527050" cy="763588"/>
            </a:xfrm>
            <a:custGeom>
              <a:avLst/>
              <a:gdLst>
                <a:gd name="T0" fmla="*/ 113 w 167"/>
                <a:gd name="T1" fmla="*/ 116 h 242"/>
                <a:gd name="T2" fmla="*/ 167 w 167"/>
                <a:gd name="T3" fmla="*/ 224 h 242"/>
                <a:gd name="T4" fmla="*/ 130 w 167"/>
                <a:gd name="T5" fmla="*/ 227 h 242"/>
                <a:gd name="T6" fmla="*/ 118 w 167"/>
                <a:gd name="T7" fmla="*/ 214 h 242"/>
                <a:gd name="T8" fmla="*/ 97 w 167"/>
                <a:gd name="T9" fmla="*/ 159 h 242"/>
                <a:gd name="T10" fmla="*/ 67 w 167"/>
                <a:gd name="T11" fmla="*/ 133 h 242"/>
                <a:gd name="T12" fmla="*/ 51 w 167"/>
                <a:gd name="T13" fmla="*/ 148 h 242"/>
                <a:gd name="T14" fmla="*/ 55 w 167"/>
                <a:gd name="T15" fmla="*/ 217 h 242"/>
                <a:gd name="T16" fmla="*/ 43 w 167"/>
                <a:gd name="T17" fmla="*/ 234 h 242"/>
                <a:gd name="T18" fmla="*/ 15 w 167"/>
                <a:gd name="T19" fmla="*/ 221 h 242"/>
                <a:gd name="T20" fmla="*/ 4 w 167"/>
                <a:gd name="T21" fmla="*/ 61 h 242"/>
                <a:gd name="T22" fmla="*/ 1 w 167"/>
                <a:gd name="T23" fmla="*/ 19 h 242"/>
                <a:gd name="T24" fmla="*/ 12 w 167"/>
                <a:gd name="T25" fmla="*/ 5 h 242"/>
                <a:gd name="T26" fmla="*/ 78 w 167"/>
                <a:gd name="T27" fmla="*/ 1 h 242"/>
                <a:gd name="T28" fmla="*/ 137 w 167"/>
                <a:gd name="T29" fmla="*/ 88 h 242"/>
                <a:gd name="T30" fmla="*/ 113 w 167"/>
                <a:gd name="T31" fmla="*/ 116 h 242"/>
                <a:gd name="T32" fmla="*/ 66 w 167"/>
                <a:gd name="T33" fmla="*/ 29 h 242"/>
                <a:gd name="T34" fmla="*/ 64 w 167"/>
                <a:gd name="T35" fmla="*/ 32 h 242"/>
                <a:gd name="T36" fmla="*/ 44 w 167"/>
                <a:gd name="T37" fmla="*/ 55 h 242"/>
                <a:gd name="T38" fmla="*/ 48 w 167"/>
                <a:gd name="T39" fmla="*/ 91 h 242"/>
                <a:gd name="T40" fmla="*/ 56 w 167"/>
                <a:gd name="T41" fmla="*/ 103 h 242"/>
                <a:gd name="T42" fmla="*/ 96 w 167"/>
                <a:gd name="T43" fmla="*/ 89 h 242"/>
                <a:gd name="T44" fmla="*/ 97 w 167"/>
                <a:gd name="T45" fmla="*/ 45 h 242"/>
                <a:gd name="T46" fmla="*/ 66 w 167"/>
                <a:gd name="T47" fmla="*/ 29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7" h="242">
                  <a:moveTo>
                    <a:pt x="113" y="116"/>
                  </a:moveTo>
                  <a:cubicBezTo>
                    <a:pt x="140" y="144"/>
                    <a:pt x="146" y="186"/>
                    <a:pt x="167" y="224"/>
                  </a:cubicBezTo>
                  <a:cubicBezTo>
                    <a:pt x="152" y="225"/>
                    <a:pt x="141" y="228"/>
                    <a:pt x="130" y="227"/>
                  </a:cubicBezTo>
                  <a:cubicBezTo>
                    <a:pt x="126" y="227"/>
                    <a:pt x="120" y="220"/>
                    <a:pt x="118" y="214"/>
                  </a:cubicBezTo>
                  <a:cubicBezTo>
                    <a:pt x="110" y="196"/>
                    <a:pt x="104" y="177"/>
                    <a:pt x="97" y="159"/>
                  </a:cubicBezTo>
                  <a:cubicBezTo>
                    <a:pt x="91" y="145"/>
                    <a:pt x="83" y="134"/>
                    <a:pt x="67" y="133"/>
                  </a:cubicBezTo>
                  <a:cubicBezTo>
                    <a:pt x="55" y="132"/>
                    <a:pt x="50" y="136"/>
                    <a:pt x="51" y="148"/>
                  </a:cubicBezTo>
                  <a:cubicBezTo>
                    <a:pt x="53" y="171"/>
                    <a:pt x="54" y="194"/>
                    <a:pt x="55" y="217"/>
                  </a:cubicBezTo>
                  <a:cubicBezTo>
                    <a:pt x="56" y="227"/>
                    <a:pt x="56" y="235"/>
                    <a:pt x="43" y="234"/>
                  </a:cubicBezTo>
                  <a:cubicBezTo>
                    <a:pt x="32" y="233"/>
                    <a:pt x="17" y="242"/>
                    <a:pt x="15" y="221"/>
                  </a:cubicBezTo>
                  <a:cubicBezTo>
                    <a:pt x="12" y="167"/>
                    <a:pt x="8" y="114"/>
                    <a:pt x="4" y="61"/>
                  </a:cubicBezTo>
                  <a:cubicBezTo>
                    <a:pt x="3" y="47"/>
                    <a:pt x="2" y="33"/>
                    <a:pt x="1" y="19"/>
                  </a:cubicBezTo>
                  <a:cubicBezTo>
                    <a:pt x="0" y="10"/>
                    <a:pt x="3" y="6"/>
                    <a:pt x="12" y="5"/>
                  </a:cubicBezTo>
                  <a:cubicBezTo>
                    <a:pt x="34" y="4"/>
                    <a:pt x="56" y="1"/>
                    <a:pt x="78" y="1"/>
                  </a:cubicBezTo>
                  <a:cubicBezTo>
                    <a:pt x="130" y="0"/>
                    <a:pt x="160" y="45"/>
                    <a:pt x="137" y="88"/>
                  </a:cubicBezTo>
                  <a:cubicBezTo>
                    <a:pt x="131" y="99"/>
                    <a:pt x="121" y="107"/>
                    <a:pt x="113" y="116"/>
                  </a:cubicBezTo>
                  <a:close/>
                  <a:moveTo>
                    <a:pt x="66" y="29"/>
                  </a:moveTo>
                  <a:cubicBezTo>
                    <a:pt x="65" y="30"/>
                    <a:pt x="65" y="31"/>
                    <a:pt x="64" y="32"/>
                  </a:cubicBezTo>
                  <a:cubicBezTo>
                    <a:pt x="43" y="33"/>
                    <a:pt x="42" y="34"/>
                    <a:pt x="44" y="55"/>
                  </a:cubicBezTo>
                  <a:cubicBezTo>
                    <a:pt x="45" y="67"/>
                    <a:pt x="46" y="79"/>
                    <a:pt x="48" y="91"/>
                  </a:cubicBezTo>
                  <a:cubicBezTo>
                    <a:pt x="49" y="95"/>
                    <a:pt x="53" y="103"/>
                    <a:pt x="56" y="103"/>
                  </a:cubicBezTo>
                  <a:cubicBezTo>
                    <a:pt x="70" y="103"/>
                    <a:pt x="85" y="101"/>
                    <a:pt x="96" y="89"/>
                  </a:cubicBezTo>
                  <a:cubicBezTo>
                    <a:pt x="103" y="80"/>
                    <a:pt x="106" y="56"/>
                    <a:pt x="97" y="45"/>
                  </a:cubicBezTo>
                  <a:cubicBezTo>
                    <a:pt x="89" y="37"/>
                    <a:pt x="76" y="34"/>
                    <a:pt x="66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37"/>
            <p:cNvSpPr/>
            <p:nvPr/>
          </p:nvSpPr>
          <p:spPr bwMode="auto">
            <a:xfrm>
              <a:off x="15333663" y="463550"/>
              <a:ext cx="862012" cy="736600"/>
            </a:xfrm>
            <a:custGeom>
              <a:avLst/>
              <a:gdLst>
                <a:gd name="T0" fmla="*/ 209 w 273"/>
                <a:gd name="T1" fmla="*/ 233 h 233"/>
                <a:gd name="T2" fmla="*/ 197 w 273"/>
                <a:gd name="T3" fmla="*/ 228 h 233"/>
                <a:gd name="T4" fmla="*/ 29 w 273"/>
                <a:gd name="T5" fmla="*/ 148 h 233"/>
                <a:gd name="T6" fmla="*/ 27 w 273"/>
                <a:gd name="T7" fmla="*/ 147 h 233"/>
                <a:gd name="T8" fmla="*/ 15 w 273"/>
                <a:gd name="T9" fmla="*/ 108 h 233"/>
                <a:gd name="T10" fmla="*/ 30 w 273"/>
                <a:gd name="T11" fmla="*/ 104 h 233"/>
                <a:gd name="T12" fmla="*/ 92 w 273"/>
                <a:gd name="T13" fmla="*/ 134 h 233"/>
                <a:gd name="T14" fmla="*/ 112 w 273"/>
                <a:gd name="T15" fmla="*/ 127 h 233"/>
                <a:gd name="T16" fmla="*/ 130 w 273"/>
                <a:gd name="T17" fmla="*/ 89 h 233"/>
                <a:gd name="T18" fmla="*/ 123 w 273"/>
                <a:gd name="T19" fmla="*/ 70 h 233"/>
                <a:gd name="T20" fmla="*/ 66 w 273"/>
                <a:gd name="T21" fmla="*/ 43 h 233"/>
                <a:gd name="T22" fmla="*/ 61 w 273"/>
                <a:gd name="T23" fmla="*/ 11 h 233"/>
                <a:gd name="T24" fmla="*/ 82 w 273"/>
                <a:gd name="T25" fmla="*/ 6 h 233"/>
                <a:gd name="T26" fmla="*/ 258 w 273"/>
                <a:gd name="T27" fmla="*/ 89 h 233"/>
                <a:gd name="T28" fmla="*/ 272 w 273"/>
                <a:gd name="T29" fmla="*/ 102 h 233"/>
                <a:gd name="T30" fmla="*/ 258 w 273"/>
                <a:gd name="T31" fmla="*/ 131 h 233"/>
                <a:gd name="T32" fmla="*/ 246 w 273"/>
                <a:gd name="T33" fmla="*/ 128 h 233"/>
                <a:gd name="T34" fmla="*/ 181 w 273"/>
                <a:gd name="T35" fmla="*/ 97 h 233"/>
                <a:gd name="T36" fmla="*/ 159 w 273"/>
                <a:gd name="T37" fmla="*/ 105 h 233"/>
                <a:gd name="T38" fmla="*/ 141 w 273"/>
                <a:gd name="T39" fmla="*/ 142 h 233"/>
                <a:gd name="T40" fmla="*/ 148 w 273"/>
                <a:gd name="T41" fmla="*/ 160 h 233"/>
                <a:gd name="T42" fmla="*/ 210 w 273"/>
                <a:gd name="T43" fmla="*/ 189 h 233"/>
                <a:gd name="T44" fmla="*/ 219 w 273"/>
                <a:gd name="T45" fmla="*/ 217 h 233"/>
                <a:gd name="T46" fmla="*/ 209 w 273"/>
                <a:gd name="T47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3" h="233">
                  <a:moveTo>
                    <a:pt x="209" y="233"/>
                  </a:moveTo>
                  <a:cubicBezTo>
                    <a:pt x="203" y="231"/>
                    <a:pt x="200" y="230"/>
                    <a:pt x="197" y="228"/>
                  </a:cubicBezTo>
                  <a:cubicBezTo>
                    <a:pt x="141" y="201"/>
                    <a:pt x="85" y="175"/>
                    <a:pt x="29" y="148"/>
                  </a:cubicBezTo>
                  <a:cubicBezTo>
                    <a:pt x="28" y="148"/>
                    <a:pt x="27" y="147"/>
                    <a:pt x="27" y="147"/>
                  </a:cubicBezTo>
                  <a:cubicBezTo>
                    <a:pt x="0" y="134"/>
                    <a:pt x="1" y="134"/>
                    <a:pt x="15" y="108"/>
                  </a:cubicBezTo>
                  <a:cubicBezTo>
                    <a:pt x="20" y="101"/>
                    <a:pt x="23" y="101"/>
                    <a:pt x="30" y="104"/>
                  </a:cubicBezTo>
                  <a:cubicBezTo>
                    <a:pt x="50" y="114"/>
                    <a:pt x="71" y="124"/>
                    <a:pt x="92" y="134"/>
                  </a:cubicBezTo>
                  <a:cubicBezTo>
                    <a:pt x="102" y="139"/>
                    <a:pt x="107" y="138"/>
                    <a:pt x="112" y="127"/>
                  </a:cubicBezTo>
                  <a:cubicBezTo>
                    <a:pt x="117" y="114"/>
                    <a:pt x="123" y="101"/>
                    <a:pt x="130" y="89"/>
                  </a:cubicBezTo>
                  <a:cubicBezTo>
                    <a:pt x="134" y="80"/>
                    <a:pt x="132" y="74"/>
                    <a:pt x="123" y="70"/>
                  </a:cubicBezTo>
                  <a:cubicBezTo>
                    <a:pt x="104" y="61"/>
                    <a:pt x="85" y="52"/>
                    <a:pt x="66" y="43"/>
                  </a:cubicBezTo>
                  <a:cubicBezTo>
                    <a:pt x="50" y="36"/>
                    <a:pt x="50" y="35"/>
                    <a:pt x="61" y="11"/>
                  </a:cubicBezTo>
                  <a:cubicBezTo>
                    <a:pt x="66" y="0"/>
                    <a:pt x="72" y="1"/>
                    <a:pt x="82" y="6"/>
                  </a:cubicBezTo>
                  <a:cubicBezTo>
                    <a:pt x="141" y="34"/>
                    <a:pt x="200" y="61"/>
                    <a:pt x="258" y="89"/>
                  </a:cubicBezTo>
                  <a:cubicBezTo>
                    <a:pt x="264" y="92"/>
                    <a:pt x="273" y="99"/>
                    <a:pt x="272" y="102"/>
                  </a:cubicBezTo>
                  <a:cubicBezTo>
                    <a:pt x="269" y="112"/>
                    <a:pt x="264" y="122"/>
                    <a:pt x="258" y="131"/>
                  </a:cubicBezTo>
                  <a:cubicBezTo>
                    <a:pt x="257" y="132"/>
                    <a:pt x="249" y="130"/>
                    <a:pt x="246" y="128"/>
                  </a:cubicBezTo>
                  <a:cubicBezTo>
                    <a:pt x="224" y="118"/>
                    <a:pt x="202" y="108"/>
                    <a:pt x="181" y="97"/>
                  </a:cubicBezTo>
                  <a:cubicBezTo>
                    <a:pt x="170" y="92"/>
                    <a:pt x="163" y="94"/>
                    <a:pt x="159" y="105"/>
                  </a:cubicBezTo>
                  <a:cubicBezTo>
                    <a:pt x="154" y="118"/>
                    <a:pt x="148" y="130"/>
                    <a:pt x="141" y="142"/>
                  </a:cubicBezTo>
                  <a:cubicBezTo>
                    <a:pt x="136" y="151"/>
                    <a:pt x="137" y="156"/>
                    <a:pt x="148" y="160"/>
                  </a:cubicBezTo>
                  <a:cubicBezTo>
                    <a:pt x="169" y="169"/>
                    <a:pt x="189" y="179"/>
                    <a:pt x="210" y="189"/>
                  </a:cubicBezTo>
                  <a:cubicBezTo>
                    <a:pt x="229" y="198"/>
                    <a:pt x="229" y="198"/>
                    <a:pt x="219" y="217"/>
                  </a:cubicBezTo>
                  <a:cubicBezTo>
                    <a:pt x="216" y="222"/>
                    <a:pt x="212" y="228"/>
                    <a:pt x="209" y="2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38"/>
            <p:cNvSpPr>
              <a:spLocks noEditPoints="1"/>
            </p:cNvSpPr>
            <p:nvPr/>
          </p:nvSpPr>
          <p:spPr bwMode="auto">
            <a:xfrm>
              <a:off x="18127663" y="-1736725"/>
              <a:ext cx="606425" cy="798513"/>
            </a:xfrm>
            <a:custGeom>
              <a:avLst/>
              <a:gdLst>
                <a:gd name="T0" fmla="*/ 192 w 192"/>
                <a:gd name="T1" fmla="*/ 137 h 253"/>
                <a:gd name="T2" fmla="*/ 138 w 192"/>
                <a:gd name="T3" fmla="*/ 236 h 253"/>
                <a:gd name="T4" fmla="*/ 24 w 192"/>
                <a:gd name="T5" fmla="*/ 189 h 253"/>
                <a:gd name="T6" fmla="*/ 5 w 192"/>
                <a:gd name="T7" fmla="*/ 82 h 253"/>
                <a:gd name="T8" fmla="*/ 60 w 192"/>
                <a:gd name="T9" fmla="*/ 13 h 253"/>
                <a:gd name="T10" fmla="*/ 148 w 192"/>
                <a:gd name="T11" fmla="*/ 31 h 253"/>
                <a:gd name="T12" fmla="*/ 192 w 192"/>
                <a:gd name="T13" fmla="*/ 137 h 253"/>
                <a:gd name="T14" fmla="*/ 154 w 192"/>
                <a:gd name="T15" fmla="*/ 154 h 253"/>
                <a:gd name="T16" fmla="*/ 125 w 192"/>
                <a:gd name="T17" fmla="*/ 62 h 253"/>
                <a:gd name="T18" fmla="*/ 81 w 192"/>
                <a:gd name="T19" fmla="*/ 40 h 253"/>
                <a:gd name="T20" fmla="*/ 45 w 192"/>
                <a:gd name="T21" fmla="*/ 77 h 253"/>
                <a:gd name="T22" fmla="*/ 76 w 192"/>
                <a:gd name="T23" fmla="*/ 194 h 253"/>
                <a:gd name="T24" fmla="*/ 139 w 192"/>
                <a:gd name="T25" fmla="*/ 197 h 253"/>
                <a:gd name="T26" fmla="*/ 154 w 192"/>
                <a:gd name="T27" fmla="*/ 154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2" h="253">
                  <a:moveTo>
                    <a:pt x="192" y="137"/>
                  </a:moveTo>
                  <a:cubicBezTo>
                    <a:pt x="192" y="189"/>
                    <a:pt x="171" y="224"/>
                    <a:pt x="138" y="236"/>
                  </a:cubicBezTo>
                  <a:cubicBezTo>
                    <a:pt x="91" y="253"/>
                    <a:pt x="47" y="235"/>
                    <a:pt x="24" y="189"/>
                  </a:cubicBezTo>
                  <a:cubicBezTo>
                    <a:pt x="7" y="155"/>
                    <a:pt x="0" y="120"/>
                    <a:pt x="5" y="82"/>
                  </a:cubicBezTo>
                  <a:cubicBezTo>
                    <a:pt x="10" y="49"/>
                    <a:pt x="28" y="25"/>
                    <a:pt x="60" y="13"/>
                  </a:cubicBezTo>
                  <a:cubicBezTo>
                    <a:pt x="93" y="0"/>
                    <a:pt x="123" y="7"/>
                    <a:pt x="148" y="31"/>
                  </a:cubicBezTo>
                  <a:cubicBezTo>
                    <a:pt x="180" y="62"/>
                    <a:pt x="190" y="103"/>
                    <a:pt x="192" y="137"/>
                  </a:cubicBezTo>
                  <a:close/>
                  <a:moveTo>
                    <a:pt x="154" y="154"/>
                  </a:moveTo>
                  <a:cubicBezTo>
                    <a:pt x="150" y="121"/>
                    <a:pt x="142" y="90"/>
                    <a:pt x="125" y="62"/>
                  </a:cubicBezTo>
                  <a:cubicBezTo>
                    <a:pt x="114" y="46"/>
                    <a:pt x="97" y="37"/>
                    <a:pt x="81" y="40"/>
                  </a:cubicBezTo>
                  <a:cubicBezTo>
                    <a:pt x="60" y="44"/>
                    <a:pt x="48" y="55"/>
                    <a:pt x="45" y="77"/>
                  </a:cubicBezTo>
                  <a:cubicBezTo>
                    <a:pt x="40" y="119"/>
                    <a:pt x="50" y="159"/>
                    <a:pt x="76" y="194"/>
                  </a:cubicBezTo>
                  <a:cubicBezTo>
                    <a:pt x="92" y="216"/>
                    <a:pt x="123" y="218"/>
                    <a:pt x="139" y="197"/>
                  </a:cubicBezTo>
                  <a:cubicBezTo>
                    <a:pt x="147" y="185"/>
                    <a:pt x="149" y="169"/>
                    <a:pt x="154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39"/>
            <p:cNvSpPr/>
            <p:nvPr/>
          </p:nvSpPr>
          <p:spPr bwMode="auto">
            <a:xfrm>
              <a:off x="21624925" y="-915987"/>
              <a:ext cx="827087" cy="792163"/>
            </a:xfrm>
            <a:custGeom>
              <a:avLst/>
              <a:gdLst>
                <a:gd name="T0" fmla="*/ 228 w 262"/>
                <a:gd name="T1" fmla="*/ 76 h 251"/>
                <a:gd name="T2" fmla="*/ 232 w 262"/>
                <a:gd name="T3" fmla="*/ 77 h 251"/>
                <a:gd name="T4" fmla="*/ 238 w 262"/>
                <a:gd name="T5" fmla="*/ 126 h 251"/>
                <a:gd name="T6" fmla="*/ 167 w 262"/>
                <a:gd name="T7" fmla="*/ 209 h 251"/>
                <a:gd name="T8" fmla="*/ 86 w 262"/>
                <a:gd name="T9" fmla="*/ 245 h 251"/>
                <a:gd name="T10" fmla="*/ 35 w 262"/>
                <a:gd name="T11" fmla="*/ 125 h 251"/>
                <a:gd name="T12" fmla="*/ 135 w 262"/>
                <a:gd name="T13" fmla="*/ 7 h 251"/>
                <a:gd name="T14" fmla="*/ 151 w 262"/>
                <a:gd name="T15" fmla="*/ 6 h 251"/>
                <a:gd name="T16" fmla="*/ 155 w 262"/>
                <a:gd name="T17" fmla="*/ 45 h 251"/>
                <a:gd name="T18" fmla="*/ 71 w 262"/>
                <a:gd name="T19" fmla="*/ 144 h 251"/>
                <a:gd name="T20" fmla="*/ 62 w 262"/>
                <a:gd name="T21" fmla="*/ 193 h 251"/>
                <a:gd name="T22" fmla="*/ 121 w 262"/>
                <a:gd name="T23" fmla="*/ 197 h 251"/>
                <a:gd name="T24" fmla="*/ 173 w 262"/>
                <a:gd name="T25" fmla="*/ 139 h 251"/>
                <a:gd name="T26" fmla="*/ 228 w 262"/>
                <a:gd name="T27" fmla="*/ 76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2" h="251">
                  <a:moveTo>
                    <a:pt x="228" y="76"/>
                  </a:moveTo>
                  <a:cubicBezTo>
                    <a:pt x="231" y="77"/>
                    <a:pt x="232" y="77"/>
                    <a:pt x="232" y="77"/>
                  </a:cubicBezTo>
                  <a:cubicBezTo>
                    <a:pt x="262" y="98"/>
                    <a:pt x="262" y="98"/>
                    <a:pt x="238" y="126"/>
                  </a:cubicBezTo>
                  <a:cubicBezTo>
                    <a:pt x="214" y="153"/>
                    <a:pt x="190" y="181"/>
                    <a:pt x="167" y="209"/>
                  </a:cubicBezTo>
                  <a:cubicBezTo>
                    <a:pt x="145" y="233"/>
                    <a:pt x="122" y="251"/>
                    <a:pt x="86" y="245"/>
                  </a:cubicBezTo>
                  <a:cubicBezTo>
                    <a:pt x="30" y="236"/>
                    <a:pt x="0" y="169"/>
                    <a:pt x="35" y="125"/>
                  </a:cubicBezTo>
                  <a:cubicBezTo>
                    <a:pt x="67" y="84"/>
                    <a:pt x="102" y="46"/>
                    <a:pt x="135" y="7"/>
                  </a:cubicBezTo>
                  <a:cubicBezTo>
                    <a:pt x="140" y="1"/>
                    <a:pt x="145" y="0"/>
                    <a:pt x="151" y="6"/>
                  </a:cubicBezTo>
                  <a:cubicBezTo>
                    <a:pt x="174" y="24"/>
                    <a:pt x="174" y="23"/>
                    <a:pt x="155" y="45"/>
                  </a:cubicBezTo>
                  <a:cubicBezTo>
                    <a:pt x="127" y="78"/>
                    <a:pt x="99" y="111"/>
                    <a:pt x="71" y="144"/>
                  </a:cubicBezTo>
                  <a:cubicBezTo>
                    <a:pt x="56" y="161"/>
                    <a:pt x="52" y="179"/>
                    <a:pt x="62" y="193"/>
                  </a:cubicBezTo>
                  <a:cubicBezTo>
                    <a:pt x="78" y="216"/>
                    <a:pt x="101" y="218"/>
                    <a:pt x="121" y="197"/>
                  </a:cubicBezTo>
                  <a:cubicBezTo>
                    <a:pt x="139" y="179"/>
                    <a:pt x="156" y="158"/>
                    <a:pt x="173" y="139"/>
                  </a:cubicBezTo>
                  <a:cubicBezTo>
                    <a:pt x="192" y="118"/>
                    <a:pt x="210" y="96"/>
                    <a:pt x="228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40"/>
            <p:cNvSpPr>
              <a:spLocks noEditPoints="1"/>
            </p:cNvSpPr>
            <p:nvPr/>
          </p:nvSpPr>
          <p:spPr bwMode="auto">
            <a:xfrm>
              <a:off x="15135225" y="3162300"/>
              <a:ext cx="811212" cy="596900"/>
            </a:xfrm>
            <a:custGeom>
              <a:avLst/>
              <a:gdLst>
                <a:gd name="T0" fmla="*/ 236 w 257"/>
                <a:gd name="T1" fmla="*/ 187 h 189"/>
                <a:gd name="T2" fmla="*/ 26 w 257"/>
                <a:gd name="T3" fmla="*/ 171 h 189"/>
                <a:gd name="T4" fmla="*/ 9 w 257"/>
                <a:gd name="T5" fmla="*/ 159 h 189"/>
                <a:gd name="T6" fmla="*/ 6 w 257"/>
                <a:gd name="T7" fmla="*/ 147 h 189"/>
                <a:gd name="T8" fmla="*/ 18 w 257"/>
                <a:gd name="T9" fmla="*/ 115 h 189"/>
                <a:gd name="T10" fmla="*/ 193 w 257"/>
                <a:gd name="T11" fmla="*/ 7 h 189"/>
                <a:gd name="T12" fmla="*/ 210 w 257"/>
                <a:gd name="T13" fmla="*/ 14 h 189"/>
                <a:gd name="T14" fmla="*/ 192 w 257"/>
                <a:gd name="T15" fmla="*/ 53 h 189"/>
                <a:gd name="T16" fmla="*/ 173 w 257"/>
                <a:gd name="T17" fmla="*/ 93 h 189"/>
                <a:gd name="T18" fmla="*/ 184 w 257"/>
                <a:gd name="T19" fmla="*/ 137 h 189"/>
                <a:gd name="T20" fmla="*/ 197 w 257"/>
                <a:gd name="T21" fmla="*/ 146 h 189"/>
                <a:gd name="T22" fmla="*/ 233 w 257"/>
                <a:gd name="T23" fmla="*/ 149 h 189"/>
                <a:gd name="T24" fmla="*/ 251 w 257"/>
                <a:gd name="T25" fmla="*/ 185 h 189"/>
                <a:gd name="T26" fmla="*/ 236 w 257"/>
                <a:gd name="T27" fmla="*/ 189 h 189"/>
                <a:gd name="T28" fmla="*/ 236 w 257"/>
                <a:gd name="T29" fmla="*/ 187 h 189"/>
                <a:gd name="T30" fmla="*/ 46 w 257"/>
                <a:gd name="T31" fmla="*/ 136 h 189"/>
                <a:gd name="T32" fmla="*/ 47 w 257"/>
                <a:gd name="T33" fmla="*/ 142 h 189"/>
                <a:gd name="T34" fmla="*/ 154 w 257"/>
                <a:gd name="T35" fmla="*/ 142 h 189"/>
                <a:gd name="T36" fmla="*/ 141 w 257"/>
                <a:gd name="T37" fmla="*/ 96 h 189"/>
                <a:gd name="T38" fmla="*/ 129 w 257"/>
                <a:gd name="T39" fmla="*/ 90 h 189"/>
                <a:gd name="T40" fmla="*/ 46 w 257"/>
                <a:gd name="T41" fmla="*/ 136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7" h="189">
                  <a:moveTo>
                    <a:pt x="236" y="187"/>
                  </a:moveTo>
                  <a:cubicBezTo>
                    <a:pt x="166" y="182"/>
                    <a:pt x="96" y="177"/>
                    <a:pt x="26" y="171"/>
                  </a:cubicBezTo>
                  <a:cubicBezTo>
                    <a:pt x="17" y="171"/>
                    <a:pt x="10" y="169"/>
                    <a:pt x="9" y="159"/>
                  </a:cubicBezTo>
                  <a:cubicBezTo>
                    <a:pt x="9" y="155"/>
                    <a:pt x="7" y="151"/>
                    <a:pt x="6" y="147"/>
                  </a:cubicBezTo>
                  <a:cubicBezTo>
                    <a:pt x="0" y="133"/>
                    <a:pt x="4" y="124"/>
                    <a:pt x="18" y="115"/>
                  </a:cubicBezTo>
                  <a:cubicBezTo>
                    <a:pt x="77" y="80"/>
                    <a:pt x="135" y="43"/>
                    <a:pt x="193" y="7"/>
                  </a:cubicBezTo>
                  <a:cubicBezTo>
                    <a:pt x="204" y="0"/>
                    <a:pt x="207" y="1"/>
                    <a:pt x="210" y="14"/>
                  </a:cubicBezTo>
                  <a:cubicBezTo>
                    <a:pt x="216" y="40"/>
                    <a:pt x="216" y="39"/>
                    <a:pt x="192" y="53"/>
                  </a:cubicBezTo>
                  <a:cubicBezTo>
                    <a:pt x="168" y="67"/>
                    <a:pt x="167" y="67"/>
                    <a:pt x="173" y="93"/>
                  </a:cubicBezTo>
                  <a:cubicBezTo>
                    <a:pt x="176" y="108"/>
                    <a:pt x="180" y="123"/>
                    <a:pt x="184" y="137"/>
                  </a:cubicBezTo>
                  <a:cubicBezTo>
                    <a:pt x="186" y="141"/>
                    <a:pt x="192" y="145"/>
                    <a:pt x="197" y="146"/>
                  </a:cubicBezTo>
                  <a:cubicBezTo>
                    <a:pt x="209" y="148"/>
                    <a:pt x="221" y="148"/>
                    <a:pt x="233" y="149"/>
                  </a:cubicBezTo>
                  <a:cubicBezTo>
                    <a:pt x="242" y="149"/>
                    <a:pt x="257" y="178"/>
                    <a:pt x="251" y="185"/>
                  </a:cubicBezTo>
                  <a:cubicBezTo>
                    <a:pt x="248" y="188"/>
                    <a:pt x="241" y="188"/>
                    <a:pt x="236" y="189"/>
                  </a:cubicBezTo>
                  <a:cubicBezTo>
                    <a:pt x="236" y="188"/>
                    <a:pt x="236" y="188"/>
                    <a:pt x="236" y="187"/>
                  </a:cubicBezTo>
                  <a:close/>
                  <a:moveTo>
                    <a:pt x="46" y="136"/>
                  </a:moveTo>
                  <a:cubicBezTo>
                    <a:pt x="46" y="138"/>
                    <a:pt x="47" y="140"/>
                    <a:pt x="47" y="142"/>
                  </a:cubicBezTo>
                  <a:cubicBezTo>
                    <a:pt x="82" y="142"/>
                    <a:pt x="117" y="142"/>
                    <a:pt x="154" y="142"/>
                  </a:cubicBezTo>
                  <a:cubicBezTo>
                    <a:pt x="150" y="126"/>
                    <a:pt x="146" y="111"/>
                    <a:pt x="141" y="96"/>
                  </a:cubicBezTo>
                  <a:cubicBezTo>
                    <a:pt x="140" y="93"/>
                    <a:pt x="132" y="89"/>
                    <a:pt x="129" y="90"/>
                  </a:cubicBezTo>
                  <a:cubicBezTo>
                    <a:pt x="101" y="105"/>
                    <a:pt x="73" y="121"/>
                    <a:pt x="46" y="1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41"/>
            <p:cNvSpPr>
              <a:spLocks noEditPoints="1"/>
            </p:cNvSpPr>
            <p:nvPr/>
          </p:nvSpPr>
          <p:spPr bwMode="auto">
            <a:xfrm>
              <a:off x="20305713" y="-1604962"/>
              <a:ext cx="600075" cy="808038"/>
            </a:xfrm>
            <a:custGeom>
              <a:avLst/>
              <a:gdLst>
                <a:gd name="T0" fmla="*/ 0 w 190"/>
                <a:gd name="T1" fmla="*/ 192 h 256"/>
                <a:gd name="T2" fmla="*/ 47 w 190"/>
                <a:gd name="T3" fmla="*/ 130 h 256"/>
                <a:gd name="T4" fmla="*/ 137 w 190"/>
                <a:gd name="T5" fmla="*/ 12 h 256"/>
                <a:gd name="T6" fmla="*/ 162 w 190"/>
                <a:gd name="T7" fmla="*/ 5 h 256"/>
                <a:gd name="T8" fmla="*/ 189 w 190"/>
                <a:gd name="T9" fmla="*/ 45 h 256"/>
                <a:gd name="T10" fmla="*/ 184 w 190"/>
                <a:gd name="T11" fmla="*/ 240 h 256"/>
                <a:gd name="T12" fmla="*/ 183 w 190"/>
                <a:gd name="T13" fmla="*/ 256 h 256"/>
                <a:gd name="T14" fmla="*/ 153 w 190"/>
                <a:gd name="T15" fmla="*/ 244 h 256"/>
                <a:gd name="T16" fmla="*/ 146 w 190"/>
                <a:gd name="T17" fmla="*/ 233 h 256"/>
                <a:gd name="T18" fmla="*/ 146 w 190"/>
                <a:gd name="T19" fmla="*/ 222 h 256"/>
                <a:gd name="T20" fmla="*/ 110 w 190"/>
                <a:gd name="T21" fmla="*/ 172 h 256"/>
                <a:gd name="T22" fmla="*/ 51 w 190"/>
                <a:gd name="T23" fmla="*/ 187 h 256"/>
                <a:gd name="T24" fmla="*/ 15 w 190"/>
                <a:gd name="T25" fmla="*/ 197 h 256"/>
                <a:gd name="T26" fmla="*/ 0 w 190"/>
                <a:gd name="T27" fmla="*/ 192 h 256"/>
                <a:gd name="T28" fmla="*/ 158 w 190"/>
                <a:gd name="T29" fmla="*/ 46 h 256"/>
                <a:gd name="T30" fmla="*/ 152 w 190"/>
                <a:gd name="T31" fmla="*/ 45 h 256"/>
                <a:gd name="T32" fmla="*/ 95 w 190"/>
                <a:gd name="T33" fmla="*/ 124 h 256"/>
                <a:gd name="T34" fmla="*/ 101 w 190"/>
                <a:gd name="T35" fmla="*/ 135 h 256"/>
                <a:gd name="T36" fmla="*/ 133 w 190"/>
                <a:gd name="T37" fmla="*/ 148 h 256"/>
                <a:gd name="T38" fmla="*/ 152 w 190"/>
                <a:gd name="T39" fmla="*/ 135 h 256"/>
                <a:gd name="T40" fmla="*/ 155 w 190"/>
                <a:gd name="T41" fmla="*/ 74 h 256"/>
                <a:gd name="T42" fmla="*/ 158 w 190"/>
                <a:gd name="T43" fmla="*/ 4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0" h="256">
                  <a:moveTo>
                    <a:pt x="0" y="192"/>
                  </a:moveTo>
                  <a:cubicBezTo>
                    <a:pt x="16" y="170"/>
                    <a:pt x="32" y="150"/>
                    <a:pt x="47" y="130"/>
                  </a:cubicBezTo>
                  <a:cubicBezTo>
                    <a:pt x="77" y="90"/>
                    <a:pt x="108" y="52"/>
                    <a:pt x="137" y="12"/>
                  </a:cubicBezTo>
                  <a:cubicBezTo>
                    <a:pt x="145" y="2"/>
                    <a:pt x="151" y="0"/>
                    <a:pt x="162" y="5"/>
                  </a:cubicBezTo>
                  <a:cubicBezTo>
                    <a:pt x="189" y="16"/>
                    <a:pt x="190" y="16"/>
                    <a:pt x="189" y="45"/>
                  </a:cubicBezTo>
                  <a:cubicBezTo>
                    <a:pt x="188" y="110"/>
                    <a:pt x="186" y="175"/>
                    <a:pt x="184" y="240"/>
                  </a:cubicBezTo>
                  <a:cubicBezTo>
                    <a:pt x="184" y="244"/>
                    <a:pt x="184" y="248"/>
                    <a:pt x="183" y="256"/>
                  </a:cubicBezTo>
                  <a:cubicBezTo>
                    <a:pt x="172" y="252"/>
                    <a:pt x="162" y="249"/>
                    <a:pt x="153" y="244"/>
                  </a:cubicBezTo>
                  <a:cubicBezTo>
                    <a:pt x="149" y="243"/>
                    <a:pt x="147" y="237"/>
                    <a:pt x="146" y="233"/>
                  </a:cubicBezTo>
                  <a:cubicBezTo>
                    <a:pt x="145" y="230"/>
                    <a:pt x="146" y="226"/>
                    <a:pt x="146" y="222"/>
                  </a:cubicBezTo>
                  <a:cubicBezTo>
                    <a:pt x="147" y="175"/>
                    <a:pt x="156" y="188"/>
                    <a:pt x="110" y="172"/>
                  </a:cubicBezTo>
                  <a:cubicBezTo>
                    <a:pt x="68" y="157"/>
                    <a:pt x="75" y="152"/>
                    <a:pt x="51" y="187"/>
                  </a:cubicBezTo>
                  <a:cubicBezTo>
                    <a:pt x="37" y="206"/>
                    <a:pt x="37" y="205"/>
                    <a:pt x="15" y="197"/>
                  </a:cubicBezTo>
                  <a:cubicBezTo>
                    <a:pt x="11" y="196"/>
                    <a:pt x="7" y="195"/>
                    <a:pt x="0" y="192"/>
                  </a:cubicBezTo>
                  <a:close/>
                  <a:moveTo>
                    <a:pt x="158" y="46"/>
                  </a:moveTo>
                  <a:cubicBezTo>
                    <a:pt x="156" y="46"/>
                    <a:pt x="154" y="45"/>
                    <a:pt x="152" y="45"/>
                  </a:cubicBezTo>
                  <a:cubicBezTo>
                    <a:pt x="133" y="71"/>
                    <a:pt x="114" y="97"/>
                    <a:pt x="95" y="124"/>
                  </a:cubicBezTo>
                  <a:cubicBezTo>
                    <a:pt x="94" y="126"/>
                    <a:pt x="98" y="134"/>
                    <a:pt x="101" y="135"/>
                  </a:cubicBezTo>
                  <a:cubicBezTo>
                    <a:pt x="111" y="140"/>
                    <a:pt x="123" y="144"/>
                    <a:pt x="133" y="148"/>
                  </a:cubicBezTo>
                  <a:cubicBezTo>
                    <a:pt x="147" y="153"/>
                    <a:pt x="151" y="150"/>
                    <a:pt x="152" y="135"/>
                  </a:cubicBezTo>
                  <a:cubicBezTo>
                    <a:pt x="153" y="115"/>
                    <a:pt x="154" y="94"/>
                    <a:pt x="155" y="74"/>
                  </a:cubicBezTo>
                  <a:cubicBezTo>
                    <a:pt x="156" y="65"/>
                    <a:pt x="157" y="56"/>
                    <a:pt x="158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42"/>
            <p:cNvSpPr>
              <a:spLocks noEditPoints="1"/>
            </p:cNvSpPr>
            <p:nvPr/>
          </p:nvSpPr>
          <p:spPr bwMode="auto">
            <a:xfrm>
              <a:off x="16579850" y="-893762"/>
              <a:ext cx="749300" cy="814388"/>
            </a:xfrm>
            <a:custGeom>
              <a:avLst/>
              <a:gdLst>
                <a:gd name="T0" fmla="*/ 85 w 237"/>
                <a:gd name="T1" fmla="*/ 258 h 258"/>
                <a:gd name="T2" fmla="*/ 66 w 237"/>
                <a:gd name="T3" fmla="*/ 208 h 258"/>
                <a:gd name="T4" fmla="*/ 4 w 237"/>
                <a:gd name="T5" fmla="*/ 46 h 258"/>
                <a:gd name="T6" fmla="*/ 10 w 237"/>
                <a:gd name="T7" fmla="*/ 23 h 258"/>
                <a:gd name="T8" fmla="*/ 60 w 237"/>
                <a:gd name="T9" fmla="*/ 21 h 258"/>
                <a:gd name="T10" fmla="*/ 218 w 237"/>
                <a:gd name="T11" fmla="*/ 122 h 258"/>
                <a:gd name="T12" fmla="*/ 220 w 237"/>
                <a:gd name="T13" fmla="*/ 149 h 258"/>
                <a:gd name="T14" fmla="*/ 190 w 237"/>
                <a:gd name="T15" fmla="*/ 152 h 258"/>
                <a:gd name="T16" fmla="*/ 125 w 237"/>
                <a:gd name="T17" fmla="*/ 155 h 258"/>
                <a:gd name="T18" fmla="*/ 109 w 237"/>
                <a:gd name="T19" fmla="*/ 215 h 258"/>
                <a:gd name="T20" fmla="*/ 100 w 237"/>
                <a:gd name="T21" fmla="*/ 247 h 258"/>
                <a:gd name="T22" fmla="*/ 85 w 237"/>
                <a:gd name="T23" fmla="*/ 258 h 258"/>
                <a:gd name="T24" fmla="*/ 43 w 237"/>
                <a:gd name="T25" fmla="*/ 49 h 258"/>
                <a:gd name="T26" fmla="*/ 40 w 237"/>
                <a:gd name="T27" fmla="*/ 53 h 258"/>
                <a:gd name="T28" fmla="*/ 75 w 237"/>
                <a:gd name="T29" fmla="*/ 137 h 258"/>
                <a:gd name="T30" fmla="*/ 93 w 237"/>
                <a:gd name="T31" fmla="*/ 141 h 258"/>
                <a:gd name="T32" fmla="*/ 119 w 237"/>
                <a:gd name="T33" fmla="*/ 119 h 258"/>
                <a:gd name="T34" fmla="*/ 118 w 237"/>
                <a:gd name="T35" fmla="*/ 101 h 258"/>
                <a:gd name="T36" fmla="*/ 60 w 237"/>
                <a:gd name="T37" fmla="*/ 59 h 258"/>
                <a:gd name="T38" fmla="*/ 43 w 237"/>
                <a:gd name="T39" fmla="*/ 49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7" h="258">
                  <a:moveTo>
                    <a:pt x="85" y="258"/>
                  </a:moveTo>
                  <a:cubicBezTo>
                    <a:pt x="78" y="240"/>
                    <a:pt x="72" y="224"/>
                    <a:pt x="66" y="208"/>
                  </a:cubicBezTo>
                  <a:cubicBezTo>
                    <a:pt x="45" y="154"/>
                    <a:pt x="25" y="100"/>
                    <a:pt x="4" y="46"/>
                  </a:cubicBezTo>
                  <a:cubicBezTo>
                    <a:pt x="0" y="37"/>
                    <a:pt x="1" y="30"/>
                    <a:pt x="10" y="23"/>
                  </a:cubicBezTo>
                  <a:cubicBezTo>
                    <a:pt x="40" y="0"/>
                    <a:pt x="29" y="1"/>
                    <a:pt x="60" y="21"/>
                  </a:cubicBezTo>
                  <a:cubicBezTo>
                    <a:pt x="113" y="54"/>
                    <a:pt x="165" y="88"/>
                    <a:pt x="218" y="122"/>
                  </a:cubicBezTo>
                  <a:cubicBezTo>
                    <a:pt x="237" y="134"/>
                    <a:pt x="237" y="134"/>
                    <a:pt x="220" y="149"/>
                  </a:cubicBezTo>
                  <a:cubicBezTo>
                    <a:pt x="210" y="158"/>
                    <a:pt x="203" y="161"/>
                    <a:pt x="190" y="152"/>
                  </a:cubicBezTo>
                  <a:cubicBezTo>
                    <a:pt x="157" y="128"/>
                    <a:pt x="156" y="128"/>
                    <a:pt x="125" y="155"/>
                  </a:cubicBezTo>
                  <a:cubicBezTo>
                    <a:pt x="88" y="186"/>
                    <a:pt x="90" y="170"/>
                    <a:pt x="109" y="215"/>
                  </a:cubicBezTo>
                  <a:cubicBezTo>
                    <a:pt x="116" y="231"/>
                    <a:pt x="114" y="239"/>
                    <a:pt x="100" y="247"/>
                  </a:cubicBezTo>
                  <a:cubicBezTo>
                    <a:pt x="96" y="250"/>
                    <a:pt x="91" y="253"/>
                    <a:pt x="85" y="258"/>
                  </a:cubicBezTo>
                  <a:close/>
                  <a:moveTo>
                    <a:pt x="43" y="49"/>
                  </a:moveTo>
                  <a:cubicBezTo>
                    <a:pt x="42" y="50"/>
                    <a:pt x="41" y="51"/>
                    <a:pt x="40" y="53"/>
                  </a:cubicBezTo>
                  <a:cubicBezTo>
                    <a:pt x="52" y="81"/>
                    <a:pt x="64" y="109"/>
                    <a:pt x="75" y="137"/>
                  </a:cubicBezTo>
                  <a:cubicBezTo>
                    <a:pt x="80" y="148"/>
                    <a:pt x="85" y="148"/>
                    <a:pt x="93" y="141"/>
                  </a:cubicBezTo>
                  <a:cubicBezTo>
                    <a:pt x="102" y="134"/>
                    <a:pt x="110" y="126"/>
                    <a:pt x="119" y="119"/>
                  </a:cubicBezTo>
                  <a:cubicBezTo>
                    <a:pt x="129" y="112"/>
                    <a:pt x="127" y="107"/>
                    <a:pt x="118" y="101"/>
                  </a:cubicBezTo>
                  <a:cubicBezTo>
                    <a:pt x="99" y="87"/>
                    <a:pt x="79" y="73"/>
                    <a:pt x="60" y="59"/>
                  </a:cubicBezTo>
                  <a:cubicBezTo>
                    <a:pt x="55" y="56"/>
                    <a:pt x="49" y="52"/>
                    <a:pt x="4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43"/>
            <p:cNvSpPr/>
            <p:nvPr/>
          </p:nvSpPr>
          <p:spPr bwMode="auto">
            <a:xfrm>
              <a:off x="19727863" y="6446838"/>
              <a:ext cx="935037" cy="663575"/>
            </a:xfrm>
            <a:custGeom>
              <a:avLst/>
              <a:gdLst>
                <a:gd name="T0" fmla="*/ 26 w 296"/>
                <a:gd name="T1" fmla="*/ 77 h 210"/>
                <a:gd name="T2" fmla="*/ 3 w 296"/>
                <a:gd name="T3" fmla="*/ 94 h 210"/>
                <a:gd name="T4" fmla="*/ 0 w 296"/>
                <a:gd name="T5" fmla="*/ 91 h 210"/>
                <a:gd name="T6" fmla="*/ 4 w 296"/>
                <a:gd name="T7" fmla="*/ 81 h 210"/>
                <a:gd name="T8" fmla="*/ 64 w 296"/>
                <a:gd name="T9" fmla="*/ 10 h 210"/>
                <a:gd name="T10" fmla="*/ 94 w 296"/>
                <a:gd name="T11" fmla="*/ 11 h 210"/>
                <a:gd name="T12" fmla="*/ 95 w 296"/>
                <a:gd name="T13" fmla="*/ 28 h 210"/>
                <a:gd name="T14" fmla="*/ 76 w 296"/>
                <a:gd name="T15" fmla="*/ 41 h 210"/>
                <a:gd name="T16" fmla="*/ 45 w 296"/>
                <a:gd name="T17" fmla="*/ 81 h 210"/>
                <a:gd name="T18" fmla="*/ 43 w 296"/>
                <a:gd name="T19" fmla="*/ 97 h 210"/>
                <a:gd name="T20" fmla="*/ 48 w 296"/>
                <a:gd name="T21" fmla="*/ 109 h 210"/>
                <a:gd name="T22" fmla="*/ 54 w 296"/>
                <a:gd name="T23" fmla="*/ 99 h 210"/>
                <a:gd name="T24" fmla="*/ 60 w 296"/>
                <a:gd name="T25" fmla="*/ 68 h 210"/>
                <a:gd name="T26" fmla="*/ 73 w 296"/>
                <a:gd name="T27" fmla="*/ 61 h 210"/>
                <a:gd name="T28" fmla="*/ 104 w 296"/>
                <a:gd name="T29" fmla="*/ 50 h 210"/>
                <a:gd name="T30" fmla="*/ 161 w 296"/>
                <a:gd name="T31" fmla="*/ 8 h 210"/>
                <a:gd name="T32" fmla="*/ 191 w 296"/>
                <a:gd name="T33" fmla="*/ 12 h 210"/>
                <a:gd name="T34" fmla="*/ 197 w 296"/>
                <a:gd name="T35" fmla="*/ 41 h 210"/>
                <a:gd name="T36" fmla="*/ 192 w 296"/>
                <a:gd name="T37" fmla="*/ 61 h 210"/>
                <a:gd name="T38" fmla="*/ 182 w 296"/>
                <a:gd name="T39" fmla="*/ 73 h 210"/>
                <a:gd name="T40" fmla="*/ 165 w 296"/>
                <a:gd name="T41" fmla="*/ 94 h 210"/>
                <a:gd name="T42" fmla="*/ 190 w 296"/>
                <a:gd name="T43" fmla="*/ 118 h 210"/>
                <a:gd name="T44" fmla="*/ 196 w 296"/>
                <a:gd name="T45" fmla="*/ 117 h 210"/>
                <a:gd name="T46" fmla="*/ 256 w 296"/>
                <a:gd name="T47" fmla="*/ 83 h 210"/>
                <a:gd name="T48" fmla="*/ 266 w 296"/>
                <a:gd name="T49" fmla="*/ 56 h 210"/>
                <a:gd name="T50" fmla="*/ 275 w 296"/>
                <a:gd name="T51" fmla="*/ 37 h 210"/>
                <a:gd name="T52" fmla="*/ 289 w 296"/>
                <a:gd name="T53" fmla="*/ 53 h 210"/>
                <a:gd name="T54" fmla="*/ 281 w 296"/>
                <a:gd name="T55" fmla="*/ 100 h 210"/>
                <a:gd name="T56" fmla="*/ 198 w 296"/>
                <a:gd name="T57" fmla="*/ 143 h 210"/>
                <a:gd name="T58" fmla="*/ 143 w 296"/>
                <a:gd name="T59" fmla="*/ 113 h 210"/>
                <a:gd name="T60" fmla="*/ 144 w 296"/>
                <a:gd name="T61" fmla="*/ 55 h 210"/>
                <a:gd name="T62" fmla="*/ 155 w 296"/>
                <a:gd name="T63" fmla="*/ 39 h 210"/>
                <a:gd name="T64" fmla="*/ 172 w 296"/>
                <a:gd name="T65" fmla="*/ 34 h 210"/>
                <a:gd name="T66" fmla="*/ 183 w 296"/>
                <a:gd name="T67" fmla="*/ 36 h 210"/>
                <a:gd name="T68" fmla="*/ 183 w 296"/>
                <a:gd name="T69" fmla="*/ 29 h 210"/>
                <a:gd name="T70" fmla="*/ 173 w 296"/>
                <a:gd name="T71" fmla="*/ 22 h 210"/>
                <a:gd name="T72" fmla="*/ 149 w 296"/>
                <a:gd name="T73" fmla="*/ 34 h 210"/>
                <a:gd name="T74" fmla="*/ 105 w 296"/>
                <a:gd name="T75" fmla="*/ 74 h 210"/>
                <a:gd name="T76" fmla="*/ 70 w 296"/>
                <a:gd name="T77" fmla="*/ 156 h 210"/>
                <a:gd name="T78" fmla="*/ 68 w 296"/>
                <a:gd name="T79" fmla="*/ 189 h 210"/>
                <a:gd name="T80" fmla="*/ 54 w 296"/>
                <a:gd name="T81" fmla="*/ 210 h 210"/>
                <a:gd name="T82" fmla="*/ 34 w 296"/>
                <a:gd name="T83" fmla="*/ 194 h 210"/>
                <a:gd name="T84" fmla="*/ 46 w 296"/>
                <a:gd name="T85" fmla="*/ 170 h 210"/>
                <a:gd name="T86" fmla="*/ 50 w 296"/>
                <a:gd name="T87" fmla="*/ 154 h 210"/>
                <a:gd name="T88" fmla="*/ 28 w 296"/>
                <a:gd name="T89" fmla="*/ 84 h 210"/>
                <a:gd name="T90" fmla="*/ 28 w 296"/>
                <a:gd name="T91" fmla="*/ 81 h 210"/>
                <a:gd name="T92" fmla="*/ 26 w 296"/>
                <a:gd name="T93" fmla="*/ 77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96" h="210">
                  <a:moveTo>
                    <a:pt x="26" y="77"/>
                  </a:moveTo>
                  <a:cubicBezTo>
                    <a:pt x="18" y="83"/>
                    <a:pt x="11" y="88"/>
                    <a:pt x="3" y="94"/>
                  </a:cubicBezTo>
                  <a:cubicBezTo>
                    <a:pt x="2" y="93"/>
                    <a:pt x="1" y="92"/>
                    <a:pt x="0" y="91"/>
                  </a:cubicBezTo>
                  <a:cubicBezTo>
                    <a:pt x="1" y="87"/>
                    <a:pt x="2" y="83"/>
                    <a:pt x="4" y="81"/>
                  </a:cubicBezTo>
                  <a:cubicBezTo>
                    <a:pt x="24" y="57"/>
                    <a:pt x="43" y="33"/>
                    <a:pt x="64" y="10"/>
                  </a:cubicBezTo>
                  <a:cubicBezTo>
                    <a:pt x="74" y="0"/>
                    <a:pt x="83" y="1"/>
                    <a:pt x="94" y="11"/>
                  </a:cubicBezTo>
                  <a:cubicBezTo>
                    <a:pt x="101" y="16"/>
                    <a:pt x="102" y="23"/>
                    <a:pt x="95" y="28"/>
                  </a:cubicBezTo>
                  <a:cubicBezTo>
                    <a:pt x="89" y="33"/>
                    <a:pt x="83" y="39"/>
                    <a:pt x="76" y="41"/>
                  </a:cubicBezTo>
                  <a:cubicBezTo>
                    <a:pt x="57" y="48"/>
                    <a:pt x="45" y="59"/>
                    <a:pt x="45" y="81"/>
                  </a:cubicBezTo>
                  <a:cubicBezTo>
                    <a:pt x="46" y="86"/>
                    <a:pt x="43" y="91"/>
                    <a:pt x="43" y="97"/>
                  </a:cubicBezTo>
                  <a:cubicBezTo>
                    <a:pt x="43" y="101"/>
                    <a:pt x="46" y="105"/>
                    <a:pt x="48" y="109"/>
                  </a:cubicBezTo>
                  <a:cubicBezTo>
                    <a:pt x="50" y="106"/>
                    <a:pt x="53" y="103"/>
                    <a:pt x="54" y="99"/>
                  </a:cubicBezTo>
                  <a:cubicBezTo>
                    <a:pt x="57" y="89"/>
                    <a:pt x="57" y="78"/>
                    <a:pt x="60" y="68"/>
                  </a:cubicBezTo>
                  <a:cubicBezTo>
                    <a:pt x="61" y="65"/>
                    <a:pt x="69" y="61"/>
                    <a:pt x="73" y="61"/>
                  </a:cubicBezTo>
                  <a:cubicBezTo>
                    <a:pt x="86" y="64"/>
                    <a:pt x="94" y="58"/>
                    <a:pt x="104" y="50"/>
                  </a:cubicBezTo>
                  <a:cubicBezTo>
                    <a:pt x="122" y="36"/>
                    <a:pt x="141" y="21"/>
                    <a:pt x="161" y="8"/>
                  </a:cubicBezTo>
                  <a:cubicBezTo>
                    <a:pt x="171" y="1"/>
                    <a:pt x="182" y="4"/>
                    <a:pt x="191" y="12"/>
                  </a:cubicBezTo>
                  <a:cubicBezTo>
                    <a:pt x="200" y="21"/>
                    <a:pt x="201" y="31"/>
                    <a:pt x="197" y="41"/>
                  </a:cubicBezTo>
                  <a:cubicBezTo>
                    <a:pt x="195" y="48"/>
                    <a:pt x="195" y="55"/>
                    <a:pt x="192" y="61"/>
                  </a:cubicBezTo>
                  <a:cubicBezTo>
                    <a:pt x="190" y="66"/>
                    <a:pt x="185" y="73"/>
                    <a:pt x="182" y="73"/>
                  </a:cubicBezTo>
                  <a:cubicBezTo>
                    <a:pt x="166" y="72"/>
                    <a:pt x="164" y="82"/>
                    <a:pt x="165" y="94"/>
                  </a:cubicBezTo>
                  <a:cubicBezTo>
                    <a:pt x="167" y="109"/>
                    <a:pt x="177" y="118"/>
                    <a:pt x="190" y="118"/>
                  </a:cubicBezTo>
                  <a:cubicBezTo>
                    <a:pt x="192" y="118"/>
                    <a:pt x="194" y="118"/>
                    <a:pt x="196" y="117"/>
                  </a:cubicBezTo>
                  <a:cubicBezTo>
                    <a:pt x="218" y="110"/>
                    <a:pt x="241" y="102"/>
                    <a:pt x="256" y="83"/>
                  </a:cubicBezTo>
                  <a:cubicBezTo>
                    <a:pt x="262" y="76"/>
                    <a:pt x="262" y="65"/>
                    <a:pt x="266" y="56"/>
                  </a:cubicBezTo>
                  <a:cubicBezTo>
                    <a:pt x="268" y="49"/>
                    <a:pt x="272" y="44"/>
                    <a:pt x="275" y="37"/>
                  </a:cubicBezTo>
                  <a:cubicBezTo>
                    <a:pt x="280" y="42"/>
                    <a:pt x="287" y="47"/>
                    <a:pt x="289" y="53"/>
                  </a:cubicBezTo>
                  <a:cubicBezTo>
                    <a:pt x="296" y="70"/>
                    <a:pt x="293" y="86"/>
                    <a:pt x="281" y="100"/>
                  </a:cubicBezTo>
                  <a:cubicBezTo>
                    <a:pt x="259" y="125"/>
                    <a:pt x="231" y="141"/>
                    <a:pt x="198" y="143"/>
                  </a:cubicBezTo>
                  <a:cubicBezTo>
                    <a:pt x="174" y="145"/>
                    <a:pt x="156" y="132"/>
                    <a:pt x="143" y="113"/>
                  </a:cubicBezTo>
                  <a:cubicBezTo>
                    <a:pt x="130" y="95"/>
                    <a:pt x="131" y="74"/>
                    <a:pt x="144" y="55"/>
                  </a:cubicBezTo>
                  <a:cubicBezTo>
                    <a:pt x="147" y="50"/>
                    <a:pt x="150" y="43"/>
                    <a:pt x="155" y="39"/>
                  </a:cubicBezTo>
                  <a:cubicBezTo>
                    <a:pt x="159" y="36"/>
                    <a:pt x="166" y="35"/>
                    <a:pt x="172" y="34"/>
                  </a:cubicBezTo>
                  <a:cubicBezTo>
                    <a:pt x="176" y="33"/>
                    <a:pt x="179" y="35"/>
                    <a:pt x="183" y="36"/>
                  </a:cubicBezTo>
                  <a:cubicBezTo>
                    <a:pt x="183" y="33"/>
                    <a:pt x="184" y="30"/>
                    <a:pt x="183" y="29"/>
                  </a:cubicBezTo>
                  <a:cubicBezTo>
                    <a:pt x="180" y="26"/>
                    <a:pt x="175" y="22"/>
                    <a:pt x="173" y="22"/>
                  </a:cubicBezTo>
                  <a:cubicBezTo>
                    <a:pt x="164" y="25"/>
                    <a:pt x="156" y="28"/>
                    <a:pt x="149" y="34"/>
                  </a:cubicBezTo>
                  <a:cubicBezTo>
                    <a:pt x="134" y="46"/>
                    <a:pt x="120" y="61"/>
                    <a:pt x="105" y="74"/>
                  </a:cubicBezTo>
                  <a:cubicBezTo>
                    <a:pt x="79" y="96"/>
                    <a:pt x="68" y="123"/>
                    <a:pt x="70" y="156"/>
                  </a:cubicBezTo>
                  <a:cubicBezTo>
                    <a:pt x="71" y="167"/>
                    <a:pt x="70" y="178"/>
                    <a:pt x="68" y="189"/>
                  </a:cubicBezTo>
                  <a:cubicBezTo>
                    <a:pt x="66" y="196"/>
                    <a:pt x="59" y="203"/>
                    <a:pt x="54" y="210"/>
                  </a:cubicBezTo>
                  <a:cubicBezTo>
                    <a:pt x="47" y="204"/>
                    <a:pt x="36" y="201"/>
                    <a:pt x="34" y="194"/>
                  </a:cubicBezTo>
                  <a:cubicBezTo>
                    <a:pt x="30" y="185"/>
                    <a:pt x="32" y="174"/>
                    <a:pt x="46" y="170"/>
                  </a:cubicBezTo>
                  <a:cubicBezTo>
                    <a:pt x="56" y="167"/>
                    <a:pt x="57" y="162"/>
                    <a:pt x="50" y="154"/>
                  </a:cubicBezTo>
                  <a:cubicBezTo>
                    <a:pt x="31" y="135"/>
                    <a:pt x="12" y="115"/>
                    <a:pt x="28" y="84"/>
                  </a:cubicBezTo>
                  <a:cubicBezTo>
                    <a:pt x="29" y="84"/>
                    <a:pt x="28" y="82"/>
                    <a:pt x="28" y="81"/>
                  </a:cubicBezTo>
                  <a:cubicBezTo>
                    <a:pt x="28" y="81"/>
                    <a:pt x="27" y="80"/>
                    <a:pt x="26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44"/>
            <p:cNvSpPr>
              <a:spLocks noEditPoints="1"/>
            </p:cNvSpPr>
            <p:nvPr/>
          </p:nvSpPr>
          <p:spPr bwMode="auto">
            <a:xfrm>
              <a:off x="21994813" y="4781550"/>
              <a:ext cx="644525" cy="865188"/>
            </a:xfrm>
            <a:custGeom>
              <a:avLst/>
              <a:gdLst>
                <a:gd name="T0" fmla="*/ 175 w 204"/>
                <a:gd name="T1" fmla="*/ 81 h 274"/>
                <a:gd name="T2" fmla="*/ 150 w 204"/>
                <a:gd name="T3" fmla="*/ 103 h 274"/>
                <a:gd name="T4" fmla="*/ 69 w 204"/>
                <a:gd name="T5" fmla="*/ 223 h 274"/>
                <a:gd name="T6" fmla="*/ 77 w 204"/>
                <a:gd name="T7" fmla="*/ 252 h 274"/>
                <a:gd name="T8" fmla="*/ 86 w 204"/>
                <a:gd name="T9" fmla="*/ 271 h 274"/>
                <a:gd name="T10" fmla="*/ 63 w 204"/>
                <a:gd name="T11" fmla="*/ 266 h 274"/>
                <a:gd name="T12" fmla="*/ 36 w 204"/>
                <a:gd name="T13" fmla="*/ 224 h 274"/>
                <a:gd name="T14" fmla="*/ 36 w 204"/>
                <a:gd name="T15" fmla="*/ 214 h 274"/>
                <a:gd name="T16" fmla="*/ 31 w 204"/>
                <a:gd name="T17" fmla="*/ 183 h 274"/>
                <a:gd name="T18" fmla="*/ 2 w 204"/>
                <a:gd name="T19" fmla="*/ 136 h 274"/>
                <a:gd name="T20" fmla="*/ 1 w 204"/>
                <a:gd name="T21" fmla="*/ 122 h 274"/>
                <a:gd name="T22" fmla="*/ 9 w 204"/>
                <a:gd name="T23" fmla="*/ 83 h 274"/>
                <a:gd name="T24" fmla="*/ 17 w 204"/>
                <a:gd name="T25" fmla="*/ 76 h 274"/>
                <a:gd name="T26" fmla="*/ 30 w 204"/>
                <a:gd name="T27" fmla="*/ 63 h 274"/>
                <a:gd name="T28" fmla="*/ 31 w 204"/>
                <a:gd name="T29" fmla="*/ 52 h 274"/>
                <a:gd name="T30" fmla="*/ 39 w 204"/>
                <a:gd name="T31" fmla="*/ 42 h 274"/>
                <a:gd name="T32" fmla="*/ 47 w 204"/>
                <a:gd name="T33" fmla="*/ 51 h 274"/>
                <a:gd name="T34" fmla="*/ 64 w 204"/>
                <a:gd name="T35" fmla="*/ 69 h 274"/>
                <a:gd name="T36" fmla="*/ 72 w 204"/>
                <a:gd name="T37" fmla="*/ 42 h 274"/>
                <a:gd name="T38" fmla="*/ 81 w 204"/>
                <a:gd name="T39" fmla="*/ 5 h 274"/>
                <a:gd name="T40" fmla="*/ 123 w 204"/>
                <a:gd name="T41" fmla="*/ 27 h 274"/>
                <a:gd name="T42" fmla="*/ 134 w 204"/>
                <a:gd name="T43" fmla="*/ 65 h 274"/>
                <a:gd name="T44" fmla="*/ 140 w 204"/>
                <a:gd name="T45" fmla="*/ 78 h 274"/>
                <a:gd name="T46" fmla="*/ 151 w 204"/>
                <a:gd name="T47" fmla="*/ 71 h 274"/>
                <a:gd name="T48" fmla="*/ 166 w 204"/>
                <a:gd name="T49" fmla="*/ 55 h 274"/>
                <a:gd name="T50" fmla="*/ 192 w 204"/>
                <a:gd name="T51" fmla="*/ 49 h 274"/>
                <a:gd name="T52" fmla="*/ 203 w 204"/>
                <a:gd name="T53" fmla="*/ 70 h 274"/>
                <a:gd name="T54" fmla="*/ 175 w 204"/>
                <a:gd name="T55" fmla="*/ 81 h 274"/>
                <a:gd name="T56" fmla="*/ 100 w 204"/>
                <a:gd name="T57" fmla="*/ 59 h 274"/>
                <a:gd name="T58" fmla="*/ 108 w 204"/>
                <a:gd name="T59" fmla="*/ 57 h 274"/>
                <a:gd name="T60" fmla="*/ 116 w 204"/>
                <a:gd name="T61" fmla="*/ 45 h 274"/>
                <a:gd name="T62" fmla="*/ 98 w 204"/>
                <a:gd name="T63" fmla="*/ 29 h 274"/>
                <a:gd name="T64" fmla="*/ 87 w 204"/>
                <a:gd name="T65" fmla="*/ 37 h 274"/>
                <a:gd name="T66" fmla="*/ 94 w 204"/>
                <a:gd name="T67" fmla="*/ 82 h 274"/>
                <a:gd name="T68" fmla="*/ 104 w 204"/>
                <a:gd name="T69" fmla="*/ 102 h 274"/>
                <a:gd name="T70" fmla="*/ 113 w 204"/>
                <a:gd name="T71" fmla="*/ 112 h 274"/>
                <a:gd name="T72" fmla="*/ 121 w 204"/>
                <a:gd name="T73" fmla="*/ 107 h 274"/>
                <a:gd name="T74" fmla="*/ 118 w 204"/>
                <a:gd name="T75" fmla="*/ 95 h 274"/>
                <a:gd name="T76" fmla="*/ 100 w 204"/>
                <a:gd name="T77" fmla="*/ 59 h 274"/>
                <a:gd name="T78" fmla="*/ 56 w 204"/>
                <a:gd name="T79" fmla="*/ 185 h 274"/>
                <a:gd name="T80" fmla="*/ 61 w 204"/>
                <a:gd name="T81" fmla="*/ 184 h 274"/>
                <a:gd name="T82" fmla="*/ 61 w 204"/>
                <a:gd name="T83" fmla="*/ 175 h 274"/>
                <a:gd name="T84" fmla="*/ 35 w 204"/>
                <a:gd name="T85" fmla="*/ 135 h 274"/>
                <a:gd name="T86" fmla="*/ 24 w 204"/>
                <a:gd name="T87" fmla="*/ 139 h 274"/>
                <a:gd name="T88" fmla="*/ 29 w 204"/>
                <a:gd name="T89" fmla="*/ 156 h 274"/>
                <a:gd name="T90" fmla="*/ 56 w 204"/>
                <a:gd name="T91" fmla="*/ 185 h 274"/>
                <a:gd name="T92" fmla="*/ 59 w 204"/>
                <a:gd name="T93" fmla="*/ 100 h 274"/>
                <a:gd name="T94" fmla="*/ 61 w 204"/>
                <a:gd name="T95" fmla="*/ 140 h 274"/>
                <a:gd name="T96" fmla="*/ 67 w 204"/>
                <a:gd name="T97" fmla="*/ 141 h 274"/>
                <a:gd name="T98" fmla="*/ 71 w 204"/>
                <a:gd name="T99" fmla="*/ 133 h 274"/>
                <a:gd name="T100" fmla="*/ 59 w 204"/>
                <a:gd name="T101" fmla="*/ 100 h 274"/>
                <a:gd name="T102" fmla="*/ 77 w 204"/>
                <a:gd name="T103" fmla="*/ 117 h 274"/>
                <a:gd name="T104" fmla="*/ 91 w 204"/>
                <a:gd name="T105" fmla="*/ 131 h 274"/>
                <a:gd name="T106" fmla="*/ 96 w 204"/>
                <a:gd name="T107" fmla="*/ 122 h 274"/>
                <a:gd name="T108" fmla="*/ 85 w 204"/>
                <a:gd name="T109" fmla="*/ 107 h 274"/>
                <a:gd name="T110" fmla="*/ 77 w 204"/>
                <a:gd name="T111" fmla="*/ 117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4" h="274">
                  <a:moveTo>
                    <a:pt x="175" y="81"/>
                  </a:moveTo>
                  <a:cubicBezTo>
                    <a:pt x="167" y="88"/>
                    <a:pt x="156" y="94"/>
                    <a:pt x="150" y="103"/>
                  </a:cubicBezTo>
                  <a:cubicBezTo>
                    <a:pt x="122" y="142"/>
                    <a:pt x="96" y="183"/>
                    <a:pt x="69" y="223"/>
                  </a:cubicBezTo>
                  <a:cubicBezTo>
                    <a:pt x="62" y="235"/>
                    <a:pt x="69" y="244"/>
                    <a:pt x="77" y="252"/>
                  </a:cubicBezTo>
                  <a:cubicBezTo>
                    <a:pt x="83" y="257"/>
                    <a:pt x="96" y="261"/>
                    <a:pt x="86" y="271"/>
                  </a:cubicBezTo>
                  <a:cubicBezTo>
                    <a:pt x="83" y="274"/>
                    <a:pt x="68" y="271"/>
                    <a:pt x="63" y="266"/>
                  </a:cubicBezTo>
                  <a:cubicBezTo>
                    <a:pt x="53" y="254"/>
                    <a:pt x="45" y="239"/>
                    <a:pt x="36" y="224"/>
                  </a:cubicBezTo>
                  <a:cubicBezTo>
                    <a:pt x="35" y="222"/>
                    <a:pt x="35" y="216"/>
                    <a:pt x="36" y="214"/>
                  </a:cubicBezTo>
                  <a:cubicBezTo>
                    <a:pt x="48" y="201"/>
                    <a:pt x="37" y="193"/>
                    <a:pt x="31" y="183"/>
                  </a:cubicBezTo>
                  <a:cubicBezTo>
                    <a:pt x="21" y="168"/>
                    <a:pt x="11" y="152"/>
                    <a:pt x="2" y="136"/>
                  </a:cubicBezTo>
                  <a:cubicBezTo>
                    <a:pt x="0" y="132"/>
                    <a:pt x="1" y="126"/>
                    <a:pt x="1" y="122"/>
                  </a:cubicBezTo>
                  <a:cubicBezTo>
                    <a:pt x="3" y="109"/>
                    <a:pt x="6" y="96"/>
                    <a:pt x="9" y="83"/>
                  </a:cubicBezTo>
                  <a:cubicBezTo>
                    <a:pt x="9" y="80"/>
                    <a:pt x="14" y="76"/>
                    <a:pt x="17" y="76"/>
                  </a:cubicBezTo>
                  <a:cubicBezTo>
                    <a:pt x="28" y="77"/>
                    <a:pt x="30" y="71"/>
                    <a:pt x="30" y="63"/>
                  </a:cubicBezTo>
                  <a:cubicBezTo>
                    <a:pt x="30" y="59"/>
                    <a:pt x="29" y="55"/>
                    <a:pt x="31" y="52"/>
                  </a:cubicBezTo>
                  <a:cubicBezTo>
                    <a:pt x="33" y="49"/>
                    <a:pt x="36" y="46"/>
                    <a:pt x="39" y="42"/>
                  </a:cubicBezTo>
                  <a:cubicBezTo>
                    <a:pt x="42" y="45"/>
                    <a:pt x="46" y="48"/>
                    <a:pt x="47" y="51"/>
                  </a:cubicBezTo>
                  <a:cubicBezTo>
                    <a:pt x="51" y="59"/>
                    <a:pt x="50" y="73"/>
                    <a:pt x="64" y="69"/>
                  </a:cubicBezTo>
                  <a:cubicBezTo>
                    <a:pt x="77" y="65"/>
                    <a:pt x="74" y="52"/>
                    <a:pt x="72" y="42"/>
                  </a:cubicBezTo>
                  <a:cubicBezTo>
                    <a:pt x="69" y="28"/>
                    <a:pt x="64" y="14"/>
                    <a:pt x="81" y="5"/>
                  </a:cubicBezTo>
                  <a:cubicBezTo>
                    <a:pt x="92" y="0"/>
                    <a:pt x="117" y="12"/>
                    <a:pt x="123" y="27"/>
                  </a:cubicBezTo>
                  <a:cubicBezTo>
                    <a:pt x="129" y="39"/>
                    <a:pt x="130" y="52"/>
                    <a:pt x="134" y="65"/>
                  </a:cubicBezTo>
                  <a:cubicBezTo>
                    <a:pt x="135" y="70"/>
                    <a:pt x="138" y="74"/>
                    <a:pt x="140" y="78"/>
                  </a:cubicBezTo>
                  <a:cubicBezTo>
                    <a:pt x="144" y="76"/>
                    <a:pt x="148" y="74"/>
                    <a:pt x="151" y="71"/>
                  </a:cubicBezTo>
                  <a:cubicBezTo>
                    <a:pt x="156" y="66"/>
                    <a:pt x="161" y="60"/>
                    <a:pt x="166" y="55"/>
                  </a:cubicBezTo>
                  <a:cubicBezTo>
                    <a:pt x="173" y="47"/>
                    <a:pt x="182" y="39"/>
                    <a:pt x="192" y="49"/>
                  </a:cubicBezTo>
                  <a:cubicBezTo>
                    <a:pt x="198" y="54"/>
                    <a:pt x="204" y="64"/>
                    <a:pt x="203" y="70"/>
                  </a:cubicBezTo>
                  <a:cubicBezTo>
                    <a:pt x="201" y="81"/>
                    <a:pt x="190" y="86"/>
                    <a:pt x="175" y="81"/>
                  </a:cubicBezTo>
                  <a:close/>
                  <a:moveTo>
                    <a:pt x="100" y="59"/>
                  </a:moveTo>
                  <a:cubicBezTo>
                    <a:pt x="103" y="58"/>
                    <a:pt x="107" y="58"/>
                    <a:pt x="108" y="57"/>
                  </a:cubicBezTo>
                  <a:cubicBezTo>
                    <a:pt x="112" y="53"/>
                    <a:pt x="117" y="46"/>
                    <a:pt x="116" y="45"/>
                  </a:cubicBezTo>
                  <a:cubicBezTo>
                    <a:pt x="111" y="39"/>
                    <a:pt x="105" y="33"/>
                    <a:pt x="98" y="29"/>
                  </a:cubicBezTo>
                  <a:cubicBezTo>
                    <a:pt x="97" y="28"/>
                    <a:pt x="88" y="33"/>
                    <a:pt x="87" y="37"/>
                  </a:cubicBezTo>
                  <a:cubicBezTo>
                    <a:pt x="85" y="52"/>
                    <a:pt x="82" y="68"/>
                    <a:pt x="94" y="82"/>
                  </a:cubicBezTo>
                  <a:cubicBezTo>
                    <a:pt x="98" y="88"/>
                    <a:pt x="100" y="95"/>
                    <a:pt x="104" y="102"/>
                  </a:cubicBezTo>
                  <a:cubicBezTo>
                    <a:pt x="107" y="106"/>
                    <a:pt x="110" y="110"/>
                    <a:pt x="113" y="112"/>
                  </a:cubicBezTo>
                  <a:cubicBezTo>
                    <a:pt x="114" y="113"/>
                    <a:pt x="121" y="109"/>
                    <a:pt x="121" y="107"/>
                  </a:cubicBezTo>
                  <a:cubicBezTo>
                    <a:pt x="122" y="103"/>
                    <a:pt x="120" y="99"/>
                    <a:pt x="118" y="95"/>
                  </a:cubicBezTo>
                  <a:cubicBezTo>
                    <a:pt x="113" y="83"/>
                    <a:pt x="107" y="72"/>
                    <a:pt x="100" y="59"/>
                  </a:cubicBezTo>
                  <a:close/>
                  <a:moveTo>
                    <a:pt x="56" y="185"/>
                  </a:moveTo>
                  <a:cubicBezTo>
                    <a:pt x="57" y="185"/>
                    <a:pt x="59" y="184"/>
                    <a:pt x="61" y="184"/>
                  </a:cubicBezTo>
                  <a:cubicBezTo>
                    <a:pt x="61" y="181"/>
                    <a:pt x="62" y="177"/>
                    <a:pt x="61" y="175"/>
                  </a:cubicBezTo>
                  <a:cubicBezTo>
                    <a:pt x="53" y="161"/>
                    <a:pt x="45" y="147"/>
                    <a:pt x="35" y="135"/>
                  </a:cubicBezTo>
                  <a:cubicBezTo>
                    <a:pt x="31" y="129"/>
                    <a:pt x="24" y="131"/>
                    <a:pt x="24" y="139"/>
                  </a:cubicBezTo>
                  <a:cubicBezTo>
                    <a:pt x="24" y="145"/>
                    <a:pt x="26" y="151"/>
                    <a:pt x="29" y="156"/>
                  </a:cubicBezTo>
                  <a:cubicBezTo>
                    <a:pt x="37" y="166"/>
                    <a:pt x="47" y="175"/>
                    <a:pt x="56" y="185"/>
                  </a:cubicBezTo>
                  <a:close/>
                  <a:moveTo>
                    <a:pt x="59" y="100"/>
                  </a:moveTo>
                  <a:cubicBezTo>
                    <a:pt x="48" y="112"/>
                    <a:pt x="50" y="133"/>
                    <a:pt x="61" y="140"/>
                  </a:cubicBezTo>
                  <a:cubicBezTo>
                    <a:pt x="62" y="141"/>
                    <a:pt x="66" y="142"/>
                    <a:pt x="67" y="141"/>
                  </a:cubicBezTo>
                  <a:cubicBezTo>
                    <a:pt x="69" y="139"/>
                    <a:pt x="71" y="135"/>
                    <a:pt x="71" y="133"/>
                  </a:cubicBezTo>
                  <a:cubicBezTo>
                    <a:pt x="68" y="123"/>
                    <a:pt x="64" y="113"/>
                    <a:pt x="59" y="100"/>
                  </a:cubicBezTo>
                  <a:close/>
                  <a:moveTo>
                    <a:pt x="77" y="117"/>
                  </a:moveTo>
                  <a:cubicBezTo>
                    <a:pt x="82" y="122"/>
                    <a:pt x="87" y="127"/>
                    <a:pt x="91" y="131"/>
                  </a:cubicBezTo>
                  <a:cubicBezTo>
                    <a:pt x="93" y="128"/>
                    <a:pt x="97" y="124"/>
                    <a:pt x="96" y="122"/>
                  </a:cubicBezTo>
                  <a:cubicBezTo>
                    <a:pt x="94" y="117"/>
                    <a:pt x="89" y="112"/>
                    <a:pt x="85" y="107"/>
                  </a:cubicBezTo>
                  <a:cubicBezTo>
                    <a:pt x="83" y="110"/>
                    <a:pt x="81" y="112"/>
                    <a:pt x="77" y="1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45"/>
            <p:cNvSpPr/>
            <p:nvPr/>
          </p:nvSpPr>
          <p:spPr bwMode="auto">
            <a:xfrm>
              <a:off x="22690138" y="498475"/>
              <a:ext cx="820737" cy="619125"/>
            </a:xfrm>
            <a:custGeom>
              <a:avLst/>
              <a:gdLst>
                <a:gd name="T0" fmla="*/ 71 w 260"/>
                <a:gd name="T1" fmla="*/ 154 h 196"/>
                <a:gd name="T2" fmla="*/ 96 w 260"/>
                <a:gd name="T3" fmla="*/ 151 h 196"/>
                <a:gd name="T4" fmla="*/ 226 w 260"/>
                <a:gd name="T5" fmla="*/ 130 h 196"/>
                <a:gd name="T6" fmla="*/ 257 w 260"/>
                <a:gd name="T7" fmla="*/ 160 h 196"/>
                <a:gd name="T8" fmla="*/ 248 w 260"/>
                <a:gd name="T9" fmla="*/ 166 h 196"/>
                <a:gd name="T10" fmla="*/ 172 w 260"/>
                <a:gd name="T11" fmla="*/ 177 h 196"/>
                <a:gd name="T12" fmla="*/ 38 w 260"/>
                <a:gd name="T13" fmla="*/ 194 h 196"/>
                <a:gd name="T14" fmla="*/ 16 w 260"/>
                <a:gd name="T15" fmla="*/ 182 h 196"/>
                <a:gd name="T16" fmla="*/ 16 w 260"/>
                <a:gd name="T17" fmla="*/ 147 h 196"/>
                <a:gd name="T18" fmla="*/ 172 w 260"/>
                <a:gd name="T19" fmla="*/ 11 h 196"/>
                <a:gd name="T20" fmla="*/ 194 w 260"/>
                <a:gd name="T21" fmla="*/ 17 h 196"/>
                <a:gd name="T22" fmla="*/ 186 w 260"/>
                <a:gd name="T23" fmla="*/ 54 h 196"/>
                <a:gd name="T24" fmla="*/ 80 w 260"/>
                <a:gd name="T25" fmla="*/ 139 h 196"/>
                <a:gd name="T26" fmla="*/ 69 w 260"/>
                <a:gd name="T27" fmla="*/ 149 h 196"/>
                <a:gd name="T28" fmla="*/ 71 w 260"/>
                <a:gd name="T29" fmla="*/ 15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0" h="196">
                  <a:moveTo>
                    <a:pt x="71" y="154"/>
                  </a:moveTo>
                  <a:cubicBezTo>
                    <a:pt x="79" y="153"/>
                    <a:pt x="88" y="153"/>
                    <a:pt x="96" y="151"/>
                  </a:cubicBezTo>
                  <a:cubicBezTo>
                    <a:pt x="140" y="144"/>
                    <a:pt x="183" y="137"/>
                    <a:pt x="226" y="130"/>
                  </a:cubicBezTo>
                  <a:cubicBezTo>
                    <a:pt x="242" y="128"/>
                    <a:pt x="260" y="145"/>
                    <a:pt x="257" y="160"/>
                  </a:cubicBezTo>
                  <a:cubicBezTo>
                    <a:pt x="257" y="163"/>
                    <a:pt x="251" y="166"/>
                    <a:pt x="248" y="166"/>
                  </a:cubicBezTo>
                  <a:cubicBezTo>
                    <a:pt x="222" y="170"/>
                    <a:pt x="197" y="174"/>
                    <a:pt x="172" y="177"/>
                  </a:cubicBezTo>
                  <a:cubicBezTo>
                    <a:pt x="127" y="183"/>
                    <a:pt x="83" y="188"/>
                    <a:pt x="38" y="194"/>
                  </a:cubicBezTo>
                  <a:cubicBezTo>
                    <a:pt x="28" y="196"/>
                    <a:pt x="20" y="194"/>
                    <a:pt x="16" y="182"/>
                  </a:cubicBezTo>
                  <a:cubicBezTo>
                    <a:pt x="13" y="171"/>
                    <a:pt x="0" y="160"/>
                    <a:pt x="16" y="147"/>
                  </a:cubicBezTo>
                  <a:cubicBezTo>
                    <a:pt x="68" y="102"/>
                    <a:pt x="120" y="57"/>
                    <a:pt x="172" y="11"/>
                  </a:cubicBezTo>
                  <a:cubicBezTo>
                    <a:pt x="186" y="0"/>
                    <a:pt x="186" y="0"/>
                    <a:pt x="194" y="17"/>
                  </a:cubicBezTo>
                  <a:cubicBezTo>
                    <a:pt x="204" y="39"/>
                    <a:pt x="204" y="39"/>
                    <a:pt x="186" y="54"/>
                  </a:cubicBezTo>
                  <a:cubicBezTo>
                    <a:pt x="151" y="82"/>
                    <a:pt x="115" y="111"/>
                    <a:pt x="80" y="139"/>
                  </a:cubicBezTo>
                  <a:cubicBezTo>
                    <a:pt x="76" y="142"/>
                    <a:pt x="73" y="146"/>
                    <a:pt x="69" y="149"/>
                  </a:cubicBezTo>
                  <a:cubicBezTo>
                    <a:pt x="70" y="151"/>
                    <a:pt x="70" y="152"/>
                    <a:pt x="71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46"/>
            <p:cNvSpPr/>
            <p:nvPr/>
          </p:nvSpPr>
          <p:spPr bwMode="auto">
            <a:xfrm>
              <a:off x="22875875" y="1225550"/>
              <a:ext cx="795337" cy="571500"/>
            </a:xfrm>
            <a:custGeom>
              <a:avLst/>
              <a:gdLst>
                <a:gd name="T0" fmla="*/ 251 w 252"/>
                <a:gd name="T1" fmla="*/ 107 h 181"/>
                <a:gd name="T2" fmla="*/ 233 w 252"/>
                <a:gd name="T3" fmla="*/ 120 h 181"/>
                <a:gd name="T4" fmla="*/ 219 w 252"/>
                <a:gd name="T5" fmla="*/ 111 h 181"/>
                <a:gd name="T6" fmla="*/ 206 w 252"/>
                <a:gd name="T7" fmla="*/ 62 h 181"/>
                <a:gd name="T8" fmla="*/ 188 w 252"/>
                <a:gd name="T9" fmla="*/ 50 h 181"/>
                <a:gd name="T10" fmla="*/ 158 w 252"/>
                <a:gd name="T11" fmla="*/ 58 h 181"/>
                <a:gd name="T12" fmla="*/ 145 w 252"/>
                <a:gd name="T13" fmla="*/ 81 h 181"/>
                <a:gd name="T14" fmla="*/ 157 w 252"/>
                <a:gd name="T15" fmla="*/ 123 h 181"/>
                <a:gd name="T16" fmla="*/ 145 w 252"/>
                <a:gd name="T17" fmla="*/ 140 h 181"/>
                <a:gd name="T18" fmla="*/ 126 w 252"/>
                <a:gd name="T19" fmla="*/ 131 h 181"/>
                <a:gd name="T20" fmla="*/ 113 w 252"/>
                <a:gd name="T21" fmla="*/ 85 h 181"/>
                <a:gd name="T22" fmla="*/ 97 w 252"/>
                <a:gd name="T23" fmla="*/ 75 h 181"/>
                <a:gd name="T24" fmla="*/ 55 w 252"/>
                <a:gd name="T25" fmla="*/ 87 h 181"/>
                <a:gd name="T26" fmla="*/ 45 w 252"/>
                <a:gd name="T27" fmla="*/ 104 h 181"/>
                <a:gd name="T28" fmla="*/ 60 w 252"/>
                <a:gd name="T29" fmla="*/ 156 h 181"/>
                <a:gd name="T30" fmla="*/ 52 w 252"/>
                <a:gd name="T31" fmla="*/ 173 h 181"/>
                <a:gd name="T32" fmla="*/ 30 w 252"/>
                <a:gd name="T33" fmla="*/ 166 h 181"/>
                <a:gd name="T34" fmla="*/ 3 w 252"/>
                <a:gd name="T35" fmla="*/ 68 h 181"/>
                <a:gd name="T36" fmla="*/ 16 w 252"/>
                <a:gd name="T37" fmla="*/ 56 h 181"/>
                <a:gd name="T38" fmla="*/ 137 w 252"/>
                <a:gd name="T39" fmla="*/ 23 h 181"/>
                <a:gd name="T40" fmla="*/ 207 w 252"/>
                <a:gd name="T41" fmla="*/ 3 h 181"/>
                <a:gd name="T42" fmla="*/ 226 w 252"/>
                <a:gd name="T43" fmla="*/ 14 h 181"/>
                <a:gd name="T44" fmla="*/ 249 w 252"/>
                <a:gd name="T45" fmla="*/ 95 h 181"/>
                <a:gd name="T46" fmla="*/ 251 w 252"/>
                <a:gd name="T47" fmla="*/ 10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2" h="181">
                  <a:moveTo>
                    <a:pt x="251" y="107"/>
                  </a:moveTo>
                  <a:cubicBezTo>
                    <a:pt x="252" y="120"/>
                    <a:pt x="241" y="118"/>
                    <a:pt x="233" y="120"/>
                  </a:cubicBezTo>
                  <a:cubicBezTo>
                    <a:pt x="226" y="122"/>
                    <a:pt x="221" y="119"/>
                    <a:pt x="219" y="111"/>
                  </a:cubicBezTo>
                  <a:cubicBezTo>
                    <a:pt x="216" y="94"/>
                    <a:pt x="211" y="78"/>
                    <a:pt x="206" y="62"/>
                  </a:cubicBezTo>
                  <a:cubicBezTo>
                    <a:pt x="204" y="51"/>
                    <a:pt x="199" y="47"/>
                    <a:pt x="188" y="50"/>
                  </a:cubicBezTo>
                  <a:cubicBezTo>
                    <a:pt x="178" y="54"/>
                    <a:pt x="168" y="57"/>
                    <a:pt x="158" y="58"/>
                  </a:cubicBezTo>
                  <a:cubicBezTo>
                    <a:pt x="143" y="61"/>
                    <a:pt x="142" y="69"/>
                    <a:pt x="145" y="81"/>
                  </a:cubicBezTo>
                  <a:cubicBezTo>
                    <a:pt x="149" y="95"/>
                    <a:pt x="153" y="109"/>
                    <a:pt x="157" y="123"/>
                  </a:cubicBezTo>
                  <a:cubicBezTo>
                    <a:pt x="160" y="134"/>
                    <a:pt x="155" y="138"/>
                    <a:pt x="145" y="140"/>
                  </a:cubicBezTo>
                  <a:cubicBezTo>
                    <a:pt x="136" y="143"/>
                    <a:pt x="129" y="143"/>
                    <a:pt x="126" y="131"/>
                  </a:cubicBezTo>
                  <a:cubicBezTo>
                    <a:pt x="122" y="115"/>
                    <a:pt x="117" y="100"/>
                    <a:pt x="113" y="85"/>
                  </a:cubicBezTo>
                  <a:cubicBezTo>
                    <a:pt x="111" y="76"/>
                    <a:pt x="106" y="73"/>
                    <a:pt x="97" y="75"/>
                  </a:cubicBezTo>
                  <a:cubicBezTo>
                    <a:pt x="83" y="80"/>
                    <a:pt x="69" y="83"/>
                    <a:pt x="55" y="87"/>
                  </a:cubicBezTo>
                  <a:cubicBezTo>
                    <a:pt x="45" y="89"/>
                    <a:pt x="43" y="95"/>
                    <a:pt x="45" y="104"/>
                  </a:cubicBezTo>
                  <a:cubicBezTo>
                    <a:pt x="50" y="122"/>
                    <a:pt x="55" y="139"/>
                    <a:pt x="60" y="156"/>
                  </a:cubicBezTo>
                  <a:cubicBezTo>
                    <a:pt x="63" y="164"/>
                    <a:pt x="63" y="171"/>
                    <a:pt x="52" y="173"/>
                  </a:cubicBezTo>
                  <a:cubicBezTo>
                    <a:pt x="43" y="175"/>
                    <a:pt x="34" y="181"/>
                    <a:pt x="30" y="166"/>
                  </a:cubicBezTo>
                  <a:cubicBezTo>
                    <a:pt x="21" y="134"/>
                    <a:pt x="11" y="101"/>
                    <a:pt x="3" y="68"/>
                  </a:cubicBezTo>
                  <a:cubicBezTo>
                    <a:pt x="0" y="57"/>
                    <a:pt x="10" y="57"/>
                    <a:pt x="16" y="56"/>
                  </a:cubicBezTo>
                  <a:cubicBezTo>
                    <a:pt x="56" y="44"/>
                    <a:pt x="96" y="34"/>
                    <a:pt x="137" y="23"/>
                  </a:cubicBezTo>
                  <a:cubicBezTo>
                    <a:pt x="160" y="16"/>
                    <a:pt x="184" y="10"/>
                    <a:pt x="207" y="3"/>
                  </a:cubicBezTo>
                  <a:cubicBezTo>
                    <a:pt x="218" y="0"/>
                    <a:pt x="224" y="2"/>
                    <a:pt x="226" y="14"/>
                  </a:cubicBezTo>
                  <a:cubicBezTo>
                    <a:pt x="233" y="41"/>
                    <a:pt x="241" y="68"/>
                    <a:pt x="249" y="95"/>
                  </a:cubicBezTo>
                  <a:cubicBezTo>
                    <a:pt x="250" y="99"/>
                    <a:pt x="251" y="103"/>
                    <a:pt x="251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47"/>
            <p:cNvSpPr/>
            <p:nvPr/>
          </p:nvSpPr>
          <p:spPr bwMode="auto">
            <a:xfrm>
              <a:off x="15305088" y="3802063"/>
              <a:ext cx="814387" cy="654050"/>
            </a:xfrm>
            <a:custGeom>
              <a:avLst/>
              <a:gdLst>
                <a:gd name="T0" fmla="*/ 119 w 258"/>
                <a:gd name="T1" fmla="*/ 134 h 207"/>
                <a:gd name="T2" fmla="*/ 96 w 258"/>
                <a:gd name="T3" fmla="*/ 79 h 207"/>
                <a:gd name="T4" fmla="*/ 103 w 258"/>
                <a:gd name="T5" fmla="*/ 59 h 207"/>
                <a:gd name="T6" fmla="*/ 125 w 258"/>
                <a:gd name="T7" fmla="*/ 66 h 207"/>
                <a:gd name="T8" fmla="*/ 144 w 258"/>
                <a:gd name="T9" fmla="*/ 109 h 207"/>
                <a:gd name="T10" fmla="*/ 161 w 258"/>
                <a:gd name="T11" fmla="*/ 116 h 207"/>
                <a:gd name="T12" fmla="*/ 203 w 258"/>
                <a:gd name="T13" fmla="*/ 98 h 207"/>
                <a:gd name="T14" fmla="*/ 209 w 258"/>
                <a:gd name="T15" fmla="*/ 82 h 207"/>
                <a:gd name="T16" fmla="*/ 185 w 258"/>
                <a:gd name="T17" fmla="*/ 29 h 207"/>
                <a:gd name="T18" fmla="*/ 193 w 258"/>
                <a:gd name="T19" fmla="*/ 12 h 207"/>
                <a:gd name="T20" fmla="*/ 214 w 258"/>
                <a:gd name="T21" fmla="*/ 15 h 207"/>
                <a:gd name="T22" fmla="*/ 254 w 258"/>
                <a:gd name="T23" fmla="*/ 105 h 207"/>
                <a:gd name="T24" fmla="*/ 247 w 258"/>
                <a:gd name="T25" fmla="*/ 123 h 207"/>
                <a:gd name="T26" fmla="*/ 60 w 258"/>
                <a:gd name="T27" fmla="*/ 204 h 207"/>
                <a:gd name="T28" fmla="*/ 43 w 258"/>
                <a:gd name="T29" fmla="*/ 197 h 207"/>
                <a:gd name="T30" fmla="*/ 5 w 258"/>
                <a:gd name="T31" fmla="*/ 110 h 207"/>
                <a:gd name="T32" fmla="*/ 13 w 258"/>
                <a:gd name="T33" fmla="*/ 94 h 207"/>
                <a:gd name="T34" fmla="*/ 33 w 258"/>
                <a:gd name="T35" fmla="*/ 96 h 207"/>
                <a:gd name="T36" fmla="*/ 55 w 258"/>
                <a:gd name="T37" fmla="*/ 146 h 207"/>
                <a:gd name="T38" fmla="*/ 70 w 258"/>
                <a:gd name="T39" fmla="*/ 155 h 207"/>
                <a:gd name="T40" fmla="*/ 119 w 258"/>
                <a:gd name="T41" fmla="*/ 13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8" h="207">
                  <a:moveTo>
                    <a:pt x="119" y="134"/>
                  </a:moveTo>
                  <a:cubicBezTo>
                    <a:pt x="111" y="114"/>
                    <a:pt x="103" y="97"/>
                    <a:pt x="96" y="79"/>
                  </a:cubicBezTo>
                  <a:cubicBezTo>
                    <a:pt x="92" y="70"/>
                    <a:pt x="91" y="63"/>
                    <a:pt x="103" y="59"/>
                  </a:cubicBezTo>
                  <a:cubicBezTo>
                    <a:pt x="112" y="56"/>
                    <a:pt x="120" y="53"/>
                    <a:pt x="125" y="66"/>
                  </a:cubicBezTo>
                  <a:cubicBezTo>
                    <a:pt x="130" y="81"/>
                    <a:pt x="138" y="94"/>
                    <a:pt x="144" y="109"/>
                  </a:cubicBezTo>
                  <a:cubicBezTo>
                    <a:pt x="147" y="118"/>
                    <a:pt x="152" y="120"/>
                    <a:pt x="161" y="116"/>
                  </a:cubicBezTo>
                  <a:cubicBezTo>
                    <a:pt x="175" y="110"/>
                    <a:pt x="189" y="104"/>
                    <a:pt x="203" y="98"/>
                  </a:cubicBezTo>
                  <a:cubicBezTo>
                    <a:pt x="211" y="95"/>
                    <a:pt x="212" y="90"/>
                    <a:pt x="209" y="82"/>
                  </a:cubicBezTo>
                  <a:cubicBezTo>
                    <a:pt x="201" y="65"/>
                    <a:pt x="194" y="47"/>
                    <a:pt x="185" y="29"/>
                  </a:cubicBezTo>
                  <a:cubicBezTo>
                    <a:pt x="181" y="20"/>
                    <a:pt x="184" y="15"/>
                    <a:pt x="193" y="12"/>
                  </a:cubicBezTo>
                  <a:cubicBezTo>
                    <a:pt x="200" y="10"/>
                    <a:pt x="208" y="0"/>
                    <a:pt x="214" y="15"/>
                  </a:cubicBezTo>
                  <a:cubicBezTo>
                    <a:pt x="227" y="45"/>
                    <a:pt x="241" y="75"/>
                    <a:pt x="254" y="105"/>
                  </a:cubicBezTo>
                  <a:cubicBezTo>
                    <a:pt x="258" y="114"/>
                    <a:pt x="256" y="119"/>
                    <a:pt x="247" y="123"/>
                  </a:cubicBezTo>
                  <a:cubicBezTo>
                    <a:pt x="185" y="149"/>
                    <a:pt x="123" y="176"/>
                    <a:pt x="60" y="204"/>
                  </a:cubicBezTo>
                  <a:cubicBezTo>
                    <a:pt x="52" y="207"/>
                    <a:pt x="47" y="207"/>
                    <a:pt x="43" y="197"/>
                  </a:cubicBezTo>
                  <a:cubicBezTo>
                    <a:pt x="30" y="168"/>
                    <a:pt x="18" y="139"/>
                    <a:pt x="5" y="110"/>
                  </a:cubicBezTo>
                  <a:cubicBezTo>
                    <a:pt x="0" y="100"/>
                    <a:pt x="6" y="97"/>
                    <a:pt x="13" y="94"/>
                  </a:cubicBezTo>
                  <a:cubicBezTo>
                    <a:pt x="20" y="91"/>
                    <a:pt x="28" y="85"/>
                    <a:pt x="33" y="96"/>
                  </a:cubicBezTo>
                  <a:cubicBezTo>
                    <a:pt x="40" y="113"/>
                    <a:pt x="48" y="129"/>
                    <a:pt x="55" y="146"/>
                  </a:cubicBezTo>
                  <a:cubicBezTo>
                    <a:pt x="58" y="153"/>
                    <a:pt x="62" y="159"/>
                    <a:pt x="70" y="155"/>
                  </a:cubicBezTo>
                  <a:cubicBezTo>
                    <a:pt x="86" y="149"/>
                    <a:pt x="102" y="141"/>
                    <a:pt x="119" y="1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48"/>
            <p:cNvSpPr/>
            <p:nvPr/>
          </p:nvSpPr>
          <p:spPr bwMode="auto">
            <a:xfrm>
              <a:off x="21043900" y="5637213"/>
              <a:ext cx="506412" cy="1017588"/>
            </a:xfrm>
            <a:custGeom>
              <a:avLst/>
              <a:gdLst>
                <a:gd name="T0" fmla="*/ 47 w 160"/>
                <a:gd name="T1" fmla="*/ 202 h 322"/>
                <a:gd name="T2" fmla="*/ 29 w 160"/>
                <a:gd name="T3" fmla="*/ 207 h 322"/>
                <a:gd name="T4" fmla="*/ 5 w 160"/>
                <a:gd name="T5" fmla="*/ 201 h 322"/>
                <a:gd name="T6" fmla="*/ 3 w 160"/>
                <a:gd name="T7" fmla="*/ 178 h 322"/>
                <a:gd name="T8" fmla="*/ 29 w 160"/>
                <a:gd name="T9" fmla="*/ 146 h 322"/>
                <a:gd name="T10" fmla="*/ 68 w 160"/>
                <a:gd name="T11" fmla="*/ 80 h 322"/>
                <a:gd name="T12" fmla="*/ 101 w 160"/>
                <a:gd name="T13" fmla="*/ 11 h 322"/>
                <a:gd name="T14" fmla="*/ 124 w 160"/>
                <a:gd name="T15" fmla="*/ 3 h 322"/>
                <a:gd name="T16" fmla="*/ 133 w 160"/>
                <a:gd name="T17" fmla="*/ 31 h 322"/>
                <a:gd name="T18" fmla="*/ 116 w 160"/>
                <a:gd name="T19" fmla="*/ 60 h 322"/>
                <a:gd name="T20" fmla="*/ 107 w 160"/>
                <a:gd name="T21" fmla="*/ 74 h 322"/>
                <a:gd name="T22" fmla="*/ 111 w 160"/>
                <a:gd name="T23" fmla="*/ 87 h 322"/>
                <a:gd name="T24" fmla="*/ 121 w 160"/>
                <a:gd name="T25" fmla="*/ 81 h 322"/>
                <a:gd name="T26" fmla="*/ 152 w 160"/>
                <a:gd name="T27" fmla="*/ 69 h 322"/>
                <a:gd name="T28" fmla="*/ 144 w 160"/>
                <a:gd name="T29" fmla="*/ 103 h 322"/>
                <a:gd name="T30" fmla="*/ 143 w 160"/>
                <a:gd name="T31" fmla="*/ 104 h 322"/>
                <a:gd name="T32" fmla="*/ 79 w 160"/>
                <a:gd name="T33" fmla="*/ 217 h 322"/>
                <a:gd name="T34" fmla="*/ 43 w 160"/>
                <a:gd name="T35" fmla="*/ 302 h 322"/>
                <a:gd name="T36" fmla="*/ 41 w 160"/>
                <a:gd name="T37" fmla="*/ 304 h 322"/>
                <a:gd name="T38" fmla="*/ 15 w 160"/>
                <a:gd name="T39" fmla="*/ 313 h 322"/>
                <a:gd name="T40" fmla="*/ 20 w 160"/>
                <a:gd name="T41" fmla="*/ 289 h 322"/>
                <a:gd name="T42" fmla="*/ 49 w 160"/>
                <a:gd name="T43" fmla="*/ 214 h 322"/>
                <a:gd name="T44" fmla="*/ 49 w 160"/>
                <a:gd name="T45" fmla="*/ 208 h 322"/>
                <a:gd name="T46" fmla="*/ 47 w 160"/>
                <a:gd name="T47" fmla="*/ 20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0" h="322">
                  <a:moveTo>
                    <a:pt x="47" y="202"/>
                  </a:moveTo>
                  <a:cubicBezTo>
                    <a:pt x="41" y="204"/>
                    <a:pt x="35" y="207"/>
                    <a:pt x="29" y="207"/>
                  </a:cubicBezTo>
                  <a:cubicBezTo>
                    <a:pt x="20" y="207"/>
                    <a:pt x="10" y="206"/>
                    <a:pt x="5" y="201"/>
                  </a:cubicBezTo>
                  <a:cubicBezTo>
                    <a:pt x="1" y="196"/>
                    <a:pt x="0" y="184"/>
                    <a:pt x="3" y="178"/>
                  </a:cubicBezTo>
                  <a:cubicBezTo>
                    <a:pt x="10" y="166"/>
                    <a:pt x="18" y="152"/>
                    <a:pt x="29" y="146"/>
                  </a:cubicBezTo>
                  <a:cubicBezTo>
                    <a:pt x="56" y="131"/>
                    <a:pt x="62" y="105"/>
                    <a:pt x="68" y="80"/>
                  </a:cubicBezTo>
                  <a:cubicBezTo>
                    <a:pt x="74" y="54"/>
                    <a:pt x="80" y="29"/>
                    <a:pt x="101" y="11"/>
                  </a:cubicBezTo>
                  <a:cubicBezTo>
                    <a:pt x="107" y="6"/>
                    <a:pt x="119" y="0"/>
                    <a:pt x="124" y="3"/>
                  </a:cubicBezTo>
                  <a:cubicBezTo>
                    <a:pt x="133" y="7"/>
                    <a:pt x="138" y="19"/>
                    <a:pt x="133" y="31"/>
                  </a:cubicBezTo>
                  <a:cubicBezTo>
                    <a:pt x="129" y="41"/>
                    <a:pt x="122" y="50"/>
                    <a:pt x="116" y="60"/>
                  </a:cubicBezTo>
                  <a:cubicBezTo>
                    <a:pt x="113" y="65"/>
                    <a:pt x="109" y="69"/>
                    <a:pt x="107" y="74"/>
                  </a:cubicBezTo>
                  <a:cubicBezTo>
                    <a:pt x="106" y="78"/>
                    <a:pt x="109" y="83"/>
                    <a:pt x="111" y="87"/>
                  </a:cubicBezTo>
                  <a:cubicBezTo>
                    <a:pt x="114" y="85"/>
                    <a:pt x="118" y="84"/>
                    <a:pt x="121" y="81"/>
                  </a:cubicBezTo>
                  <a:cubicBezTo>
                    <a:pt x="133" y="66"/>
                    <a:pt x="144" y="62"/>
                    <a:pt x="152" y="69"/>
                  </a:cubicBezTo>
                  <a:cubicBezTo>
                    <a:pt x="160" y="76"/>
                    <a:pt x="156" y="92"/>
                    <a:pt x="144" y="103"/>
                  </a:cubicBezTo>
                  <a:cubicBezTo>
                    <a:pt x="144" y="104"/>
                    <a:pt x="144" y="104"/>
                    <a:pt x="143" y="104"/>
                  </a:cubicBezTo>
                  <a:cubicBezTo>
                    <a:pt x="98" y="128"/>
                    <a:pt x="91" y="173"/>
                    <a:pt x="79" y="217"/>
                  </a:cubicBezTo>
                  <a:cubicBezTo>
                    <a:pt x="71" y="246"/>
                    <a:pt x="55" y="273"/>
                    <a:pt x="43" y="302"/>
                  </a:cubicBezTo>
                  <a:cubicBezTo>
                    <a:pt x="43" y="302"/>
                    <a:pt x="42" y="303"/>
                    <a:pt x="41" y="304"/>
                  </a:cubicBezTo>
                  <a:cubicBezTo>
                    <a:pt x="34" y="312"/>
                    <a:pt x="26" y="322"/>
                    <a:pt x="15" y="313"/>
                  </a:cubicBezTo>
                  <a:cubicBezTo>
                    <a:pt x="5" y="305"/>
                    <a:pt x="14" y="296"/>
                    <a:pt x="20" y="289"/>
                  </a:cubicBezTo>
                  <a:cubicBezTo>
                    <a:pt x="38" y="267"/>
                    <a:pt x="43" y="241"/>
                    <a:pt x="49" y="214"/>
                  </a:cubicBezTo>
                  <a:cubicBezTo>
                    <a:pt x="49" y="212"/>
                    <a:pt x="49" y="210"/>
                    <a:pt x="49" y="208"/>
                  </a:cubicBezTo>
                  <a:cubicBezTo>
                    <a:pt x="49" y="207"/>
                    <a:pt x="48" y="206"/>
                    <a:pt x="47" y="2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49"/>
            <p:cNvSpPr/>
            <p:nvPr/>
          </p:nvSpPr>
          <p:spPr bwMode="auto">
            <a:xfrm>
              <a:off x="23039388" y="2473325"/>
              <a:ext cx="755650" cy="447675"/>
            </a:xfrm>
            <a:custGeom>
              <a:avLst/>
              <a:gdLst>
                <a:gd name="T0" fmla="*/ 42 w 239"/>
                <a:gd name="T1" fmla="*/ 10 h 142"/>
                <a:gd name="T2" fmla="*/ 35 w 239"/>
                <a:gd name="T3" fmla="*/ 65 h 142"/>
                <a:gd name="T4" fmla="*/ 56 w 239"/>
                <a:gd name="T5" fmla="*/ 92 h 142"/>
                <a:gd name="T6" fmla="*/ 88 w 239"/>
                <a:gd name="T7" fmla="*/ 84 h 142"/>
                <a:gd name="T8" fmla="*/ 115 w 239"/>
                <a:gd name="T9" fmla="*/ 44 h 142"/>
                <a:gd name="T10" fmla="*/ 175 w 239"/>
                <a:gd name="T11" fmla="*/ 8 h 142"/>
                <a:gd name="T12" fmla="*/ 230 w 239"/>
                <a:gd name="T13" fmla="*/ 47 h 142"/>
                <a:gd name="T14" fmla="*/ 230 w 239"/>
                <a:gd name="T15" fmla="*/ 120 h 142"/>
                <a:gd name="T16" fmla="*/ 203 w 239"/>
                <a:gd name="T17" fmla="*/ 126 h 142"/>
                <a:gd name="T18" fmla="*/ 200 w 239"/>
                <a:gd name="T19" fmla="*/ 110 h 142"/>
                <a:gd name="T20" fmla="*/ 204 w 239"/>
                <a:gd name="T21" fmla="*/ 81 h 142"/>
                <a:gd name="T22" fmla="*/ 185 w 239"/>
                <a:gd name="T23" fmla="*/ 52 h 142"/>
                <a:gd name="T24" fmla="*/ 151 w 239"/>
                <a:gd name="T25" fmla="*/ 64 h 142"/>
                <a:gd name="T26" fmla="*/ 130 w 239"/>
                <a:gd name="T27" fmla="*/ 98 h 142"/>
                <a:gd name="T28" fmla="*/ 44 w 239"/>
                <a:gd name="T29" fmla="*/ 132 h 142"/>
                <a:gd name="T30" fmla="*/ 0 w 239"/>
                <a:gd name="T31" fmla="*/ 63 h 142"/>
                <a:gd name="T32" fmla="*/ 4 w 239"/>
                <a:gd name="T33" fmla="*/ 30 h 142"/>
                <a:gd name="T34" fmla="*/ 42 w 239"/>
                <a:gd name="T35" fmla="*/ 1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9" h="142">
                  <a:moveTo>
                    <a:pt x="42" y="10"/>
                  </a:moveTo>
                  <a:cubicBezTo>
                    <a:pt x="39" y="29"/>
                    <a:pt x="36" y="47"/>
                    <a:pt x="35" y="65"/>
                  </a:cubicBezTo>
                  <a:cubicBezTo>
                    <a:pt x="34" y="80"/>
                    <a:pt x="44" y="87"/>
                    <a:pt x="56" y="92"/>
                  </a:cubicBezTo>
                  <a:cubicBezTo>
                    <a:pt x="69" y="97"/>
                    <a:pt x="80" y="94"/>
                    <a:pt x="88" y="84"/>
                  </a:cubicBezTo>
                  <a:cubicBezTo>
                    <a:pt x="98" y="72"/>
                    <a:pt x="107" y="58"/>
                    <a:pt x="115" y="44"/>
                  </a:cubicBezTo>
                  <a:cubicBezTo>
                    <a:pt x="129" y="22"/>
                    <a:pt x="147" y="7"/>
                    <a:pt x="175" y="8"/>
                  </a:cubicBezTo>
                  <a:cubicBezTo>
                    <a:pt x="201" y="9"/>
                    <a:pt x="222" y="22"/>
                    <a:pt x="230" y="47"/>
                  </a:cubicBezTo>
                  <a:cubicBezTo>
                    <a:pt x="239" y="71"/>
                    <a:pt x="238" y="96"/>
                    <a:pt x="230" y="120"/>
                  </a:cubicBezTo>
                  <a:cubicBezTo>
                    <a:pt x="224" y="134"/>
                    <a:pt x="212" y="128"/>
                    <a:pt x="203" y="126"/>
                  </a:cubicBezTo>
                  <a:cubicBezTo>
                    <a:pt x="201" y="126"/>
                    <a:pt x="199" y="116"/>
                    <a:pt x="200" y="110"/>
                  </a:cubicBezTo>
                  <a:cubicBezTo>
                    <a:pt x="200" y="101"/>
                    <a:pt x="204" y="91"/>
                    <a:pt x="204" y="81"/>
                  </a:cubicBezTo>
                  <a:cubicBezTo>
                    <a:pt x="205" y="67"/>
                    <a:pt x="199" y="56"/>
                    <a:pt x="185" y="52"/>
                  </a:cubicBezTo>
                  <a:cubicBezTo>
                    <a:pt x="172" y="48"/>
                    <a:pt x="159" y="51"/>
                    <a:pt x="151" y="64"/>
                  </a:cubicBezTo>
                  <a:cubicBezTo>
                    <a:pt x="144" y="75"/>
                    <a:pt x="136" y="87"/>
                    <a:pt x="130" y="98"/>
                  </a:cubicBezTo>
                  <a:cubicBezTo>
                    <a:pt x="111" y="131"/>
                    <a:pt x="82" y="142"/>
                    <a:pt x="44" y="132"/>
                  </a:cubicBezTo>
                  <a:cubicBezTo>
                    <a:pt x="19" y="125"/>
                    <a:pt x="0" y="94"/>
                    <a:pt x="0" y="63"/>
                  </a:cubicBezTo>
                  <a:cubicBezTo>
                    <a:pt x="0" y="52"/>
                    <a:pt x="2" y="41"/>
                    <a:pt x="4" y="30"/>
                  </a:cubicBezTo>
                  <a:cubicBezTo>
                    <a:pt x="9" y="4"/>
                    <a:pt x="17" y="0"/>
                    <a:pt x="42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50"/>
            <p:cNvSpPr/>
            <p:nvPr/>
          </p:nvSpPr>
          <p:spPr bwMode="auto">
            <a:xfrm>
              <a:off x="15024100" y="2678113"/>
              <a:ext cx="754062" cy="501650"/>
            </a:xfrm>
            <a:custGeom>
              <a:avLst/>
              <a:gdLst>
                <a:gd name="T0" fmla="*/ 239 w 239"/>
                <a:gd name="T1" fmla="*/ 90 h 159"/>
                <a:gd name="T2" fmla="*/ 238 w 239"/>
                <a:gd name="T3" fmla="*/ 105 h 159"/>
                <a:gd name="T4" fmla="*/ 208 w 239"/>
                <a:gd name="T5" fmla="*/ 127 h 159"/>
                <a:gd name="T6" fmla="*/ 203 w 239"/>
                <a:gd name="T7" fmla="*/ 111 h 159"/>
                <a:gd name="T8" fmla="*/ 203 w 239"/>
                <a:gd name="T9" fmla="*/ 66 h 159"/>
                <a:gd name="T10" fmla="*/ 178 w 239"/>
                <a:gd name="T11" fmla="*/ 48 h 159"/>
                <a:gd name="T12" fmla="*/ 148 w 239"/>
                <a:gd name="T13" fmla="*/ 59 h 159"/>
                <a:gd name="T14" fmla="*/ 126 w 239"/>
                <a:gd name="T15" fmla="*/ 102 h 159"/>
                <a:gd name="T16" fmla="*/ 31 w 239"/>
                <a:gd name="T17" fmla="*/ 134 h 159"/>
                <a:gd name="T18" fmla="*/ 5 w 239"/>
                <a:gd name="T19" fmla="*/ 94 h 159"/>
                <a:gd name="T20" fmla="*/ 4 w 239"/>
                <a:gd name="T21" fmla="*/ 42 h 159"/>
                <a:gd name="T22" fmla="*/ 16 w 239"/>
                <a:gd name="T23" fmla="*/ 31 h 159"/>
                <a:gd name="T24" fmla="*/ 34 w 239"/>
                <a:gd name="T25" fmla="*/ 49 h 159"/>
                <a:gd name="T26" fmla="*/ 34 w 239"/>
                <a:gd name="T27" fmla="*/ 79 h 159"/>
                <a:gd name="T28" fmla="*/ 55 w 239"/>
                <a:gd name="T29" fmla="*/ 102 h 159"/>
                <a:gd name="T30" fmla="*/ 86 w 239"/>
                <a:gd name="T31" fmla="*/ 89 h 159"/>
                <a:gd name="T32" fmla="*/ 106 w 239"/>
                <a:gd name="T33" fmla="*/ 47 h 159"/>
                <a:gd name="T34" fmla="*/ 184 w 239"/>
                <a:gd name="T35" fmla="*/ 6 h 159"/>
                <a:gd name="T36" fmla="*/ 238 w 239"/>
                <a:gd name="T37" fmla="*/ 69 h 159"/>
                <a:gd name="T38" fmla="*/ 239 w 239"/>
                <a:gd name="T39" fmla="*/ 90 h 159"/>
                <a:gd name="T40" fmla="*/ 239 w 239"/>
                <a:gd name="T41" fmla="*/ 9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9" h="159">
                  <a:moveTo>
                    <a:pt x="239" y="90"/>
                  </a:moveTo>
                  <a:cubicBezTo>
                    <a:pt x="239" y="95"/>
                    <a:pt x="239" y="100"/>
                    <a:pt x="238" y="105"/>
                  </a:cubicBezTo>
                  <a:cubicBezTo>
                    <a:pt x="237" y="125"/>
                    <a:pt x="227" y="133"/>
                    <a:pt x="208" y="127"/>
                  </a:cubicBezTo>
                  <a:cubicBezTo>
                    <a:pt x="205" y="126"/>
                    <a:pt x="202" y="116"/>
                    <a:pt x="203" y="111"/>
                  </a:cubicBezTo>
                  <a:cubicBezTo>
                    <a:pt x="208" y="95"/>
                    <a:pt x="209" y="81"/>
                    <a:pt x="203" y="66"/>
                  </a:cubicBezTo>
                  <a:cubicBezTo>
                    <a:pt x="198" y="53"/>
                    <a:pt x="189" y="49"/>
                    <a:pt x="178" y="48"/>
                  </a:cubicBezTo>
                  <a:cubicBezTo>
                    <a:pt x="166" y="46"/>
                    <a:pt x="154" y="47"/>
                    <a:pt x="148" y="59"/>
                  </a:cubicBezTo>
                  <a:cubicBezTo>
                    <a:pt x="140" y="73"/>
                    <a:pt x="133" y="87"/>
                    <a:pt x="126" y="102"/>
                  </a:cubicBezTo>
                  <a:cubicBezTo>
                    <a:pt x="108" y="142"/>
                    <a:pt x="63" y="159"/>
                    <a:pt x="31" y="134"/>
                  </a:cubicBezTo>
                  <a:cubicBezTo>
                    <a:pt x="19" y="125"/>
                    <a:pt x="9" y="109"/>
                    <a:pt x="5" y="94"/>
                  </a:cubicBezTo>
                  <a:cubicBezTo>
                    <a:pt x="0" y="78"/>
                    <a:pt x="2" y="60"/>
                    <a:pt x="4" y="42"/>
                  </a:cubicBezTo>
                  <a:cubicBezTo>
                    <a:pt x="4" y="38"/>
                    <a:pt x="11" y="32"/>
                    <a:pt x="16" y="31"/>
                  </a:cubicBezTo>
                  <a:cubicBezTo>
                    <a:pt x="35" y="28"/>
                    <a:pt x="36" y="30"/>
                    <a:pt x="34" y="49"/>
                  </a:cubicBezTo>
                  <a:cubicBezTo>
                    <a:pt x="33" y="59"/>
                    <a:pt x="33" y="69"/>
                    <a:pt x="34" y="79"/>
                  </a:cubicBezTo>
                  <a:cubicBezTo>
                    <a:pt x="36" y="91"/>
                    <a:pt x="42" y="100"/>
                    <a:pt x="55" y="102"/>
                  </a:cubicBezTo>
                  <a:cubicBezTo>
                    <a:pt x="68" y="104"/>
                    <a:pt x="80" y="101"/>
                    <a:pt x="86" y="89"/>
                  </a:cubicBezTo>
                  <a:cubicBezTo>
                    <a:pt x="93" y="75"/>
                    <a:pt x="100" y="61"/>
                    <a:pt x="106" y="47"/>
                  </a:cubicBezTo>
                  <a:cubicBezTo>
                    <a:pt x="123" y="13"/>
                    <a:pt x="149" y="0"/>
                    <a:pt x="184" y="6"/>
                  </a:cubicBezTo>
                  <a:cubicBezTo>
                    <a:pt x="213" y="11"/>
                    <a:pt x="234" y="36"/>
                    <a:pt x="238" y="69"/>
                  </a:cubicBezTo>
                  <a:cubicBezTo>
                    <a:pt x="239" y="76"/>
                    <a:pt x="238" y="83"/>
                    <a:pt x="239" y="90"/>
                  </a:cubicBezTo>
                  <a:cubicBezTo>
                    <a:pt x="239" y="90"/>
                    <a:pt x="239" y="90"/>
                    <a:pt x="239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51"/>
            <p:cNvSpPr/>
            <p:nvPr/>
          </p:nvSpPr>
          <p:spPr bwMode="auto">
            <a:xfrm>
              <a:off x="15144750" y="1139825"/>
              <a:ext cx="795337" cy="593725"/>
            </a:xfrm>
            <a:custGeom>
              <a:avLst/>
              <a:gdLst>
                <a:gd name="T0" fmla="*/ 72 w 252"/>
                <a:gd name="T1" fmla="*/ 8 h 188"/>
                <a:gd name="T2" fmla="*/ 67 w 252"/>
                <a:gd name="T3" fmla="*/ 17 h 188"/>
                <a:gd name="T4" fmla="*/ 96 w 252"/>
                <a:gd name="T5" fmla="*/ 126 h 188"/>
                <a:gd name="T6" fmla="*/ 136 w 252"/>
                <a:gd name="T7" fmla="*/ 138 h 188"/>
                <a:gd name="T8" fmla="*/ 219 w 252"/>
                <a:gd name="T9" fmla="*/ 66 h 188"/>
                <a:gd name="T10" fmla="*/ 226 w 252"/>
                <a:gd name="T11" fmla="*/ 52 h 188"/>
                <a:gd name="T12" fmla="*/ 252 w 252"/>
                <a:gd name="T13" fmla="*/ 67 h 188"/>
                <a:gd name="T14" fmla="*/ 174 w 252"/>
                <a:gd name="T15" fmla="*/ 178 h 188"/>
                <a:gd name="T16" fmla="*/ 33 w 252"/>
                <a:gd name="T17" fmla="*/ 132 h 188"/>
                <a:gd name="T18" fmla="*/ 37 w 252"/>
                <a:gd name="T19" fmla="*/ 4 h 188"/>
                <a:gd name="T20" fmla="*/ 49 w 252"/>
                <a:gd name="T21" fmla="*/ 0 h 188"/>
                <a:gd name="T22" fmla="*/ 72 w 252"/>
                <a:gd name="T23" fmla="*/ 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2" h="188">
                  <a:moveTo>
                    <a:pt x="72" y="8"/>
                  </a:moveTo>
                  <a:cubicBezTo>
                    <a:pt x="70" y="12"/>
                    <a:pt x="69" y="15"/>
                    <a:pt x="67" y="17"/>
                  </a:cubicBezTo>
                  <a:cubicBezTo>
                    <a:pt x="34" y="61"/>
                    <a:pt x="46" y="106"/>
                    <a:pt x="96" y="126"/>
                  </a:cubicBezTo>
                  <a:cubicBezTo>
                    <a:pt x="109" y="132"/>
                    <a:pt x="123" y="136"/>
                    <a:pt x="136" y="138"/>
                  </a:cubicBezTo>
                  <a:cubicBezTo>
                    <a:pt x="186" y="145"/>
                    <a:pt x="219" y="116"/>
                    <a:pt x="219" y="66"/>
                  </a:cubicBezTo>
                  <a:cubicBezTo>
                    <a:pt x="220" y="61"/>
                    <a:pt x="223" y="52"/>
                    <a:pt x="226" y="52"/>
                  </a:cubicBezTo>
                  <a:cubicBezTo>
                    <a:pt x="238" y="49"/>
                    <a:pt x="252" y="58"/>
                    <a:pt x="252" y="67"/>
                  </a:cubicBezTo>
                  <a:cubicBezTo>
                    <a:pt x="252" y="109"/>
                    <a:pt x="231" y="168"/>
                    <a:pt x="174" y="178"/>
                  </a:cubicBezTo>
                  <a:cubicBezTo>
                    <a:pt x="120" y="188"/>
                    <a:pt x="70" y="175"/>
                    <a:pt x="33" y="132"/>
                  </a:cubicBezTo>
                  <a:cubicBezTo>
                    <a:pt x="0" y="93"/>
                    <a:pt x="12" y="39"/>
                    <a:pt x="37" y="4"/>
                  </a:cubicBezTo>
                  <a:cubicBezTo>
                    <a:pt x="39" y="1"/>
                    <a:pt x="45" y="0"/>
                    <a:pt x="49" y="0"/>
                  </a:cubicBezTo>
                  <a:cubicBezTo>
                    <a:pt x="57" y="1"/>
                    <a:pt x="63" y="5"/>
                    <a:pt x="7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52"/>
            <p:cNvSpPr/>
            <p:nvPr/>
          </p:nvSpPr>
          <p:spPr bwMode="auto">
            <a:xfrm>
              <a:off x="22726650" y="3941763"/>
              <a:ext cx="806450" cy="593725"/>
            </a:xfrm>
            <a:custGeom>
              <a:avLst/>
              <a:gdLst>
                <a:gd name="T0" fmla="*/ 255 w 255"/>
                <a:gd name="T1" fmla="*/ 29 h 188"/>
                <a:gd name="T2" fmla="*/ 241 w 255"/>
                <a:gd name="T3" fmla="*/ 60 h 188"/>
                <a:gd name="T4" fmla="*/ 225 w 255"/>
                <a:gd name="T5" fmla="*/ 68 h 188"/>
                <a:gd name="T6" fmla="*/ 156 w 255"/>
                <a:gd name="T7" fmla="*/ 72 h 188"/>
                <a:gd name="T8" fmla="*/ 141 w 255"/>
                <a:gd name="T9" fmla="*/ 77 h 188"/>
                <a:gd name="T10" fmla="*/ 149 w 255"/>
                <a:gd name="T11" fmla="*/ 89 h 188"/>
                <a:gd name="T12" fmla="*/ 192 w 255"/>
                <a:gd name="T13" fmla="*/ 137 h 188"/>
                <a:gd name="T14" fmla="*/ 196 w 255"/>
                <a:gd name="T15" fmla="*/ 167 h 188"/>
                <a:gd name="T16" fmla="*/ 185 w 255"/>
                <a:gd name="T17" fmla="*/ 188 h 188"/>
                <a:gd name="T18" fmla="*/ 152 w 255"/>
                <a:gd name="T19" fmla="*/ 151 h 188"/>
                <a:gd name="T20" fmla="*/ 127 w 255"/>
                <a:gd name="T21" fmla="*/ 121 h 188"/>
                <a:gd name="T22" fmla="*/ 24 w 255"/>
                <a:gd name="T23" fmla="*/ 46 h 188"/>
                <a:gd name="T24" fmla="*/ 11 w 255"/>
                <a:gd name="T25" fmla="*/ 13 h 188"/>
                <a:gd name="T26" fmla="*/ 19 w 255"/>
                <a:gd name="T27" fmla="*/ 0 h 188"/>
                <a:gd name="T28" fmla="*/ 84 w 255"/>
                <a:gd name="T29" fmla="*/ 27 h 188"/>
                <a:gd name="T30" fmla="*/ 124 w 255"/>
                <a:gd name="T31" fmla="*/ 34 h 188"/>
                <a:gd name="T32" fmla="*/ 237 w 255"/>
                <a:gd name="T33" fmla="*/ 29 h 188"/>
                <a:gd name="T34" fmla="*/ 255 w 255"/>
                <a:gd name="T35" fmla="*/ 2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5" h="188">
                  <a:moveTo>
                    <a:pt x="255" y="29"/>
                  </a:moveTo>
                  <a:cubicBezTo>
                    <a:pt x="249" y="42"/>
                    <a:pt x="246" y="52"/>
                    <a:pt x="241" y="60"/>
                  </a:cubicBezTo>
                  <a:cubicBezTo>
                    <a:pt x="238" y="64"/>
                    <a:pt x="230" y="67"/>
                    <a:pt x="225" y="68"/>
                  </a:cubicBezTo>
                  <a:cubicBezTo>
                    <a:pt x="202" y="70"/>
                    <a:pt x="179" y="71"/>
                    <a:pt x="156" y="72"/>
                  </a:cubicBezTo>
                  <a:cubicBezTo>
                    <a:pt x="151" y="73"/>
                    <a:pt x="146" y="75"/>
                    <a:pt x="141" y="77"/>
                  </a:cubicBezTo>
                  <a:cubicBezTo>
                    <a:pt x="144" y="81"/>
                    <a:pt x="145" y="85"/>
                    <a:pt x="149" y="89"/>
                  </a:cubicBezTo>
                  <a:cubicBezTo>
                    <a:pt x="163" y="105"/>
                    <a:pt x="177" y="121"/>
                    <a:pt x="192" y="137"/>
                  </a:cubicBezTo>
                  <a:cubicBezTo>
                    <a:pt x="201" y="146"/>
                    <a:pt x="203" y="155"/>
                    <a:pt x="196" y="167"/>
                  </a:cubicBezTo>
                  <a:cubicBezTo>
                    <a:pt x="192" y="173"/>
                    <a:pt x="190" y="179"/>
                    <a:pt x="185" y="188"/>
                  </a:cubicBezTo>
                  <a:cubicBezTo>
                    <a:pt x="173" y="174"/>
                    <a:pt x="162" y="163"/>
                    <a:pt x="152" y="151"/>
                  </a:cubicBezTo>
                  <a:cubicBezTo>
                    <a:pt x="143" y="141"/>
                    <a:pt x="134" y="132"/>
                    <a:pt x="127" y="121"/>
                  </a:cubicBezTo>
                  <a:cubicBezTo>
                    <a:pt x="102" y="83"/>
                    <a:pt x="66" y="61"/>
                    <a:pt x="24" y="46"/>
                  </a:cubicBezTo>
                  <a:cubicBezTo>
                    <a:pt x="0" y="37"/>
                    <a:pt x="0" y="36"/>
                    <a:pt x="11" y="13"/>
                  </a:cubicBezTo>
                  <a:cubicBezTo>
                    <a:pt x="13" y="9"/>
                    <a:pt x="16" y="5"/>
                    <a:pt x="19" y="0"/>
                  </a:cubicBezTo>
                  <a:cubicBezTo>
                    <a:pt x="41" y="10"/>
                    <a:pt x="62" y="19"/>
                    <a:pt x="84" y="27"/>
                  </a:cubicBezTo>
                  <a:cubicBezTo>
                    <a:pt x="97" y="32"/>
                    <a:pt x="111" y="34"/>
                    <a:pt x="124" y="34"/>
                  </a:cubicBezTo>
                  <a:cubicBezTo>
                    <a:pt x="162" y="34"/>
                    <a:pt x="199" y="31"/>
                    <a:pt x="237" y="29"/>
                  </a:cubicBezTo>
                  <a:cubicBezTo>
                    <a:pt x="241" y="29"/>
                    <a:pt x="246" y="29"/>
                    <a:pt x="255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53"/>
            <p:cNvSpPr/>
            <p:nvPr/>
          </p:nvSpPr>
          <p:spPr bwMode="auto">
            <a:xfrm>
              <a:off x="22926675" y="3430588"/>
              <a:ext cx="760412" cy="457200"/>
            </a:xfrm>
            <a:custGeom>
              <a:avLst/>
              <a:gdLst>
                <a:gd name="T0" fmla="*/ 241 w 241"/>
                <a:gd name="T1" fmla="*/ 14 h 145"/>
                <a:gd name="T2" fmla="*/ 220 w 241"/>
                <a:gd name="T3" fmla="*/ 96 h 145"/>
                <a:gd name="T4" fmla="*/ 210 w 241"/>
                <a:gd name="T5" fmla="*/ 133 h 145"/>
                <a:gd name="T6" fmla="*/ 191 w 241"/>
                <a:gd name="T7" fmla="*/ 141 h 145"/>
                <a:gd name="T8" fmla="*/ 179 w 241"/>
                <a:gd name="T9" fmla="*/ 125 h 145"/>
                <a:gd name="T10" fmla="*/ 183 w 241"/>
                <a:gd name="T11" fmla="*/ 109 h 145"/>
                <a:gd name="T12" fmla="*/ 167 w 241"/>
                <a:gd name="T13" fmla="*/ 81 h 145"/>
                <a:gd name="T14" fmla="*/ 16 w 241"/>
                <a:gd name="T15" fmla="*/ 42 h 145"/>
                <a:gd name="T16" fmla="*/ 0 w 241"/>
                <a:gd name="T17" fmla="*/ 32 h 145"/>
                <a:gd name="T18" fmla="*/ 8 w 241"/>
                <a:gd name="T19" fmla="*/ 2 h 145"/>
                <a:gd name="T20" fmla="*/ 20 w 241"/>
                <a:gd name="T21" fmla="*/ 1 h 145"/>
                <a:gd name="T22" fmla="*/ 184 w 241"/>
                <a:gd name="T23" fmla="*/ 44 h 145"/>
                <a:gd name="T24" fmla="*/ 203 w 241"/>
                <a:gd name="T25" fmla="*/ 33 h 145"/>
                <a:gd name="T26" fmla="*/ 209 w 241"/>
                <a:gd name="T27" fmla="*/ 13 h 145"/>
                <a:gd name="T28" fmla="*/ 217 w 241"/>
                <a:gd name="T29" fmla="*/ 0 h 145"/>
                <a:gd name="T30" fmla="*/ 239 w 241"/>
                <a:gd name="T31" fmla="*/ 6 h 145"/>
                <a:gd name="T32" fmla="*/ 241 w 241"/>
                <a:gd name="T33" fmla="*/ 1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1" h="145">
                  <a:moveTo>
                    <a:pt x="241" y="14"/>
                  </a:moveTo>
                  <a:cubicBezTo>
                    <a:pt x="234" y="42"/>
                    <a:pt x="227" y="69"/>
                    <a:pt x="220" y="96"/>
                  </a:cubicBezTo>
                  <a:cubicBezTo>
                    <a:pt x="217" y="108"/>
                    <a:pt x="212" y="121"/>
                    <a:pt x="210" y="133"/>
                  </a:cubicBezTo>
                  <a:cubicBezTo>
                    <a:pt x="207" y="145"/>
                    <a:pt x="199" y="143"/>
                    <a:pt x="191" y="141"/>
                  </a:cubicBezTo>
                  <a:cubicBezTo>
                    <a:pt x="183" y="139"/>
                    <a:pt x="175" y="137"/>
                    <a:pt x="179" y="125"/>
                  </a:cubicBezTo>
                  <a:cubicBezTo>
                    <a:pt x="180" y="120"/>
                    <a:pt x="182" y="115"/>
                    <a:pt x="183" y="109"/>
                  </a:cubicBezTo>
                  <a:cubicBezTo>
                    <a:pt x="189" y="88"/>
                    <a:pt x="188" y="86"/>
                    <a:pt x="167" y="81"/>
                  </a:cubicBezTo>
                  <a:cubicBezTo>
                    <a:pt x="117" y="68"/>
                    <a:pt x="66" y="55"/>
                    <a:pt x="16" y="42"/>
                  </a:cubicBezTo>
                  <a:cubicBezTo>
                    <a:pt x="10" y="40"/>
                    <a:pt x="0" y="35"/>
                    <a:pt x="0" y="32"/>
                  </a:cubicBezTo>
                  <a:cubicBezTo>
                    <a:pt x="0" y="22"/>
                    <a:pt x="4" y="12"/>
                    <a:pt x="8" y="2"/>
                  </a:cubicBezTo>
                  <a:cubicBezTo>
                    <a:pt x="8" y="0"/>
                    <a:pt x="16" y="0"/>
                    <a:pt x="20" y="1"/>
                  </a:cubicBezTo>
                  <a:cubicBezTo>
                    <a:pt x="75" y="15"/>
                    <a:pt x="130" y="29"/>
                    <a:pt x="184" y="44"/>
                  </a:cubicBezTo>
                  <a:cubicBezTo>
                    <a:pt x="195" y="47"/>
                    <a:pt x="202" y="45"/>
                    <a:pt x="203" y="33"/>
                  </a:cubicBezTo>
                  <a:cubicBezTo>
                    <a:pt x="205" y="26"/>
                    <a:pt x="207" y="19"/>
                    <a:pt x="209" y="13"/>
                  </a:cubicBezTo>
                  <a:cubicBezTo>
                    <a:pt x="211" y="8"/>
                    <a:pt x="214" y="0"/>
                    <a:pt x="217" y="0"/>
                  </a:cubicBezTo>
                  <a:cubicBezTo>
                    <a:pt x="224" y="1"/>
                    <a:pt x="232" y="4"/>
                    <a:pt x="239" y="6"/>
                  </a:cubicBezTo>
                  <a:cubicBezTo>
                    <a:pt x="241" y="7"/>
                    <a:pt x="241" y="12"/>
                    <a:pt x="24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54"/>
            <p:cNvSpPr/>
            <p:nvPr/>
          </p:nvSpPr>
          <p:spPr bwMode="auto">
            <a:xfrm>
              <a:off x="15017750" y="2103438"/>
              <a:ext cx="750887" cy="460375"/>
            </a:xfrm>
            <a:custGeom>
              <a:avLst/>
              <a:gdLst>
                <a:gd name="T0" fmla="*/ 6 w 238"/>
                <a:gd name="T1" fmla="*/ 72 h 146"/>
                <a:gd name="T2" fmla="*/ 6 w 238"/>
                <a:gd name="T3" fmla="*/ 15 h 146"/>
                <a:gd name="T4" fmla="*/ 21 w 238"/>
                <a:gd name="T5" fmla="*/ 1 h 146"/>
                <a:gd name="T6" fmla="*/ 37 w 238"/>
                <a:gd name="T7" fmla="*/ 16 h 146"/>
                <a:gd name="T8" fmla="*/ 75 w 238"/>
                <a:gd name="T9" fmla="*/ 56 h 146"/>
                <a:gd name="T10" fmla="*/ 218 w 238"/>
                <a:gd name="T11" fmla="*/ 62 h 146"/>
                <a:gd name="T12" fmla="*/ 234 w 238"/>
                <a:gd name="T13" fmla="*/ 85 h 146"/>
                <a:gd name="T14" fmla="*/ 216 w 238"/>
                <a:gd name="T15" fmla="*/ 103 h 146"/>
                <a:gd name="T16" fmla="*/ 53 w 238"/>
                <a:gd name="T17" fmla="*/ 94 h 146"/>
                <a:gd name="T18" fmla="*/ 33 w 238"/>
                <a:gd name="T19" fmla="*/ 112 h 146"/>
                <a:gd name="T20" fmla="*/ 32 w 238"/>
                <a:gd name="T21" fmla="*/ 126 h 146"/>
                <a:gd name="T22" fmla="*/ 16 w 238"/>
                <a:gd name="T23" fmla="*/ 145 h 146"/>
                <a:gd name="T24" fmla="*/ 1 w 238"/>
                <a:gd name="T25" fmla="*/ 124 h 146"/>
                <a:gd name="T26" fmla="*/ 3 w 238"/>
                <a:gd name="T27" fmla="*/ 72 h 146"/>
                <a:gd name="T28" fmla="*/ 6 w 238"/>
                <a:gd name="T29" fmla="*/ 72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8" h="146">
                  <a:moveTo>
                    <a:pt x="6" y="72"/>
                  </a:moveTo>
                  <a:cubicBezTo>
                    <a:pt x="6" y="53"/>
                    <a:pt x="6" y="34"/>
                    <a:pt x="6" y="15"/>
                  </a:cubicBezTo>
                  <a:cubicBezTo>
                    <a:pt x="5" y="4"/>
                    <a:pt x="10" y="0"/>
                    <a:pt x="21" y="1"/>
                  </a:cubicBezTo>
                  <a:cubicBezTo>
                    <a:pt x="32" y="1"/>
                    <a:pt x="38" y="3"/>
                    <a:pt x="37" y="16"/>
                  </a:cubicBezTo>
                  <a:cubicBezTo>
                    <a:pt x="36" y="54"/>
                    <a:pt x="27" y="54"/>
                    <a:pt x="75" y="56"/>
                  </a:cubicBezTo>
                  <a:cubicBezTo>
                    <a:pt x="123" y="57"/>
                    <a:pt x="171" y="61"/>
                    <a:pt x="218" y="62"/>
                  </a:cubicBezTo>
                  <a:cubicBezTo>
                    <a:pt x="238" y="63"/>
                    <a:pt x="234" y="74"/>
                    <a:pt x="234" y="85"/>
                  </a:cubicBezTo>
                  <a:cubicBezTo>
                    <a:pt x="234" y="98"/>
                    <a:pt x="230" y="104"/>
                    <a:pt x="216" y="103"/>
                  </a:cubicBezTo>
                  <a:cubicBezTo>
                    <a:pt x="161" y="100"/>
                    <a:pt x="107" y="98"/>
                    <a:pt x="53" y="94"/>
                  </a:cubicBezTo>
                  <a:cubicBezTo>
                    <a:pt x="38" y="93"/>
                    <a:pt x="32" y="98"/>
                    <a:pt x="33" y="112"/>
                  </a:cubicBezTo>
                  <a:cubicBezTo>
                    <a:pt x="33" y="117"/>
                    <a:pt x="33" y="121"/>
                    <a:pt x="32" y="126"/>
                  </a:cubicBezTo>
                  <a:cubicBezTo>
                    <a:pt x="32" y="136"/>
                    <a:pt x="32" y="146"/>
                    <a:pt x="16" y="145"/>
                  </a:cubicBezTo>
                  <a:cubicBezTo>
                    <a:pt x="2" y="144"/>
                    <a:pt x="0" y="137"/>
                    <a:pt x="1" y="124"/>
                  </a:cubicBezTo>
                  <a:cubicBezTo>
                    <a:pt x="2" y="107"/>
                    <a:pt x="3" y="90"/>
                    <a:pt x="3" y="72"/>
                  </a:cubicBezTo>
                  <a:cubicBezTo>
                    <a:pt x="4" y="72"/>
                    <a:pt x="5" y="72"/>
                    <a:pt x="6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55"/>
            <p:cNvSpPr/>
            <p:nvPr/>
          </p:nvSpPr>
          <p:spPr bwMode="auto">
            <a:xfrm>
              <a:off x="20959763" y="-1406525"/>
              <a:ext cx="450850" cy="828675"/>
            </a:xfrm>
            <a:custGeom>
              <a:avLst/>
              <a:gdLst>
                <a:gd name="T0" fmla="*/ 143 w 143"/>
                <a:gd name="T1" fmla="*/ 25 h 262"/>
                <a:gd name="T2" fmla="*/ 137 w 143"/>
                <a:gd name="T3" fmla="*/ 36 h 262"/>
                <a:gd name="T4" fmla="*/ 60 w 143"/>
                <a:gd name="T5" fmla="*/ 183 h 262"/>
                <a:gd name="T6" fmla="*/ 68 w 143"/>
                <a:gd name="T7" fmla="*/ 207 h 262"/>
                <a:gd name="T8" fmla="*/ 109 w 143"/>
                <a:gd name="T9" fmla="*/ 229 h 262"/>
                <a:gd name="T10" fmla="*/ 113 w 143"/>
                <a:gd name="T11" fmla="*/ 247 h 262"/>
                <a:gd name="T12" fmla="*/ 95 w 143"/>
                <a:gd name="T13" fmla="*/ 257 h 262"/>
                <a:gd name="T14" fmla="*/ 12 w 143"/>
                <a:gd name="T15" fmla="*/ 214 h 262"/>
                <a:gd name="T16" fmla="*/ 9 w 143"/>
                <a:gd name="T17" fmla="*/ 192 h 262"/>
                <a:gd name="T18" fmla="*/ 63 w 143"/>
                <a:gd name="T19" fmla="*/ 90 h 262"/>
                <a:gd name="T20" fmla="*/ 97 w 143"/>
                <a:gd name="T21" fmla="*/ 26 h 262"/>
                <a:gd name="T22" fmla="*/ 132 w 143"/>
                <a:gd name="T23" fmla="*/ 17 h 262"/>
                <a:gd name="T24" fmla="*/ 143 w 143"/>
                <a:gd name="T25" fmla="*/ 2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3" h="262">
                  <a:moveTo>
                    <a:pt x="143" y="25"/>
                  </a:moveTo>
                  <a:cubicBezTo>
                    <a:pt x="141" y="30"/>
                    <a:pt x="139" y="33"/>
                    <a:pt x="137" y="36"/>
                  </a:cubicBezTo>
                  <a:cubicBezTo>
                    <a:pt x="112" y="85"/>
                    <a:pt x="86" y="134"/>
                    <a:pt x="60" y="183"/>
                  </a:cubicBezTo>
                  <a:cubicBezTo>
                    <a:pt x="53" y="195"/>
                    <a:pt x="56" y="201"/>
                    <a:pt x="68" y="207"/>
                  </a:cubicBezTo>
                  <a:cubicBezTo>
                    <a:pt x="82" y="214"/>
                    <a:pt x="95" y="222"/>
                    <a:pt x="109" y="229"/>
                  </a:cubicBezTo>
                  <a:cubicBezTo>
                    <a:pt x="118" y="234"/>
                    <a:pt x="117" y="240"/>
                    <a:pt x="113" y="247"/>
                  </a:cubicBezTo>
                  <a:cubicBezTo>
                    <a:pt x="109" y="254"/>
                    <a:pt x="105" y="262"/>
                    <a:pt x="95" y="257"/>
                  </a:cubicBezTo>
                  <a:cubicBezTo>
                    <a:pt x="67" y="242"/>
                    <a:pt x="40" y="228"/>
                    <a:pt x="12" y="214"/>
                  </a:cubicBezTo>
                  <a:cubicBezTo>
                    <a:pt x="0" y="207"/>
                    <a:pt x="5" y="199"/>
                    <a:pt x="9" y="192"/>
                  </a:cubicBezTo>
                  <a:cubicBezTo>
                    <a:pt x="27" y="157"/>
                    <a:pt x="45" y="124"/>
                    <a:pt x="63" y="90"/>
                  </a:cubicBezTo>
                  <a:cubicBezTo>
                    <a:pt x="74" y="69"/>
                    <a:pt x="86" y="48"/>
                    <a:pt x="97" y="26"/>
                  </a:cubicBezTo>
                  <a:cubicBezTo>
                    <a:pt x="111" y="0"/>
                    <a:pt x="109" y="4"/>
                    <a:pt x="132" y="17"/>
                  </a:cubicBezTo>
                  <a:cubicBezTo>
                    <a:pt x="136" y="19"/>
                    <a:pt x="139" y="22"/>
                    <a:pt x="143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56"/>
            <p:cNvSpPr/>
            <p:nvPr/>
          </p:nvSpPr>
          <p:spPr bwMode="auto">
            <a:xfrm>
              <a:off x="22301200" y="5195888"/>
              <a:ext cx="431800" cy="536575"/>
            </a:xfrm>
            <a:custGeom>
              <a:avLst/>
              <a:gdLst>
                <a:gd name="T0" fmla="*/ 37 w 137"/>
                <a:gd name="T1" fmla="*/ 42 h 170"/>
                <a:gd name="T2" fmla="*/ 32 w 137"/>
                <a:gd name="T3" fmla="*/ 72 h 170"/>
                <a:gd name="T4" fmla="*/ 23 w 137"/>
                <a:gd name="T5" fmla="*/ 94 h 170"/>
                <a:gd name="T6" fmla="*/ 9 w 137"/>
                <a:gd name="T7" fmla="*/ 98 h 170"/>
                <a:gd name="T8" fmla="*/ 1 w 137"/>
                <a:gd name="T9" fmla="*/ 85 h 170"/>
                <a:gd name="T10" fmla="*/ 3 w 137"/>
                <a:gd name="T11" fmla="*/ 72 h 170"/>
                <a:gd name="T12" fmla="*/ 50 w 137"/>
                <a:gd name="T13" fmla="*/ 8 h 170"/>
                <a:gd name="T14" fmla="*/ 72 w 137"/>
                <a:gd name="T15" fmla="*/ 8 h 170"/>
                <a:gd name="T16" fmla="*/ 74 w 137"/>
                <a:gd name="T17" fmla="*/ 28 h 170"/>
                <a:gd name="T18" fmla="*/ 69 w 137"/>
                <a:gd name="T19" fmla="*/ 40 h 170"/>
                <a:gd name="T20" fmla="*/ 71 w 137"/>
                <a:gd name="T21" fmla="*/ 52 h 170"/>
                <a:gd name="T22" fmla="*/ 82 w 137"/>
                <a:gd name="T23" fmla="*/ 47 h 170"/>
                <a:gd name="T24" fmla="*/ 105 w 137"/>
                <a:gd name="T25" fmla="*/ 16 h 170"/>
                <a:gd name="T26" fmla="*/ 118 w 137"/>
                <a:gd name="T27" fmla="*/ 8 h 170"/>
                <a:gd name="T28" fmla="*/ 132 w 137"/>
                <a:gd name="T29" fmla="*/ 14 h 170"/>
                <a:gd name="T30" fmla="*/ 130 w 137"/>
                <a:gd name="T31" fmla="*/ 29 h 170"/>
                <a:gd name="T32" fmla="*/ 113 w 137"/>
                <a:gd name="T33" fmla="*/ 48 h 170"/>
                <a:gd name="T34" fmla="*/ 113 w 137"/>
                <a:gd name="T35" fmla="*/ 67 h 170"/>
                <a:gd name="T36" fmla="*/ 132 w 137"/>
                <a:gd name="T37" fmla="*/ 152 h 170"/>
                <a:gd name="T38" fmla="*/ 114 w 137"/>
                <a:gd name="T39" fmla="*/ 168 h 170"/>
                <a:gd name="T40" fmla="*/ 100 w 137"/>
                <a:gd name="T41" fmla="*/ 163 h 170"/>
                <a:gd name="T42" fmla="*/ 102 w 137"/>
                <a:gd name="T43" fmla="*/ 146 h 170"/>
                <a:gd name="T44" fmla="*/ 99 w 137"/>
                <a:gd name="T45" fmla="*/ 95 h 170"/>
                <a:gd name="T46" fmla="*/ 87 w 137"/>
                <a:gd name="T47" fmla="*/ 87 h 170"/>
                <a:gd name="T48" fmla="*/ 82 w 137"/>
                <a:gd name="T49" fmla="*/ 96 h 170"/>
                <a:gd name="T50" fmla="*/ 61 w 137"/>
                <a:gd name="T51" fmla="*/ 131 h 170"/>
                <a:gd name="T52" fmla="*/ 47 w 137"/>
                <a:gd name="T53" fmla="*/ 134 h 170"/>
                <a:gd name="T54" fmla="*/ 39 w 137"/>
                <a:gd name="T55" fmla="*/ 121 h 170"/>
                <a:gd name="T56" fmla="*/ 50 w 137"/>
                <a:gd name="T57" fmla="*/ 88 h 170"/>
                <a:gd name="T58" fmla="*/ 37 w 137"/>
                <a:gd name="T59" fmla="*/ 4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7" h="170">
                  <a:moveTo>
                    <a:pt x="37" y="42"/>
                  </a:moveTo>
                  <a:cubicBezTo>
                    <a:pt x="35" y="55"/>
                    <a:pt x="34" y="64"/>
                    <a:pt x="32" y="72"/>
                  </a:cubicBezTo>
                  <a:cubicBezTo>
                    <a:pt x="30" y="80"/>
                    <a:pt x="27" y="88"/>
                    <a:pt x="23" y="94"/>
                  </a:cubicBezTo>
                  <a:cubicBezTo>
                    <a:pt x="21" y="97"/>
                    <a:pt x="13" y="99"/>
                    <a:pt x="9" y="98"/>
                  </a:cubicBezTo>
                  <a:cubicBezTo>
                    <a:pt x="5" y="96"/>
                    <a:pt x="2" y="89"/>
                    <a:pt x="1" y="85"/>
                  </a:cubicBezTo>
                  <a:cubicBezTo>
                    <a:pt x="0" y="81"/>
                    <a:pt x="1" y="75"/>
                    <a:pt x="3" y="72"/>
                  </a:cubicBezTo>
                  <a:cubicBezTo>
                    <a:pt x="18" y="50"/>
                    <a:pt x="34" y="29"/>
                    <a:pt x="50" y="8"/>
                  </a:cubicBezTo>
                  <a:cubicBezTo>
                    <a:pt x="56" y="0"/>
                    <a:pt x="67" y="1"/>
                    <a:pt x="72" y="8"/>
                  </a:cubicBezTo>
                  <a:cubicBezTo>
                    <a:pt x="76" y="12"/>
                    <a:pt x="75" y="21"/>
                    <a:pt x="74" y="28"/>
                  </a:cubicBezTo>
                  <a:cubicBezTo>
                    <a:pt x="74" y="32"/>
                    <a:pt x="70" y="35"/>
                    <a:pt x="69" y="40"/>
                  </a:cubicBezTo>
                  <a:cubicBezTo>
                    <a:pt x="68" y="43"/>
                    <a:pt x="70" y="48"/>
                    <a:pt x="71" y="52"/>
                  </a:cubicBezTo>
                  <a:cubicBezTo>
                    <a:pt x="75" y="50"/>
                    <a:pt x="80" y="50"/>
                    <a:pt x="82" y="47"/>
                  </a:cubicBezTo>
                  <a:cubicBezTo>
                    <a:pt x="90" y="37"/>
                    <a:pt x="97" y="26"/>
                    <a:pt x="105" y="16"/>
                  </a:cubicBezTo>
                  <a:cubicBezTo>
                    <a:pt x="108" y="12"/>
                    <a:pt x="113" y="8"/>
                    <a:pt x="118" y="8"/>
                  </a:cubicBezTo>
                  <a:cubicBezTo>
                    <a:pt x="123" y="8"/>
                    <a:pt x="130" y="10"/>
                    <a:pt x="132" y="14"/>
                  </a:cubicBezTo>
                  <a:cubicBezTo>
                    <a:pt x="134" y="18"/>
                    <a:pt x="133" y="25"/>
                    <a:pt x="130" y="29"/>
                  </a:cubicBezTo>
                  <a:cubicBezTo>
                    <a:pt x="125" y="36"/>
                    <a:pt x="119" y="42"/>
                    <a:pt x="113" y="48"/>
                  </a:cubicBezTo>
                  <a:cubicBezTo>
                    <a:pt x="107" y="54"/>
                    <a:pt x="106" y="60"/>
                    <a:pt x="113" y="67"/>
                  </a:cubicBezTo>
                  <a:cubicBezTo>
                    <a:pt x="137" y="91"/>
                    <a:pt x="137" y="122"/>
                    <a:pt x="132" y="152"/>
                  </a:cubicBezTo>
                  <a:cubicBezTo>
                    <a:pt x="131" y="159"/>
                    <a:pt x="121" y="165"/>
                    <a:pt x="114" y="168"/>
                  </a:cubicBezTo>
                  <a:cubicBezTo>
                    <a:pt x="111" y="170"/>
                    <a:pt x="102" y="166"/>
                    <a:pt x="100" y="163"/>
                  </a:cubicBezTo>
                  <a:cubicBezTo>
                    <a:pt x="98" y="158"/>
                    <a:pt x="99" y="150"/>
                    <a:pt x="102" y="146"/>
                  </a:cubicBezTo>
                  <a:cubicBezTo>
                    <a:pt x="112" y="128"/>
                    <a:pt x="109" y="111"/>
                    <a:pt x="99" y="95"/>
                  </a:cubicBezTo>
                  <a:cubicBezTo>
                    <a:pt x="97" y="91"/>
                    <a:pt x="91" y="89"/>
                    <a:pt x="87" y="87"/>
                  </a:cubicBezTo>
                  <a:cubicBezTo>
                    <a:pt x="86" y="90"/>
                    <a:pt x="84" y="93"/>
                    <a:pt x="82" y="96"/>
                  </a:cubicBezTo>
                  <a:cubicBezTo>
                    <a:pt x="75" y="108"/>
                    <a:pt x="69" y="120"/>
                    <a:pt x="61" y="131"/>
                  </a:cubicBezTo>
                  <a:cubicBezTo>
                    <a:pt x="59" y="134"/>
                    <a:pt x="51" y="136"/>
                    <a:pt x="47" y="134"/>
                  </a:cubicBezTo>
                  <a:cubicBezTo>
                    <a:pt x="43" y="132"/>
                    <a:pt x="38" y="125"/>
                    <a:pt x="39" y="121"/>
                  </a:cubicBezTo>
                  <a:cubicBezTo>
                    <a:pt x="41" y="110"/>
                    <a:pt x="46" y="99"/>
                    <a:pt x="50" y="88"/>
                  </a:cubicBezTo>
                  <a:cubicBezTo>
                    <a:pt x="56" y="71"/>
                    <a:pt x="54" y="59"/>
                    <a:pt x="37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57"/>
            <p:cNvSpPr/>
            <p:nvPr/>
          </p:nvSpPr>
          <p:spPr bwMode="auto">
            <a:xfrm>
              <a:off x="23001288" y="3028950"/>
              <a:ext cx="742950" cy="230188"/>
            </a:xfrm>
            <a:custGeom>
              <a:avLst/>
              <a:gdLst>
                <a:gd name="T0" fmla="*/ 235 w 235"/>
                <a:gd name="T1" fmla="*/ 34 h 73"/>
                <a:gd name="T2" fmla="*/ 228 w 235"/>
                <a:gd name="T3" fmla="*/ 67 h 73"/>
                <a:gd name="T4" fmla="*/ 217 w 235"/>
                <a:gd name="T5" fmla="*/ 72 h 73"/>
                <a:gd name="T6" fmla="*/ 48 w 235"/>
                <a:gd name="T7" fmla="*/ 47 h 73"/>
                <a:gd name="T8" fmla="*/ 15 w 235"/>
                <a:gd name="T9" fmla="*/ 43 h 73"/>
                <a:gd name="T10" fmla="*/ 3 w 235"/>
                <a:gd name="T11" fmla="*/ 26 h 73"/>
                <a:gd name="T12" fmla="*/ 4 w 235"/>
                <a:gd name="T13" fmla="*/ 15 h 73"/>
                <a:gd name="T14" fmla="*/ 22 w 235"/>
                <a:gd name="T15" fmla="*/ 1 h 73"/>
                <a:gd name="T16" fmla="*/ 162 w 235"/>
                <a:gd name="T17" fmla="*/ 23 h 73"/>
                <a:gd name="T18" fmla="*/ 235 w 235"/>
                <a:gd name="T19" fmla="*/ 3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5" h="73">
                  <a:moveTo>
                    <a:pt x="235" y="34"/>
                  </a:moveTo>
                  <a:cubicBezTo>
                    <a:pt x="233" y="46"/>
                    <a:pt x="232" y="57"/>
                    <a:pt x="228" y="67"/>
                  </a:cubicBezTo>
                  <a:cubicBezTo>
                    <a:pt x="228" y="70"/>
                    <a:pt x="221" y="73"/>
                    <a:pt x="217" y="72"/>
                  </a:cubicBezTo>
                  <a:cubicBezTo>
                    <a:pt x="160" y="64"/>
                    <a:pt x="104" y="56"/>
                    <a:pt x="48" y="47"/>
                  </a:cubicBezTo>
                  <a:cubicBezTo>
                    <a:pt x="37" y="46"/>
                    <a:pt x="26" y="44"/>
                    <a:pt x="15" y="43"/>
                  </a:cubicBezTo>
                  <a:cubicBezTo>
                    <a:pt x="4" y="42"/>
                    <a:pt x="0" y="36"/>
                    <a:pt x="3" y="26"/>
                  </a:cubicBezTo>
                  <a:cubicBezTo>
                    <a:pt x="4" y="22"/>
                    <a:pt x="4" y="19"/>
                    <a:pt x="4" y="15"/>
                  </a:cubicBezTo>
                  <a:cubicBezTo>
                    <a:pt x="5" y="4"/>
                    <a:pt x="11" y="0"/>
                    <a:pt x="22" y="1"/>
                  </a:cubicBezTo>
                  <a:cubicBezTo>
                    <a:pt x="69" y="9"/>
                    <a:pt x="116" y="16"/>
                    <a:pt x="162" y="23"/>
                  </a:cubicBezTo>
                  <a:cubicBezTo>
                    <a:pt x="186" y="27"/>
                    <a:pt x="209" y="30"/>
                    <a:pt x="235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58"/>
            <p:cNvSpPr/>
            <p:nvPr/>
          </p:nvSpPr>
          <p:spPr bwMode="auto">
            <a:xfrm>
              <a:off x="22490113" y="239713"/>
              <a:ext cx="698500" cy="471488"/>
            </a:xfrm>
            <a:custGeom>
              <a:avLst/>
              <a:gdLst>
                <a:gd name="T0" fmla="*/ 221 w 221"/>
                <a:gd name="T1" fmla="*/ 33 h 149"/>
                <a:gd name="T2" fmla="*/ 208 w 221"/>
                <a:gd name="T3" fmla="*/ 38 h 149"/>
                <a:gd name="T4" fmla="*/ 32 w 221"/>
                <a:gd name="T5" fmla="*/ 144 h 149"/>
                <a:gd name="T6" fmla="*/ 15 w 221"/>
                <a:gd name="T7" fmla="*/ 140 h 149"/>
                <a:gd name="T8" fmla="*/ 23 w 221"/>
                <a:gd name="T9" fmla="*/ 102 h 149"/>
                <a:gd name="T10" fmla="*/ 180 w 221"/>
                <a:gd name="T11" fmla="*/ 8 h 149"/>
                <a:gd name="T12" fmla="*/ 198 w 221"/>
                <a:gd name="T13" fmla="*/ 2 h 149"/>
                <a:gd name="T14" fmla="*/ 216 w 221"/>
                <a:gd name="T15" fmla="*/ 27 h 149"/>
                <a:gd name="T16" fmla="*/ 221 w 221"/>
                <a:gd name="T17" fmla="*/ 3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1" h="149">
                  <a:moveTo>
                    <a:pt x="221" y="33"/>
                  </a:moveTo>
                  <a:cubicBezTo>
                    <a:pt x="216" y="35"/>
                    <a:pt x="212" y="36"/>
                    <a:pt x="208" y="38"/>
                  </a:cubicBezTo>
                  <a:cubicBezTo>
                    <a:pt x="149" y="73"/>
                    <a:pt x="91" y="109"/>
                    <a:pt x="32" y="144"/>
                  </a:cubicBezTo>
                  <a:cubicBezTo>
                    <a:pt x="25" y="149"/>
                    <a:pt x="20" y="148"/>
                    <a:pt x="15" y="140"/>
                  </a:cubicBezTo>
                  <a:cubicBezTo>
                    <a:pt x="0" y="117"/>
                    <a:pt x="0" y="117"/>
                    <a:pt x="23" y="102"/>
                  </a:cubicBezTo>
                  <a:cubicBezTo>
                    <a:pt x="75" y="71"/>
                    <a:pt x="127" y="39"/>
                    <a:pt x="180" y="8"/>
                  </a:cubicBezTo>
                  <a:cubicBezTo>
                    <a:pt x="185" y="4"/>
                    <a:pt x="195" y="0"/>
                    <a:pt x="198" y="2"/>
                  </a:cubicBezTo>
                  <a:cubicBezTo>
                    <a:pt x="205" y="9"/>
                    <a:pt x="210" y="18"/>
                    <a:pt x="216" y="27"/>
                  </a:cubicBezTo>
                  <a:cubicBezTo>
                    <a:pt x="218" y="29"/>
                    <a:pt x="219" y="31"/>
                    <a:pt x="22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59"/>
            <p:cNvSpPr/>
            <p:nvPr/>
          </p:nvSpPr>
          <p:spPr bwMode="auto">
            <a:xfrm>
              <a:off x="15687675" y="134938"/>
              <a:ext cx="671512" cy="509588"/>
            </a:xfrm>
            <a:custGeom>
              <a:avLst/>
              <a:gdLst>
                <a:gd name="T0" fmla="*/ 21 w 213"/>
                <a:gd name="T1" fmla="*/ 0 h 161"/>
                <a:gd name="T2" fmla="*/ 91 w 213"/>
                <a:gd name="T3" fmla="*/ 45 h 161"/>
                <a:gd name="T4" fmla="*/ 201 w 213"/>
                <a:gd name="T5" fmla="*/ 116 h 161"/>
                <a:gd name="T6" fmla="*/ 205 w 213"/>
                <a:gd name="T7" fmla="*/ 139 h 161"/>
                <a:gd name="T8" fmla="*/ 179 w 213"/>
                <a:gd name="T9" fmla="*/ 150 h 161"/>
                <a:gd name="T10" fmla="*/ 14 w 213"/>
                <a:gd name="T11" fmla="*/ 44 h 161"/>
                <a:gd name="T12" fmla="*/ 9 w 213"/>
                <a:gd name="T13" fmla="*/ 18 h 161"/>
                <a:gd name="T14" fmla="*/ 21 w 213"/>
                <a:gd name="T15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" h="161">
                  <a:moveTo>
                    <a:pt x="21" y="0"/>
                  </a:moveTo>
                  <a:cubicBezTo>
                    <a:pt x="45" y="15"/>
                    <a:pt x="68" y="30"/>
                    <a:pt x="91" y="45"/>
                  </a:cubicBezTo>
                  <a:cubicBezTo>
                    <a:pt x="128" y="68"/>
                    <a:pt x="164" y="93"/>
                    <a:pt x="201" y="116"/>
                  </a:cubicBezTo>
                  <a:cubicBezTo>
                    <a:pt x="213" y="123"/>
                    <a:pt x="212" y="130"/>
                    <a:pt x="205" y="139"/>
                  </a:cubicBezTo>
                  <a:cubicBezTo>
                    <a:pt x="198" y="147"/>
                    <a:pt x="196" y="161"/>
                    <a:pt x="179" y="150"/>
                  </a:cubicBezTo>
                  <a:cubicBezTo>
                    <a:pt x="125" y="114"/>
                    <a:pt x="70" y="79"/>
                    <a:pt x="14" y="44"/>
                  </a:cubicBezTo>
                  <a:cubicBezTo>
                    <a:pt x="1" y="36"/>
                    <a:pt x="0" y="29"/>
                    <a:pt x="9" y="18"/>
                  </a:cubicBezTo>
                  <a:cubicBezTo>
                    <a:pt x="13" y="13"/>
                    <a:pt x="16" y="8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60"/>
            <p:cNvSpPr/>
            <p:nvPr/>
          </p:nvSpPr>
          <p:spPr bwMode="auto">
            <a:xfrm>
              <a:off x="19791363" y="6102350"/>
              <a:ext cx="581025" cy="357188"/>
            </a:xfrm>
            <a:custGeom>
              <a:avLst/>
              <a:gdLst>
                <a:gd name="T0" fmla="*/ 36 w 184"/>
                <a:gd name="T1" fmla="*/ 68 h 113"/>
                <a:gd name="T2" fmla="*/ 126 w 184"/>
                <a:gd name="T3" fmla="*/ 9 h 113"/>
                <a:gd name="T4" fmla="*/ 134 w 184"/>
                <a:gd name="T5" fmla="*/ 2 h 113"/>
                <a:gd name="T6" fmla="*/ 148 w 184"/>
                <a:gd name="T7" fmla="*/ 2 h 113"/>
                <a:gd name="T8" fmla="*/ 150 w 184"/>
                <a:gd name="T9" fmla="*/ 14 h 113"/>
                <a:gd name="T10" fmla="*/ 147 w 184"/>
                <a:gd name="T11" fmla="*/ 31 h 113"/>
                <a:gd name="T12" fmla="*/ 155 w 184"/>
                <a:gd name="T13" fmla="*/ 29 h 113"/>
                <a:gd name="T14" fmla="*/ 178 w 184"/>
                <a:gd name="T15" fmla="*/ 33 h 113"/>
                <a:gd name="T16" fmla="*/ 170 w 184"/>
                <a:gd name="T17" fmla="*/ 54 h 113"/>
                <a:gd name="T18" fmla="*/ 150 w 184"/>
                <a:gd name="T19" fmla="*/ 79 h 113"/>
                <a:gd name="T20" fmla="*/ 138 w 184"/>
                <a:gd name="T21" fmla="*/ 91 h 113"/>
                <a:gd name="T22" fmla="*/ 130 w 184"/>
                <a:gd name="T23" fmla="*/ 85 h 113"/>
                <a:gd name="T24" fmla="*/ 133 w 184"/>
                <a:gd name="T25" fmla="*/ 67 h 113"/>
                <a:gd name="T26" fmla="*/ 125 w 184"/>
                <a:gd name="T27" fmla="*/ 33 h 113"/>
                <a:gd name="T28" fmla="*/ 111 w 184"/>
                <a:gd name="T29" fmla="*/ 38 h 113"/>
                <a:gd name="T30" fmla="*/ 77 w 184"/>
                <a:gd name="T31" fmla="*/ 83 h 113"/>
                <a:gd name="T32" fmla="*/ 68 w 184"/>
                <a:gd name="T33" fmla="*/ 99 h 113"/>
                <a:gd name="T34" fmla="*/ 52 w 184"/>
                <a:gd name="T35" fmla="*/ 102 h 113"/>
                <a:gd name="T36" fmla="*/ 31 w 184"/>
                <a:gd name="T37" fmla="*/ 105 h 113"/>
                <a:gd name="T38" fmla="*/ 14 w 184"/>
                <a:gd name="T39" fmla="*/ 111 h 113"/>
                <a:gd name="T40" fmla="*/ 2 w 184"/>
                <a:gd name="T41" fmla="*/ 92 h 113"/>
                <a:gd name="T42" fmla="*/ 32 w 184"/>
                <a:gd name="T43" fmla="*/ 25 h 113"/>
                <a:gd name="T44" fmla="*/ 53 w 184"/>
                <a:gd name="T45" fmla="*/ 20 h 113"/>
                <a:gd name="T46" fmla="*/ 50 w 184"/>
                <a:gd name="T47" fmla="*/ 41 h 113"/>
                <a:gd name="T48" fmla="*/ 36 w 184"/>
                <a:gd name="T49" fmla="*/ 68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4" h="113">
                  <a:moveTo>
                    <a:pt x="36" y="68"/>
                  </a:moveTo>
                  <a:cubicBezTo>
                    <a:pt x="70" y="52"/>
                    <a:pt x="103" y="37"/>
                    <a:pt x="126" y="9"/>
                  </a:cubicBezTo>
                  <a:cubicBezTo>
                    <a:pt x="128" y="6"/>
                    <a:pt x="131" y="3"/>
                    <a:pt x="134" y="2"/>
                  </a:cubicBezTo>
                  <a:cubicBezTo>
                    <a:pt x="138" y="1"/>
                    <a:pt x="144" y="0"/>
                    <a:pt x="148" y="2"/>
                  </a:cubicBezTo>
                  <a:cubicBezTo>
                    <a:pt x="150" y="4"/>
                    <a:pt x="150" y="10"/>
                    <a:pt x="150" y="14"/>
                  </a:cubicBezTo>
                  <a:cubicBezTo>
                    <a:pt x="150" y="19"/>
                    <a:pt x="148" y="24"/>
                    <a:pt x="147" y="31"/>
                  </a:cubicBezTo>
                  <a:cubicBezTo>
                    <a:pt x="152" y="30"/>
                    <a:pt x="154" y="30"/>
                    <a:pt x="155" y="29"/>
                  </a:cubicBezTo>
                  <a:cubicBezTo>
                    <a:pt x="164" y="23"/>
                    <a:pt x="173" y="23"/>
                    <a:pt x="178" y="33"/>
                  </a:cubicBezTo>
                  <a:cubicBezTo>
                    <a:pt x="184" y="43"/>
                    <a:pt x="176" y="48"/>
                    <a:pt x="170" y="54"/>
                  </a:cubicBezTo>
                  <a:cubicBezTo>
                    <a:pt x="162" y="61"/>
                    <a:pt x="157" y="71"/>
                    <a:pt x="150" y="79"/>
                  </a:cubicBezTo>
                  <a:cubicBezTo>
                    <a:pt x="147" y="83"/>
                    <a:pt x="143" y="88"/>
                    <a:pt x="138" y="91"/>
                  </a:cubicBezTo>
                  <a:cubicBezTo>
                    <a:pt x="137" y="92"/>
                    <a:pt x="130" y="87"/>
                    <a:pt x="130" y="85"/>
                  </a:cubicBezTo>
                  <a:cubicBezTo>
                    <a:pt x="129" y="79"/>
                    <a:pt x="130" y="72"/>
                    <a:pt x="133" y="67"/>
                  </a:cubicBezTo>
                  <a:cubicBezTo>
                    <a:pt x="139" y="58"/>
                    <a:pt x="135" y="36"/>
                    <a:pt x="125" y="33"/>
                  </a:cubicBezTo>
                  <a:cubicBezTo>
                    <a:pt x="121" y="32"/>
                    <a:pt x="114" y="34"/>
                    <a:pt x="111" y="38"/>
                  </a:cubicBezTo>
                  <a:cubicBezTo>
                    <a:pt x="99" y="52"/>
                    <a:pt x="88" y="68"/>
                    <a:pt x="77" y="83"/>
                  </a:cubicBezTo>
                  <a:cubicBezTo>
                    <a:pt x="74" y="88"/>
                    <a:pt x="71" y="94"/>
                    <a:pt x="68" y="99"/>
                  </a:cubicBezTo>
                  <a:cubicBezTo>
                    <a:pt x="64" y="105"/>
                    <a:pt x="59" y="107"/>
                    <a:pt x="52" y="102"/>
                  </a:cubicBezTo>
                  <a:cubicBezTo>
                    <a:pt x="45" y="98"/>
                    <a:pt x="38" y="97"/>
                    <a:pt x="31" y="105"/>
                  </a:cubicBezTo>
                  <a:cubicBezTo>
                    <a:pt x="27" y="109"/>
                    <a:pt x="17" y="113"/>
                    <a:pt x="14" y="111"/>
                  </a:cubicBezTo>
                  <a:cubicBezTo>
                    <a:pt x="9" y="106"/>
                    <a:pt x="0" y="96"/>
                    <a:pt x="2" y="92"/>
                  </a:cubicBezTo>
                  <a:cubicBezTo>
                    <a:pt x="10" y="69"/>
                    <a:pt x="21" y="47"/>
                    <a:pt x="32" y="25"/>
                  </a:cubicBezTo>
                  <a:cubicBezTo>
                    <a:pt x="36" y="18"/>
                    <a:pt x="45" y="12"/>
                    <a:pt x="53" y="20"/>
                  </a:cubicBezTo>
                  <a:cubicBezTo>
                    <a:pt x="62" y="28"/>
                    <a:pt x="53" y="34"/>
                    <a:pt x="50" y="41"/>
                  </a:cubicBezTo>
                  <a:cubicBezTo>
                    <a:pt x="45" y="50"/>
                    <a:pt x="40" y="59"/>
                    <a:pt x="36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61"/>
            <p:cNvSpPr/>
            <p:nvPr/>
          </p:nvSpPr>
          <p:spPr bwMode="auto">
            <a:xfrm>
              <a:off x="21404263" y="6054725"/>
              <a:ext cx="508000" cy="223838"/>
            </a:xfrm>
            <a:custGeom>
              <a:avLst/>
              <a:gdLst>
                <a:gd name="T0" fmla="*/ 59 w 161"/>
                <a:gd name="T1" fmla="*/ 68 h 71"/>
                <a:gd name="T2" fmla="*/ 3 w 161"/>
                <a:gd name="T3" fmla="*/ 42 h 71"/>
                <a:gd name="T4" fmla="*/ 17 w 161"/>
                <a:gd name="T5" fmla="*/ 27 h 71"/>
                <a:gd name="T6" fmla="*/ 115 w 161"/>
                <a:gd name="T7" fmla="*/ 7 h 71"/>
                <a:gd name="T8" fmla="*/ 146 w 161"/>
                <a:gd name="T9" fmla="*/ 2 h 71"/>
                <a:gd name="T10" fmla="*/ 152 w 161"/>
                <a:gd name="T11" fmla="*/ 26 h 71"/>
                <a:gd name="T12" fmla="*/ 59 w 161"/>
                <a:gd name="T13" fmla="*/ 6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1" h="71">
                  <a:moveTo>
                    <a:pt x="59" y="68"/>
                  </a:moveTo>
                  <a:cubicBezTo>
                    <a:pt x="22" y="68"/>
                    <a:pt x="8" y="59"/>
                    <a:pt x="3" y="42"/>
                  </a:cubicBezTo>
                  <a:cubicBezTo>
                    <a:pt x="0" y="30"/>
                    <a:pt x="4" y="25"/>
                    <a:pt x="17" y="27"/>
                  </a:cubicBezTo>
                  <a:cubicBezTo>
                    <a:pt x="52" y="32"/>
                    <a:pt x="84" y="24"/>
                    <a:pt x="115" y="7"/>
                  </a:cubicBezTo>
                  <a:cubicBezTo>
                    <a:pt x="123" y="2"/>
                    <a:pt x="135" y="0"/>
                    <a:pt x="146" y="2"/>
                  </a:cubicBezTo>
                  <a:cubicBezTo>
                    <a:pt x="157" y="3"/>
                    <a:pt x="161" y="19"/>
                    <a:pt x="152" y="26"/>
                  </a:cubicBezTo>
                  <a:cubicBezTo>
                    <a:pt x="121" y="50"/>
                    <a:pt x="89" y="71"/>
                    <a:pt x="59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62"/>
            <p:cNvSpPr/>
            <p:nvPr/>
          </p:nvSpPr>
          <p:spPr bwMode="auto">
            <a:xfrm>
              <a:off x="16486188" y="4778375"/>
              <a:ext cx="125412" cy="127000"/>
            </a:xfrm>
            <a:custGeom>
              <a:avLst/>
              <a:gdLst>
                <a:gd name="T0" fmla="*/ 40 w 40"/>
                <a:gd name="T1" fmla="*/ 30 h 40"/>
                <a:gd name="T2" fmla="*/ 29 w 40"/>
                <a:gd name="T3" fmla="*/ 39 h 40"/>
                <a:gd name="T4" fmla="*/ 2 w 40"/>
                <a:gd name="T5" fmla="*/ 14 h 40"/>
                <a:gd name="T6" fmla="*/ 16 w 40"/>
                <a:gd name="T7" fmla="*/ 3 h 40"/>
                <a:gd name="T8" fmla="*/ 40 w 40"/>
                <a:gd name="T9" fmla="*/ 3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40">
                  <a:moveTo>
                    <a:pt x="40" y="30"/>
                  </a:moveTo>
                  <a:cubicBezTo>
                    <a:pt x="37" y="32"/>
                    <a:pt x="34" y="38"/>
                    <a:pt x="29" y="39"/>
                  </a:cubicBezTo>
                  <a:cubicBezTo>
                    <a:pt x="19" y="40"/>
                    <a:pt x="0" y="23"/>
                    <a:pt x="2" y="14"/>
                  </a:cubicBezTo>
                  <a:cubicBezTo>
                    <a:pt x="3" y="9"/>
                    <a:pt x="10" y="4"/>
                    <a:pt x="16" y="3"/>
                  </a:cubicBezTo>
                  <a:cubicBezTo>
                    <a:pt x="27" y="0"/>
                    <a:pt x="39" y="14"/>
                    <a:pt x="4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63"/>
            <p:cNvSpPr/>
            <p:nvPr/>
          </p:nvSpPr>
          <p:spPr bwMode="auto">
            <a:xfrm>
              <a:off x="16652875" y="4943475"/>
              <a:ext cx="136525" cy="131763"/>
            </a:xfrm>
            <a:custGeom>
              <a:avLst/>
              <a:gdLst>
                <a:gd name="T0" fmla="*/ 43 w 43"/>
                <a:gd name="T1" fmla="*/ 28 h 42"/>
                <a:gd name="T2" fmla="*/ 24 w 43"/>
                <a:gd name="T3" fmla="*/ 37 h 42"/>
                <a:gd name="T4" fmla="*/ 1 w 43"/>
                <a:gd name="T5" fmla="*/ 18 h 42"/>
                <a:gd name="T6" fmla="*/ 2 w 43"/>
                <a:gd name="T7" fmla="*/ 7 h 42"/>
                <a:gd name="T8" fmla="*/ 43 w 43"/>
                <a:gd name="T9" fmla="*/ 2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2">
                  <a:moveTo>
                    <a:pt x="43" y="28"/>
                  </a:moveTo>
                  <a:cubicBezTo>
                    <a:pt x="43" y="37"/>
                    <a:pt x="34" y="42"/>
                    <a:pt x="24" y="37"/>
                  </a:cubicBezTo>
                  <a:cubicBezTo>
                    <a:pt x="16" y="32"/>
                    <a:pt x="8" y="25"/>
                    <a:pt x="1" y="18"/>
                  </a:cubicBezTo>
                  <a:cubicBezTo>
                    <a:pt x="0" y="16"/>
                    <a:pt x="0" y="9"/>
                    <a:pt x="2" y="7"/>
                  </a:cubicBezTo>
                  <a:cubicBezTo>
                    <a:pt x="13" y="0"/>
                    <a:pt x="42" y="15"/>
                    <a:pt x="4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83"/>
            <p:cNvSpPr>
              <a:spLocks noEditPoints="1"/>
            </p:cNvSpPr>
            <p:nvPr/>
          </p:nvSpPr>
          <p:spPr bwMode="auto">
            <a:xfrm>
              <a:off x="16368713" y="-493712"/>
              <a:ext cx="6076950" cy="6075363"/>
            </a:xfrm>
            <a:custGeom>
              <a:avLst/>
              <a:gdLst>
                <a:gd name="T0" fmla="*/ 1922 w 1925"/>
                <a:gd name="T1" fmla="*/ 963 h 1923"/>
                <a:gd name="T2" fmla="*/ 3 w 1925"/>
                <a:gd name="T3" fmla="*/ 955 h 1923"/>
                <a:gd name="T4" fmla="*/ 1027 w 1925"/>
                <a:gd name="T5" fmla="*/ 409 h 1923"/>
                <a:gd name="T6" fmla="*/ 1155 w 1925"/>
                <a:gd name="T7" fmla="*/ 498 h 1923"/>
                <a:gd name="T8" fmla="*/ 1499 w 1925"/>
                <a:gd name="T9" fmla="*/ 738 h 1923"/>
                <a:gd name="T10" fmla="*/ 1574 w 1925"/>
                <a:gd name="T11" fmla="*/ 643 h 1923"/>
                <a:gd name="T12" fmla="*/ 1461 w 1925"/>
                <a:gd name="T13" fmla="*/ 546 h 1923"/>
                <a:gd name="T14" fmla="*/ 1457 w 1925"/>
                <a:gd name="T15" fmla="*/ 403 h 1923"/>
                <a:gd name="T16" fmla="*/ 1338 w 1925"/>
                <a:gd name="T17" fmla="*/ 399 h 1923"/>
                <a:gd name="T18" fmla="*/ 1331 w 1925"/>
                <a:gd name="T19" fmla="*/ 472 h 1923"/>
                <a:gd name="T20" fmla="*/ 1038 w 1925"/>
                <a:gd name="T21" fmla="*/ 267 h 1923"/>
                <a:gd name="T22" fmla="*/ 1025 w 1925"/>
                <a:gd name="T23" fmla="*/ 127 h 1923"/>
                <a:gd name="T24" fmla="*/ 900 w 1925"/>
                <a:gd name="T25" fmla="*/ 128 h 1923"/>
                <a:gd name="T26" fmla="*/ 885 w 1925"/>
                <a:gd name="T27" fmla="*/ 269 h 1923"/>
                <a:gd name="T28" fmla="*/ 592 w 1925"/>
                <a:gd name="T29" fmla="*/ 471 h 1923"/>
                <a:gd name="T30" fmla="*/ 578 w 1925"/>
                <a:gd name="T31" fmla="*/ 382 h 1923"/>
                <a:gd name="T32" fmla="*/ 465 w 1925"/>
                <a:gd name="T33" fmla="*/ 420 h 1923"/>
                <a:gd name="T34" fmla="*/ 446 w 1925"/>
                <a:gd name="T35" fmla="*/ 576 h 1923"/>
                <a:gd name="T36" fmla="*/ 336 w 1925"/>
                <a:gd name="T37" fmla="*/ 717 h 1923"/>
                <a:gd name="T38" fmla="*/ 450 w 1925"/>
                <a:gd name="T39" fmla="*/ 721 h 1923"/>
                <a:gd name="T40" fmla="*/ 899 w 1925"/>
                <a:gd name="T41" fmla="*/ 408 h 1923"/>
                <a:gd name="T42" fmla="*/ 890 w 1925"/>
                <a:gd name="T43" fmla="*/ 507 h 1923"/>
                <a:gd name="T44" fmla="*/ 467 w 1925"/>
                <a:gd name="T45" fmla="*/ 803 h 1923"/>
                <a:gd name="T46" fmla="*/ 332 w 1925"/>
                <a:gd name="T47" fmla="*/ 953 h 1923"/>
                <a:gd name="T48" fmla="*/ 440 w 1925"/>
                <a:gd name="T49" fmla="*/ 971 h 1923"/>
                <a:gd name="T50" fmla="*/ 464 w 1925"/>
                <a:gd name="T51" fmla="*/ 1033 h 1923"/>
                <a:gd name="T52" fmla="*/ 355 w 1925"/>
                <a:gd name="T53" fmla="*/ 1124 h 1923"/>
                <a:gd name="T54" fmla="*/ 428 w 1925"/>
                <a:gd name="T55" fmla="*/ 1221 h 1923"/>
                <a:gd name="T56" fmla="*/ 464 w 1925"/>
                <a:gd name="T57" fmla="*/ 1208 h 1923"/>
                <a:gd name="T58" fmla="*/ 454 w 1925"/>
                <a:gd name="T59" fmla="*/ 1296 h 1923"/>
                <a:gd name="T60" fmla="*/ 331 w 1925"/>
                <a:gd name="T61" fmla="*/ 1401 h 1923"/>
                <a:gd name="T62" fmla="*/ 427 w 1925"/>
                <a:gd name="T63" fmla="*/ 1465 h 1923"/>
                <a:gd name="T64" fmla="*/ 831 w 1925"/>
                <a:gd name="T65" fmla="*/ 1182 h 1923"/>
                <a:gd name="T66" fmla="*/ 899 w 1925"/>
                <a:gd name="T67" fmla="*/ 1152 h 1923"/>
                <a:gd name="T68" fmla="*/ 887 w 1925"/>
                <a:gd name="T69" fmla="*/ 1236 h 1923"/>
                <a:gd name="T70" fmla="*/ 415 w 1925"/>
                <a:gd name="T71" fmla="*/ 1565 h 1923"/>
                <a:gd name="T72" fmla="*/ 490 w 1925"/>
                <a:gd name="T73" fmla="*/ 1661 h 1923"/>
                <a:gd name="T74" fmla="*/ 855 w 1925"/>
                <a:gd name="T75" fmla="*/ 1405 h 1923"/>
                <a:gd name="T76" fmla="*/ 899 w 1925"/>
                <a:gd name="T77" fmla="*/ 1395 h 1923"/>
                <a:gd name="T78" fmla="*/ 938 w 1925"/>
                <a:gd name="T79" fmla="*/ 1755 h 1923"/>
                <a:gd name="T80" fmla="*/ 1025 w 1925"/>
                <a:gd name="T81" fmla="*/ 1691 h 1923"/>
                <a:gd name="T82" fmla="*/ 1027 w 1925"/>
                <a:gd name="T83" fmla="*/ 1378 h 1923"/>
                <a:gd name="T84" fmla="*/ 1333 w 1925"/>
                <a:gd name="T85" fmla="*/ 1590 h 1923"/>
                <a:gd name="T86" fmla="*/ 1526 w 1925"/>
                <a:gd name="T87" fmla="*/ 1649 h 1923"/>
                <a:gd name="T88" fmla="*/ 1482 w 1925"/>
                <a:gd name="T89" fmla="*/ 1545 h 1923"/>
                <a:gd name="T90" fmla="*/ 1025 w 1925"/>
                <a:gd name="T91" fmla="*/ 1181 h 1923"/>
                <a:gd name="T92" fmla="*/ 1037 w 1925"/>
                <a:gd name="T93" fmla="*/ 1143 h 1923"/>
                <a:gd name="T94" fmla="*/ 1302 w 1925"/>
                <a:gd name="T95" fmla="*/ 1327 h 1923"/>
                <a:gd name="T96" fmla="*/ 1540 w 1925"/>
                <a:gd name="T97" fmla="*/ 1477 h 1923"/>
                <a:gd name="T98" fmla="*/ 1569 w 1925"/>
                <a:gd name="T99" fmla="*/ 1365 h 1923"/>
                <a:gd name="T100" fmla="*/ 1460 w 1925"/>
                <a:gd name="T101" fmla="*/ 1237 h 1923"/>
                <a:gd name="T102" fmla="*/ 1465 w 1925"/>
                <a:gd name="T103" fmla="*/ 1199 h 1923"/>
                <a:gd name="T104" fmla="*/ 1587 w 1925"/>
                <a:gd name="T105" fmla="*/ 1208 h 1923"/>
                <a:gd name="T106" fmla="*/ 1491 w 1925"/>
                <a:gd name="T107" fmla="*/ 1070 h 1923"/>
                <a:gd name="T108" fmla="*/ 1461 w 1925"/>
                <a:gd name="T109" fmla="*/ 959 h 1923"/>
                <a:gd name="T110" fmla="*/ 1497 w 1925"/>
                <a:gd name="T111" fmla="*/ 980 h 1923"/>
                <a:gd name="T112" fmla="*/ 1568 w 1925"/>
                <a:gd name="T113" fmla="*/ 880 h 1923"/>
                <a:gd name="T114" fmla="*/ 1062 w 1925"/>
                <a:gd name="T115" fmla="*/ 526 h 1923"/>
                <a:gd name="T116" fmla="*/ 1025 w 1925"/>
                <a:gd name="T117" fmla="*/ 424 h 1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25" h="1923">
                  <a:moveTo>
                    <a:pt x="961" y="0"/>
                  </a:moveTo>
                  <a:cubicBezTo>
                    <a:pt x="1503" y="3"/>
                    <a:pt x="1925" y="439"/>
                    <a:pt x="1922" y="963"/>
                  </a:cubicBezTo>
                  <a:cubicBezTo>
                    <a:pt x="1919" y="1496"/>
                    <a:pt x="1485" y="1923"/>
                    <a:pt x="954" y="1918"/>
                  </a:cubicBezTo>
                  <a:cubicBezTo>
                    <a:pt x="427" y="1913"/>
                    <a:pt x="0" y="1486"/>
                    <a:pt x="3" y="955"/>
                  </a:cubicBezTo>
                  <a:cubicBezTo>
                    <a:pt x="6" y="419"/>
                    <a:pt x="439" y="3"/>
                    <a:pt x="961" y="0"/>
                  </a:cubicBezTo>
                  <a:close/>
                  <a:moveTo>
                    <a:pt x="1027" y="409"/>
                  </a:moveTo>
                  <a:cubicBezTo>
                    <a:pt x="1034" y="413"/>
                    <a:pt x="1039" y="416"/>
                    <a:pt x="1044" y="420"/>
                  </a:cubicBezTo>
                  <a:cubicBezTo>
                    <a:pt x="1081" y="446"/>
                    <a:pt x="1118" y="472"/>
                    <a:pt x="1155" y="498"/>
                  </a:cubicBezTo>
                  <a:cubicBezTo>
                    <a:pt x="1237" y="555"/>
                    <a:pt x="1319" y="613"/>
                    <a:pt x="1401" y="670"/>
                  </a:cubicBezTo>
                  <a:cubicBezTo>
                    <a:pt x="1434" y="693"/>
                    <a:pt x="1466" y="716"/>
                    <a:pt x="1499" y="738"/>
                  </a:cubicBezTo>
                  <a:cubicBezTo>
                    <a:pt x="1531" y="760"/>
                    <a:pt x="1572" y="750"/>
                    <a:pt x="1589" y="718"/>
                  </a:cubicBezTo>
                  <a:cubicBezTo>
                    <a:pt x="1603" y="692"/>
                    <a:pt x="1598" y="661"/>
                    <a:pt x="1574" y="643"/>
                  </a:cubicBezTo>
                  <a:cubicBezTo>
                    <a:pt x="1542" y="619"/>
                    <a:pt x="1508" y="595"/>
                    <a:pt x="1474" y="572"/>
                  </a:cubicBezTo>
                  <a:cubicBezTo>
                    <a:pt x="1465" y="566"/>
                    <a:pt x="1460" y="558"/>
                    <a:pt x="1461" y="546"/>
                  </a:cubicBezTo>
                  <a:cubicBezTo>
                    <a:pt x="1461" y="509"/>
                    <a:pt x="1461" y="472"/>
                    <a:pt x="1461" y="435"/>
                  </a:cubicBezTo>
                  <a:cubicBezTo>
                    <a:pt x="1461" y="424"/>
                    <a:pt x="1460" y="413"/>
                    <a:pt x="1457" y="403"/>
                  </a:cubicBezTo>
                  <a:cubicBezTo>
                    <a:pt x="1451" y="377"/>
                    <a:pt x="1425" y="357"/>
                    <a:pt x="1399" y="357"/>
                  </a:cubicBezTo>
                  <a:cubicBezTo>
                    <a:pt x="1372" y="356"/>
                    <a:pt x="1345" y="373"/>
                    <a:pt x="1338" y="399"/>
                  </a:cubicBezTo>
                  <a:cubicBezTo>
                    <a:pt x="1334" y="415"/>
                    <a:pt x="1335" y="433"/>
                    <a:pt x="1333" y="451"/>
                  </a:cubicBezTo>
                  <a:cubicBezTo>
                    <a:pt x="1333" y="456"/>
                    <a:pt x="1332" y="462"/>
                    <a:pt x="1331" y="472"/>
                  </a:cubicBezTo>
                  <a:cubicBezTo>
                    <a:pt x="1318" y="462"/>
                    <a:pt x="1309" y="455"/>
                    <a:pt x="1299" y="448"/>
                  </a:cubicBezTo>
                  <a:cubicBezTo>
                    <a:pt x="1212" y="388"/>
                    <a:pt x="1125" y="327"/>
                    <a:pt x="1038" y="267"/>
                  </a:cubicBezTo>
                  <a:cubicBezTo>
                    <a:pt x="1028" y="260"/>
                    <a:pt x="1025" y="253"/>
                    <a:pt x="1025" y="242"/>
                  </a:cubicBezTo>
                  <a:cubicBezTo>
                    <a:pt x="1026" y="204"/>
                    <a:pt x="1026" y="165"/>
                    <a:pt x="1025" y="127"/>
                  </a:cubicBezTo>
                  <a:cubicBezTo>
                    <a:pt x="1025" y="88"/>
                    <a:pt x="998" y="61"/>
                    <a:pt x="962" y="62"/>
                  </a:cubicBezTo>
                  <a:cubicBezTo>
                    <a:pt x="926" y="62"/>
                    <a:pt x="900" y="89"/>
                    <a:pt x="900" y="128"/>
                  </a:cubicBezTo>
                  <a:cubicBezTo>
                    <a:pt x="899" y="165"/>
                    <a:pt x="899" y="203"/>
                    <a:pt x="900" y="240"/>
                  </a:cubicBezTo>
                  <a:cubicBezTo>
                    <a:pt x="900" y="253"/>
                    <a:pt x="896" y="261"/>
                    <a:pt x="885" y="269"/>
                  </a:cubicBezTo>
                  <a:cubicBezTo>
                    <a:pt x="794" y="331"/>
                    <a:pt x="704" y="395"/>
                    <a:pt x="614" y="458"/>
                  </a:cubicBezTo>
                  <a:cubicBezTo>
                    <a:pt x="608" y="462"/>
                    <a:pt x="602" y="466"/>
                    <a:pt x="592" y="471"/>
                  </a:cubicBezTo>
                  <a:cubicBezTo>
                    <a:pt x="592" y="456"/>
                    <a:pt x="593" y="444"/>
                    <a:pt x="591" y="433"/>
                  </a:cubicBezTo>
                  <a:cubicBezTo>
                    <a:pt x="588" y="416"/>
                    <a:pt x="587" y="397"/>
                    <a:pt x="578" y="382"/>
                  </a:cubicBezTo>
                  <a:cubicBezTo>
                    <a:pt x="564" y="359"/>
                    <a:pt x="535" y="352"/>
                    <a:pt x="507" y="360"/>
                  </a:cubicBezTo>
                  <a:cubicBezTo>
                    <a:pt x="484" y="367"/>
                    <a:pt x="466" y="391"/>
                    <a:pt x="465" y="420"/>
                  </a:cubicBezTo>
                  <a:cubicBezTo>
                    <a:pt x="464" y="459"/>
                    <a:pt x="464" y="499"/>
                    <a:pt x="465" y="538"/>
                  </a:cubicBezTo>
                  <a:cubicBezTo>
                    <a:pt x="465" y="555"/>
                    <a:pt x="460" y="566"/>
                    <a:pt x="446" y="576"/>
                  </a:cubicBezTo>
                  <a:cubicBezTo>
                    <a:pt x="413" y="598"/>
                    <a:pt x="380" y="621"/>
                    <a:pt x="349" y="646"/>
                  </a:cubicBezTo>
                  <a:cubicBezTo>
                    <a:pt x="326" y="663"/>
                    <a:pt x="323" y="692"/>
                    <a:pt x="336" y="717"/>
                  </a:cubicBezTo>
                  <a:cubicBezTo>
                    <a:pt x="349" y="742"/>
                    <a:pt x="374" y="756"/>
                    <a:pt x="401" y="748"/>
                  </a:cubicBezTo>
                  <a:cubicBezTo>
                    <a:pt x="418" y="742"/>
                    <a:pt x="435" y="732"/>
                    <a:pt x="450" y="721"/>
                  </a:cubicBezTo>
                  <a:cubicBezTo>
                    <a:pt x="588" y="625"/>
                    <a:pt x="726" y="528"/>
                    <a:pt x="864" y="432"/>
                  </a:cubicBezTo>
                  <a:cubicBezTo>
                    <a:pt x="874" y="424"/>
                    <a:pt x="885" y="417"/>
                    <a:pt x="899" y="408"/>
                  </a:cubicBezTo>
                  <a:cubicBezTo>
                    <a:pt x="899" y="440"/>
                    <a:pt x="900" y="468"/>
                    <a:pt x="899" y="496"/>
                  </a:cubicBezTo>
                  <a:cubicBezTo>
                    <a:pt x="899" y="499"/>
                    <a:pt x="894" y="504"/>
                    <a:pt x="890" y="507"/>
                  </a:cubicBezTo>
                  <a:cubicBezTo>
                    <a:pt x="865" y="525"/>
                    <a:pt x="840" y="542"/>
                    <a:pt x="814" y="560"/>
                  </a:cubicBezTo>
                  <a:cubicBezTo>
                    <a:pt x="699" y="641"/>
                    <a:pt x="583" y="722"/>
                    <a:pt x="467" y="803"/>
                  </a:cubicBezTo>
                  <a:cubicBezTo>
                    <a:pt x="429" y="830"/>
                    <a:pt x="390" y="857"/>
                    <a:pt x="352" y="884"/>
                  </a:cubicBezTo>
                  <a:cubicBezTo>
                    <a:pt x="330" y="900"/>
                    <a:pt x="323" y="928"/>
                    <a:pt x="332" y="953"/>
                  </a:cubicBezTo>
                  <a:cubicBezTo>
                    <a:pt x="341" y="977"/>
                    <a:pt x="362" y="991"/>
                    <a:pt x="388" y="992"/>
                  </a:cubicBezTo>
                  <a:cubicBezTo>
                    <a:pt x="409" y="992"/>
                    <a:pt x="425" y="982"/>
                    <a:pt x="440" y="971"/>
                  </a:cubicBezTo>
                  <a:cubicBezTo>
                    <a:pt x="447" y="966"/>
                    <a:pt x="454" y="962"/>
                    <a:pt x="464" y="955"/>
                  </a:cubicBezTo>
                  <a:cubicBezTo>
                    <a:pt x="464" y="984"/>
                    <a:pt x="464" y="1009"/>
                    <a:pt x="464" y="1033"/>
                  </a:cubicBezTo>
                  <a:cubicBezTo>
                    <a:pt x="465" y="1043"/>
                    <a:pt x="462" y="1049"/>
                    <a:pt x="453" y="1055"/>
                  </a:cubicBezTo>
                  <a:cubicBezTo>
                    <a:pt x="420" y="1078"/>
                    <a:pt x="388" y="1101"/>
                    <a:pt x="355" y="1124"/>
                  </a:cubicBezTo>
                  <a:cubicBezTo>
                    <a:pt x="328" y="1143"/>
                    <a:pt x="320" y="1179"/>
                    <a:pt x="338" y="1206"/>
                  </a:cubicBezTo>
                  <a:cubicBezTo>
                    <a:pt x="357" y="1237"/>
                    <a:pt x="395" y="1244"/>
                    <a:pt x="428" y="1221"/>
                  </a:cubicBezTo>
                  <a:cubicBezTo>
                    <a:pt x="439" y="1214"/>
                    <a:pt x="449" y="1207"/>
                    <a:pt x="461" y="1199"/>
                  </a:cubicBezTo>
                  <a:cubicBezTo>
                    <a:pt x="462" y="1203"/>
                    <a:pt x="464" y="1205"/>
                    <a:pt x="464" y="1208"/>
                  </a:cubicBezTo>
                  <a:cubicBezTo>
                    <a:pt x="464" y="1232"/>
                    <a:pt x="465" y="1257"/>
                    <a:pt x="464" y="1281"/>
                  </a:cubicBezTo>
                  <a:cubicBezTo>
                    <a:pt x="464" y="1286"/>
                    <a:pt x="459" y="1293"/>
                    <a:pt x="454" y="1296"/>
                  </a:cubicBezTo>
                  <a:cubicBezTo>
                    <a:pt x="422" y="1320"/>
                    <a:pt x="388" y="1341"/>
                    <a:pt x="357" y="1366"/>
                  </a:cubicBezTo>
                  <a:cubicBezTo>
                    <a:pt x="346" y="1375"/>
                    <a:pt x="336" y="1388"/>
                    <a:pt x="331" y="1401"/>
                  </a:cubicBezTo>
                  <a:cubicBezTo>
                    <a:pt x="323" y="1425"/>
                    <a:pt x="334" y="1452"/>
                    <a:pt x="354" y="1466"/>
                  </a:cubicBezTo>
                  <a:cubicBezTo>
                    <a:pt x="376" y="1482"/>
                    <a:pt x="403" y="1481"/>
                    <a:pt x="427" y="1465"/>
                  </a:cubicBezTo>
                  <a:cubicBezTo>
                    <a:pt x="474" y="1431"/>
                    <a:pt x="522" y="1398"/>
                    <a:pt x="569" y="1365"/>
                  </a:cubicBezTo>
                  <a:cubicBezTo>
                    <a:pt x="656" y="1304"/>
                    <a:pt x="744" y="1243"/>
                    <a:pt x="831" y="1182"/>
                  </a:cubicBezTo>
                  <a:cubicBezTo>
                    <a:pt x="852" y="1167"/>
                    <a:pt x="874" y="1152"/>
                    <a:pt x="898" y="1135"/>
                  </a:cubicBezTo>
                  <a:cubicBezTo>
                    <a:pt x="899" y="1143"/>
                    <a:pt x="899" y="1148"/>
                    <a:pt x="899" y="1152"/>
                  </a:cubicBezTo>
                  <a:cubicBezTo>
                    <a:pt x="899" y="1171"/>
                    <a:pt x="899" y="1190"/>
                    <a:pt x="900" y="1209"/>
                  </a:cubicBezTo>
                  <a:cubicBezTo>
                    <a:pt x="900" y="1221"/>
                    <a:pt x="896" y="1229"/>
                    <a:pt x="887" y="1236"/>
                  </a:cubicBezTo>
                  <a:cubicBezTo>
                    <a:pt x="793" y="1301"/>
                    <a:pt x="699" y="1366"/>
                    <a:pt x="605" y="1432"/>
                  </a:cubicBezTo>
                  <a:cubicBezTo>
                    <a:pt x="542" y="1476"/>
                    <a:pt x="478" y="1520"/>
                    <a:pt x="415" y="1565"/>
                  </a:cubicBezTo>
                  <a:cubicBezTo>
                    <a:pt x="392" y="1582"/>
                    <a:pt x="383" y="1610"/>
                    <a:pt x="392" y="1634"/>
                  </a:cubicBezTo>
                  <a:cubicBezTo>
                    <a:pt x="408" y="1676"/>
                    <a:pt x="451" y="1688"/>
                    <a:pt x="490" y="1661"/>
                  </a:cubicBezTo>
                  <a:cubicBezTo>
                    <a:pt x="550" y="1619"/>
                    <a:pt x="611" y="1577"/>
                    <a:pt x="671" y="1534"/>
                  </a:cubicBezTo>
                  <a:cubicBezTo>
                    <a:pt x="733" y="1491"/>
                    <a:pt x="794" y="1448"/>
                    <a:pt x="855" y="1405"/>
                  </a:cubicBezTo>
                  <a:cubicBezTo>
                    <a:pt x="869" y="1396"/>
                    <a:pt x="882" y="1387"/>
                    <a:pt x="898" y="1376"/>
                  </a:cubicBezTo>
                  <a:cubicBezTo>
                    <a:pt x="899" y="1384"/>
                    <a:pt x="899" y="1390"/>
                    <a:pt x="899" y="1395"/>
                  </a:cubicBezTo>
                  <a:cubicBezTo>
                    <a:pt x="899" y="1496"/>
                    <a:pt x="899" y="1597"/>
                    <a:pt x="900" y="1698"/>
                  </a:cubicBezTo>
                  <a:cubicBezTo>
                    <a:pt x="900" y="1725"/>
                    <a:pt x="913" y="1745"/>
                    <a:pt x="938" y="1755"/>
                  </a:cubicBezTo>
                  <a:cubicBezTo>
                    <a:pt x="961" y="1765"/>
                    <a:pt x="983" y="1762"/>
                    <a:pt x="1004" y="1745"/>
                  </a:cubicBezTo>
                  <a:cubicBezTo>
                    <a:pt x="1021" y="1731"/>
                    <a:pt x="1026" y="1712"/>
                    <a:pt x="1025" y="1691"/>
                  </a:cubicBezTo>
                  <a:cubicBezTo>
                    <a:pt x="1025" y="1592"/>
                    <a:pt x="1025" y="1493"/>
                    <a:pt x="1026" y="1394"/>
                  </a:cubicBezTo>
                  <a:cubicBezTo>
                    <a:pt x="1026" y="1389"/>
                    <a:pt x="1026" y="1384"/>
                    <a:pt x="1027" y="1378"/>
                  </a:cubicBezTo>
                  <a:cubicBezTo>
                    <a:pt x="1031" y="1379"/>
                    <a:pt x="1032" y="1380"/>
                    <a:pt x="1033" y="1381"/>
                  </a:cubicBezTo>
                  <a:cubicBezTo>
                    <a:pt x="1133" y="1450"/>
                    <a:pt x="1233" y="1520"/>
                    <a:pt x="1333" y="1590"/>
                  </a:cubicBezTo>
                  <a:cubicBezTo>
                    <a:pt x="1370" y="1615"/>
                    <a:pt x="1405" y="1641"/>
                    <a:pt x="1443" y="1666"/>
                  </a:cubicBezTo>
                  <a:cubicBezTo>
                    <a:pt x="1472" y="1685"/>
                    <a:pt x="1506" y="1677"/>
                    <a:pt x="1526" y="1649"/>
                  </a:cubicBezTo>
                  <a:cubicBezTo>
                    <a:pt x="1544" y="1622"/>
                    <a:pt x="1539" y="1588"/>
                    <a:pt x="1512" y="1567"/>
                  </a:cubicBezTo>
                  <a:cubicBezTo>
                    <a:pt x="1503" y="1559"/>
                    <a:pt x="1492" y="1553"/>
                    <a:pt x="1482" y="1545"/>
                  </a:cubicBezTo>
                  <a:cubicBezTo>
                    <a:pt x="1342" y="1447"/>
                    <a:pt x="1202" y="1348"/>
                    <a:pt x="1060" y="1251"/>
                  </a:cubicBezTo>
                  <a:cubicBezTo>
                    <a:pt x="1033" y="1233"/>
                    <a:pt x="1020" y="1214"/>
                    <a:pt x="1025" y="1181"/>
                  </a:cubicBezTo>
                  <a:cubicBezTo>
                    <a:pt x="1027" y="1167"/>
                    <a:pt x="1025" y="1153"/>
                    <a:pt x="1025" y="1136"/>
                  </a:cubicBezTo>
                  <a:cubicBezTo>
                    <a:pt x="1031" y="1140"/>
                    <a:pt x="1035" y="1141"/>
                    <a:pt x="1037" y="1143"/>
                  </a:cubicBezTo>
                  <a:cubicBezTo>
                    <a:pt x="1061" y="1159"/>
                    <a:pt x="1084" y="1175"/>
                    <a:pt x="1107" y="1191"/>
                  </a:cubicBezTo>
                  <a:cubicBezTo>
                    <a:pt x="1172" y="1237"/>
                    <a:pt x="1237" y="1282"/>
                    <a:pt x="1302" y="1327"/>
                  </a:cubicBezTo>
                  <a:cubicBezTo>
                    <a:pt x="1368" y="1373"/>
                    <a:pt x="1434" y="1420"/>
                    <a:pt x="1501" y="1466"/>
                  </a:cubicBezTo>
                  <a:cubicBezTo>
                    <a:pt x="1511" y="1473"/>
                    <a:pt x="1527" y="1477"/>
                    <a:pt x="1540" y="1477"/>
                  </a:cubicBezTo>
                  <a:cubicBezTo>
                    <a:pt x="1566" y="1476"/>
                    <a:pt x="1587" y="1458"/>
                    <a:pt x="1594" y="1434"/>
                  </a:cubicBezTo>
                  <a:cubicBezTo>
                    <a:pt x="1601" y="1407"/>
                    <a:pt x="1593" y="1383"/>
                    <a:pt x="1569" y="1365"/>
                  </a:cubicBezTo>
                  <a:cubicBezTo>
                    <a:pt x="1547" y="1349"/>
                    <a:pt x="1525" y="1331"/>
                    <a:pt x="1501" y="1319"/>
                  </a:cubicBezTo>
                  <a:cubicBezTo>
                    <a:pt x="1466" y="1301"/>
                    <a:pt x="1455" y="1274"/>
                    <a:pt x="1460" y="1237"/>
                  </a:cubicBezTo>
                  <a:cubicBezTo>
                    <a:pt x="1462" y="1226"/>
                    <a:pt x="1461" y="1213"/>
                    <a:pt x="1461" y="1201"/>
                  </a:cubicBezTo>
                  <a:cubicBezTo>
                    <a:pt x="1462" y="1201"/>
                    <a:pt x="1464" y="1200"/>
                    <a:pt x="1465" y="1199"/>
                  </a:cubicBezTo>
                  <a:cubicBezTo>
                    <a:pt x="1476" y="1207"/>
                    <a:pt x="1486" y="1214"/>
                    <a:pt x="1497" y="1221"/>
                  </a:cubicBezTo>
                  <a:cubicBezTo>
                    <a:pt x="1527" y="1243"/>
                    <a:pt x="1566" y="1238"/>
                    <a:pt x="1587" y="1208"/>
                  </a:cubicBezTo>
                  <a:cubicBezTo>
                    <a:pt x="1606" y="1180"/>
                    <a:pt x="1597" y="1142"/>
                    <a:pt x="1567" y="1121"/>
                  </a:cubicBezTo>
                  <a:cubicBezTo>
                    <a:pt x="1541" y="1104"/>
                    <a:pt x="1518" y="1084"/>
                    <a:pt x="1491" y="1070"/>
                  </a:cubicBezTo>
                  <a:cubicBezTo>
                    <a:pt x="1466" y="1055"/>
                    <a:pt x="1457" y="1037"/>
                    <a:pt x="1460" y="1009"/>
                  </a:cubicBezTo>
                  <a:cubicBezTo>
                    <a:pt x="1462" y="992"/>
                    <a:pt x="1461" y="975"/>
                    <a:pt x="1461" y="959"/>
                  </a:cubicBezTo>
                  <a:cubicBezTo>
                    <a:pt x="1462" y="958"/>
                    <a:pt x="1464" y="957"/>
                    <a:pt x="1465" y="957"/>
                  </a:cubicBezTo>
                  <a:cubicBezTo>
                    <a:pt x="1476" y="964"/>
                    <a:pt x="1486" y="972"/>
                    <a:pt x="1497" y="980"/>
                  </a:cubicBezTo>
                  <a:cubicBezTo>
                    <a:pt x="1526" y="1000"/>
                    <a:pt x="1566" y="995"/>
                    <a:pt x="1584" y="968"/>
                  </a:cubicBezTo>
                  <a:cubicBezTo>
                    <a:pt x="1605" y="939"/>
                    <a:pt x="1598" y="901"/>
                    <a:pt x="1568" y="880"/>
                  </a:cubicBezTo>
                  <a:cubicBezTo>
                    <a:pt x="1509" y="839"/>
                    <a:pt x="1451" y="798"/>
                    <a:pt x="1392" y="757"/>
                  </a:cubicBezTo>
                  <a:cubicBezTo>
                    <a:pt x="1282" y="680"/>
                    <a:pt x="1172" y="603"/>
                    <a:pt x="1062" y="526"/>
                  </a:cubicBezTo>
                  <a:cubicBezTo>
                    <a:pt x="1025" y="501"/>
                    <a:pt x="1025" y="501"/>
                    <a:pt x="1025" y="456"/>
                  </a:cubicBezTo>
                  <a:cubicBezTo>
                    <a:pt x="1025" y="445"/>
                    <a:pt x="1025" y="435"/>
                    <a:pt x="1025" y="424"/>
                  </a:cubicBezTo>
                  <a:cubicBezTo>
                    <a:pt x="1025" y="420"/>
                    <a:pt x="1026" y="416"/>
                    <a:pt x="1027" y="4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85"/>
            <p:cNvSpPr/>
            <p:nvPr/>
          </p:nvSpPr>
          <p:spPr bwMode="auto">
            <a:xfrm>
              <a:off x="18234025" y="2327275"/>
              <a:ext cx="992187" cy="966788"/>
            </a:xfrm>
            <a:custGeom>
              <a:avLst/>
              <a:gdLst>
                <a:gd name="T0" fmla="*/ 308 w 314"/>
                <a:gd name="T1" fmla="*/ 0 h 306"/>
                <a:gd name="T2" fmla="*/ 309 w 314"/>
                <a:gd name="T3" fmla="*/ 45 h 306"/>
                <a:gd name="T4" fmla="*/ 272 w 314"/>
                <a:gd name="T5" fmla="*/ 119 h 306"/>
                <a:gd name="T6" fmla="*/ 32 w 314"/>
                <a:gd name="T7" fmla="*/ 285 h 306"/>
                <a:gd name="T8" fmla="*/ 3 w 314"/>
                <a:gd name="T9" fmla="*/ 306 h 306"/>
                <a:gd name="T10" fmla="*/ 1 w 314"/>
                <a:gd name="T11" fmla="*/ 287 h 306"/>
                <a:gd name="T12" fmla="*/ 1 w 314"/>
                <a:gd name="T13" fmla="*/ 227 h 306"/>
                <a:gd name="T14" fmla="*/ 13 w 314"/>
                <a:gd name="T15" fmla="*/ 205 h 306"/>
                <a:gd name="T16" fmla="*/ 295 w 314"/>
                <a:gd name="T17" fmla="*/ 7 h 306"/>
                <a:gd name="T18" fmla="*/ 308 w 314"/>
                <a:gd name="T19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4" h="306">
                  <a:moveTo>
                    <a:pt x="308" y="0"/>
                  </a:moveTo>
                  <a:cubicBezTo>
                    <a:pt x="308" y="17"/>
                    <a:pt x="307" y="31"/>
                    <a:pt x="309" y="45"/>
                  </a:cubicBezTo>
                  <a:cubicBezTo>
                    <a:pt x="314" y="79"/>
                    <a:pt x="301" y="100"/>
                    <a:pt x="272" y="119"/>
                  </a:cubicBezTo>
                  <a:cubicBezTo>
                    <a:pt x="191" y="173"/>
                    <a:pt x="112" y="230"/>
                    <a:pt x="32" y="285"/>
                  </a:cubicBezTo>
                  <a:cubicBezTo>
                    <a:pt x="23" y="292"/>
                    <a:pt x="14" y="298"/>
                    <a:pt x="3" y="306"/>
                  </a:cubicBezTo>
                  <a:cubicBezTo>
                    <a:pt x="2" y="298"/>
                    <a:pt x="1" y="292"/>
                    <a:pt x="1" y="287"/>
                  </a:cubicBezTo>
                  <a:cubicBezTo>
                    <a:pt x="1" y="267"/>
                    <a:pt x="0" y="247"/>
                    <a:pt x="1" y="227"/>
                  </a:cubicBezTo>
                  <a:cubicBezTo>
                    <a:pt x="2" y="220"/>
                    <a:pt x="7" y="210"/>
                    <a:pt x="13" y="205"/>
                  </a:cubicBezTo>
                  <a:cubicBezTo>
                    <a:pt x="107" y="139"/>
                    <a:pt x="201" y="73"/>
                    <a:pt x="295" y="7"/>
                  </a:cubicBezTo>
                  <a:cubicBezTo>
                    <a:pt x="298" y="5"/>
                    <a:pt x="302" y="4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86"/>
            <p:cNvSpPr/>
            <p:nvPr/>
          </p:nvSpPr>
          <p:spPr bwMode="auto">
            <a:xfrm>
              <a:off x="18234025" y="1557338"/>
              <a:ext cx="976312" cy="969963"/>
            </a:xfrm>
            <a:custGeom>
              <a:avLst/>
              <a:gdLst>
                <a:gd name="T0" fmla="*/ 308 w 309"/>
                <a:gd name="T1" fmla="*/ 0 h 307"/>
                <a:gd name="T2" fmla="*/ 308 w 309"/>
                <a:gd name="T3" fmla="*/ 48 h 307"/>
                <a:gd name="T4" fmla="*/ 268 w 309"/>
                <a:gd name="T5" fmla="*/ 122 h 307"/>
                <a:gd name="T6" fmla="*/ 26 w 309"/>
                <a:gd name="T7" fmla="*/ 291 h 307"/>
                <a:gd name="T8" fmla="*/ 3 w 309"/>
                <a:gd name="T9" fmla="*/ 307 h 307"/>
                <a:gd name="T10" fmla="*/ 1 w 309"/>
                <a:gd name="T11" fmla="*/ 290 h 307"/>
                <a:gd name="T12" fmla="*/ 1 w 309"/>
                <a:gd name="T13" fmla="*/ 230 h 307"/>
                <a:gd name="T14" fmla="*/ 13 w 309"/>
                <a:gd name="T15" fmla="*/ 207 h 307"/>
                <a:gd name="T16" fmla="*/ 283 w 309"/>
                <a:gd name="T17" fmla="*/ 18 h 307"/>
                <a:gd name="T18" fmla="*/ 308 w 309"/>
                <a:gd name="T19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9" h="307">
                  <a:moveTo>
                    <a:pt x="308" y="0"/>
                  </a:moveTo>
                  <a:cubicBezTo>
                    <a:pt x="308" y="19"/>
                    <a:pt x="308" y="33"/>
                    <a:pt x="308" y="48"/>
                  </a:cubicBezTo>
                  <a:cubicBezTo>
                    <a:pt x="309" y="96"/>
                    <a:pt x="308" y="95"/>
                    <a:pt x="268" y="122"/>
                  </a:cubicBezTo>
                  <a:cubicBezTo>
                    <a:pt x="187" y="178"/>
                    <a:pt x="107" y="235"/>
                    <a:pt x="26" y="291"/>
                  </a:cubicBezTo>
                  <a:cubicBezTo>
                    <a:pt x="20" y="296"/>
                    <a:pt x="12" y="300"/>
                    <a:pt x="3" y="307"/>
                  </a:cubicBezTo>
                  <a:cubicBezTo>
                    <a:pt x="2" y="299"/>
                    <a:pt x="1" y="295"/>
                    <a:pt x="1" y="290"/>
                  </a:cubicBezTo>
                  <a:cubicBezTo>
                    <a:pt x="1" y="270"/>
                    <a:pt x="1" y="250"/>
                    <a:pt x="1" y="230"/>
                  </a:cubicBezTo>
                  <a:cubicBezTo>
                    <a:pt x="0" y="220"/>
                    <a:pt x="4" y="213"/>
                    <a:pt x="13" y="207"/>
                  </a:cubicBezTo>
                  <a:cubicBezTo>
                    <a:pt x="103" y="144"/>
                    <a:pt x="193" y="81"/>
                    <a:pt x="283" y="18"/>
                  </a:cubicBezTo>
                  <a:cubicBezTo>
                    <a:pt x="290" y="13"/>
                    <a:pt x="297" y="8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87"/>
            <p:cNvSpPr/>
            <p:nvPr/>
          </p:nvSpPr>
          <p:spPr bwMode="auto">
            <a:xfrm>
              <a:off x="19599275" y="2324100"/>
              <a:ext cx="984250" cy="963613"/>
            </a:xfrm>
            <a:custGeom>
              <a:avLst/>
              <a:gdLst>
                <a:gd name="T0" fmla="*/ 2 w 312"/>
                <a:gd name="T1" fmla="*/ 0 h 305"/>
                <a:gd name="T2" fmla="*/ 64 w 312"/>
                <a:gd name="T3" fmla="*/ 43 h 305"/>
                <a:gd name="T4" fmla="*/ 290 w 312"/>
                <a:gd name="T5" fmla="*/ 200 h 305"/>
                <a:gd name="T6" fmla="*/ 311 w 312"/>
                <a:gd name="T7" fmla="*/ 238 h 305"/>
                <a:gd name="T8" fmla="*/ 310 w 312"/>
                <a:gd name="T9" fmla="*/ 305 h 305"/>
                <a:gd name="T10" fmla="*/ 298 w 312"/>
                <a:gd name="T11" fmla="*/ 300 h 305"/>
                <a:gd name="T12" fmla="*/ 27 w 312"/>
                <a:gd name="T13" fmla="*/ 111 h 305"/>
                <a:gd name="T14" fmla="*/ 2 w 312"/>
                <a:gd name="T15" fmla="*/ 61 h 305"/>
                <a:gd name="T16" fmla="*/ 2 w 312"/>
                <a:gd name="T17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2" h="305">
                  <a:moveTo>
                    <a:pt x="2" y="0"/>
                  </a:moveTo>
                  <a:cubicBezTo>
                    <a:pt x="25" y="16"/>
                    <a:pt x="45" y="29"/>
                    <a:pt x="64" y="43"/>
                  </a:cubicBezTo>
                  <a:cubicBezTo>
                    <a:pt x="140" y="95"/>
                    <a:pt x="215" y="148"/>
                    <a:pt x="290" y="200"/>
                  </a:cubicBezTo>
                  <a:cubicBezTo>
                    <a:pt x="304" y="210"/>
                    <a:pt x="312" y="220"/>
                    <a:pt x="311" y="238"/>
                  </a:cubicBezTo>
                  <a:cubicBezTo>
                    <a:pt x="309" y="259"/>
                    <a:pt x="310" y="281"/>
                    <a:pt x="310" y="305"/>
                  </a:cubicBezTo>
                  <a:cubicBezTo>
                    <a:pt x="304" y="303"/>
                    <a:pt x="301" y="302"/>
                    <a:pt x="298" y="300"/>
                  </a:cubicBezTo>
                  <a:cubicBezTo>
                    <a:pt x="208" y="237"/>
                    <a:pt x="118" y="173"/>
                    <a:pt x="27" y="111"/>
                  </a:cubicBezTo>
                  <a:cubicBezTo>
                    <a:pt x="7" y="98"/>
                    <a:pt x="0" y="84"/>
                    <a:pt x="2" y="61"/>
                  </a:cubicBezTo>
                  <a:cubicBezTo>
                    <a:pt x="4" y="42"/>
                    <a:pt x="2" y="23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88"/>
            <p:cNvSpPr/>
            <p:nvPr/>
          </p:nvSpPr>
          <p:spPr bwMode="auto">
            <a:xfrm>
              <a:off x="19608800" y="1560513"/>
              <a:ext cx="974725" cy="960438"/>
            </a:xfrm>
            <a:custGeom>
              <a:avLst/>
              <a:gdLst>
                <a:gd name="T0" fmla="*/ 303 w 309"/>
                <a:gd name="T1" fmla="*/ 304 h 304"/>
                <a:gd name="T2" fmla="*/ 253 w 309"/>
                <a:gd name="T3" fmla="*/ 270 h 304"/>
                <a:gd name="T4" fmla="*/ 7 w 309"/>
                <a:gd name="T5" fmla="*/ 98 h 304"/>
                <a:gd name="T6" fmla="*/ 0 w 309"/>
                <a:gd name="T7" fmla="*/ 90 h 304"/>
                <a:gd name="T8" fmla="*/ 0 w 309"/>
                <a:gd name="T9" fmla="*/ 0 h 304"/>
                <a:gd name="T10" fmla="*/ 54 w 309"/>
                <a:gd name="T11" fmla="*/ 37 h 304"/>
                <a:gd name="T12" fmla="*/ 295 w 309"/>
                <a:gd name="T13" fmla="*/ 207 h 304"/>
                <a:gd name="T14" fmla="*/ 307 w 309"/>
                <a:gd name="T15" fmla="*/ 229 h 304"/>
                <a:gd name="T16" fmla="*/ 308 w 309"/>
                <a:gd name="T17" fmla="*/ 302 h 304"/>
                <a:gd name="T18" fmla="*/ 303 w 309"/>
                <a:gd name="T1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9" h="304">
                  <a:moveTo>
                    <a:pt x="303" y="304"/>
                  </a:moveTo>
                  <a:cubicBezTo>
                    <a:pt x="286" y="293"/>
                    <a:pt x="269" y="282"/>
                    <a:pt x="253" y="270"/>
                  </a:cubicBezTo>
                  <a:cubicBezTo>
                    <a:pt x="171" y="213"/>
                    <a:pt x="89" y="156"/>
                    <a:pt x="7" y="98"/>
                  </a:cubicBezTo>
                  <a:cubicBezTo>
                    <a:pt x="4" y="96"/>
                    <a:pt x="0" y="93"/>
                    <a:pt x="0" y="90"/>
                  </a:cubicBezTo>
                  <a:cubicBezTo>
                    <a:pt x="0" y="61"/>
                    <a:pt x="0" y="32"/>
                    <a:pt x="0" y="0"/>
                  </a:cubicBezTo>
                  <a:cubicBezTo>
                    <a:pt x="20" y="14"/>
                    <a:pt x="37" y="25"/>
                    <a:pt x="54" y="37"/>
                  </a:cubicBezTo>
                  <a:cubicBezTo>
                    <a:pt x="135" y="93"/>
                    <a:pt x="215" y="150"/>
                    <a:pt x="295" y="207"/>
                  </a:cubicBezTo>
                  <a:cubicBezTo>
                    <a:pt x="301" y="211"/>
                    <a:pt x="307" y="221"/>
                    <a:pt x="307" y="229"/>
                  </a:cubicBezTo>
                  <a:cubicBezTo>
                    <a:pt x="309" y="253"/>
                    <a:pt x="308" y="277"/>
                    <a:pt x="308" y="302"/>
                  </a:cubicBezTo>
                  <a:cubicBezTo>
                    <a:pt x="306" y="303"/>
                    <a:pt x="304" y="304"/>
                    <a:pt x="303" y="3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/>
          <p:cNvSpPr/>
          <p:nvPr/>
        </p:nvSpPr>
        <p:spPr>
          <a:xfrm>
            <a:off x="8597465" y="1784903"/>
            <a:ext cx="3121435" cy="4722714"/>
          </a:xfrm>
          <a:prstGeom prst="roundRect">
            <a:avLst>
              <a:gd name="adj" fmla="val 2890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/>
          <p:cNvSpPr/>
          <p:nvPr/>
        </p:nvSpPr>
        <p:spPr>
          <a:xfrm>
            <a:off x="600476" y="4550253"/>
            <a:ext cx="7637590" cy="1957364"/>
          </a:xfrm>
          <a:prstGeom prst="roundRect">
            <a:avLst>
              <a:gd name="adj" fmla="val 4249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600477" y="1784903"/>
            <a:ext cx="7637590" cy="1957364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600476" y="1247188"/>
            <a:ext cx="1476780" cy="430374"/>
            <a:chOff x="554756" y="1295181"/>
            <a:chExt cx="1476780" cy="430374"/>
          </a:xfrm>
        </p:grpSpPr>
        <p:sp>
          <p:nvSpPr>
            <p:cNvPr id="16" name="文本框 15"/>
            <p:cNvSpPr txBox="1"/>
            <p:nvPr/>
          </p:nvSpPr>
          <p:spPr>
            <a:xfrm>
              <a:off x="651070" y="1295181"/>
              <a:ext cx="1380466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554756" y="1404466"/>
              <a:ext cx="54000" cy="25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00476" y="3954943"/>
            <a:ext cx="1858662" cy="430374"/>
            <a:chOff x="600476" y="3954943"/>
            <a:chExt cx="1858662" cy="430374"/>
          </a:xfrm>
        </p:grpSpPr>
        <p:sp>
          <p:nvSpPr>
            <p:cNvPr id="19" name="文本框 18"/>
            <p:cNvSpPr txBox="1"/>
            <p:nvPr/>
          </p:nvSpPr>
          <p:spPr>
            <a:xfrm>
              <a:off x="688949" y="3954943"/>
              <a:ext cx="1770189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00476" y="4056830"/>
              <a:ext cx="54000" cy="25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397658" y="386876"/>
            <a:ext cx="655413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597465" y="1243818"/>
            <a:ext cx="1476780" cy="430374"/>
            <a:chOff x="554756" y="1295181"/>
            <a:chExt cx="1476780" cy="430374"/>
          </a:xfrm>
        </p:grpSpPr>
        <p:sp>
          <p:nvSpPr>
            <p:cNvPr id="11" name="文本框 10"/>
            <p:cNvSpPr txBox="1"/>
            <p:nvPr/>
          </p:nvSpPr>
          <p:spPr>
            <a:xfrm>
              <a:off x="651070" y="1295181"/>
              <a:ext cx="1380466" cy="43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54756" y="1404466"/>
              <a:ext cx="54000" cy="25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8797424" y="1940134"/>
            <a:ext cx="1380466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zh-CN" altLang="en-US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557118" y="1256325"/>
            <a:ext cx="4838448" cy="504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/>
          <p:cNvSpPr/>
          <p:nvPr>
            <p:custDataLst>
              <p:tags r:id="rId2"/>
            </p:custDataLst>
          </p:nvPr>
        </p:nvSpPr>
        <p:spPr>
          <a:xfrm>
            <a:off x="557118" y="3120310"/>
            <a:ext cx="3312000" cy="3587308"/>
          </a:xfrm>
          <a:prstGeom prst="roundRect">
            <a:avLst>
              <a:gd name="adj" fmla="val 2549"/>
            </a:avLst>
          </a:prstGeom>
          <a:solidFill>
            <a:schemeClr val="bg1"/>
          </a:solidFill>
          <a:ln w="15875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/>
          <p:cNvSpPr/>
          <p:nvPr>
            <p:custDataLst>
              <p:tags r:id="rId3"/>
            </p:custDataLst>
          </p:nvPr>
        </p:nvSpPr>
        <p:spPr>
          <a:xfrm>
            <a:off x="4555639" y="3120309"/>
            <a:ext cx="3312000" cy="3587308"/>
          </a:xfrm>
          <a:prstGeom prst="roundRect">
            <a:avLst>
              <a:gd name="adj" fmla="val 3096"/>
            </a:avLst>
          </a:prstGeom>
          <a:solidFill>
            <a:schemeClr val="bg1"/>
          </a:solidFill>
          <a:ln w="15875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>
            <p:custDataLst>
              <p:tags r:id="rId4"/>
            </p:custDataLst>
          </p:nvPr>
        </p:nvSpPr>
        <p:spPr>
          <a:xfrm>
            <a:off x="8444156" y="3120310"/>
            <a:ext cx="3312000" cy="3587308"/>
          </a:xfrm>
          <a:prstGeom prst="roundRect">
            <a:avLst>
              <a:gd name="adj" fmla="val 2968"/>
            </a:avLst>
          </a:prstGeom>
          <a:solidFill>
            <a:schemeClr val="bg1"/>
          </a:solidFill>
          <a:ln w="15875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639837" y="1798389"/>
            <a:ext cx="5122460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6429704" y="1798389"/>
            <a:ext cx="5188982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7658" y="386876"/>
            <a:ext cx="655413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725364" y="1294389"/>
            <a:ext cx="1380466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6429704" y="1256325"/>
            <a:ext cx="4838448" cy="504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6597950" y="1294389"/>
            <a:ext cx="1380466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529"/>
          <a:stretch>
            <a:fillRect/>
          </a:stretch>
        </p:blipFill>
        <p:spPr>
          <a:xfrm>
            <a:off x="897781" y="3281749"/>
            <a:ext cx="2601012" cy="333918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16"/>
          <a:stretch>
            <a:fillRect/>
          </a:stretch>
        </p:blipFill>
        <p:spPr>
          <a:xfrm>
            <a:off x="8771113" y="3281747"/>
            <a:ext cx="2658085" cy="333918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26" r="33495"/>
          <a:stretch>
            <a:fillRect/>
          </a:stretch>
        </p:blipFill>
        <p:spPr>
          <a:xfrm>
            <a:off x="4850735" y="3281747"/>
            <a:ext cx="2721807" cy="33391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510670" y="1397255"/>
            <a:ext cx="5341959" cy="5046134"/>
          </a:xfrm>
          <a:prstGeom prst="roundRect">
            <a:avLst>
              <a:gd name="adj" fmla="val 1781"/>
            </a:avLst>
          </a:prstGeom>
          <a:solidFill>
            <a:schemeClr val="bg1"/>
          </a:solidFill>
          <a:ln w="15875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天蝎PPT原创©8"/>
          <p:cNvSpPr/>
          <p:nvPr/>
        </p:nvSpPr>
        <p:spPr>
          <a:xfrm>
            <a:off x="6414374" y="1295522"/>
            <a:ext cx="5341959" cy="1620000"/>
          </a:xfrm>
          <a:prstGeom prst="roundRect">
            <a:avLst>
              <a:gd name="adj" fmla="val 8179"/>
            </a:avLst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天蝎PPT原创©9"/>
          <p:cNvSpPr/>
          <p:nvPr/>
        </p:nvSpPr>
        <p:spPr>
          <a:xfrm>
            <a:off x="6414374" y="1295522"/>
            <a:ext cx="2343161" cy="432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天蝎PPT原创©10"/>
          <p:cNvSpPr/>
          <p:nvPr/>
        </p:nvSpPr>
        <p:spPr>
          <a:xfrm>
            <a:off x="6414374" y="3121204"/>
            <a:ext cx="5341959" cy="1620000"/>
          </a:xfrm>
          <a:prstGeom prst="roundRect">
            <a:avLst>
              <a:gd name="adj" fmla="val 6057"/>
            </a:avLst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天蝎PPT原创©11"/>
          <p:cNvSpPr/>
          <p:nvPr/>
        </p:nvSpPr>
        <p:spPr>
          <a:xfrm>
            <a:off x="6414374" y="4972287"/>
            <a:ext cx="5341959" cy="1620000"/>
          </a:xfrm>
          <a:prstGeom prst="roundRect">
            <a:avLst>
              <a:gd name="adj" fmla="val 9452"/>
            </a:avLst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天蝎PPT原创©16"/>
          <p:cNvSpPr txBox="1"/>
          <p:nvPr/>
        </p:nvSpPr>
        <p:spPr>
          <a:xfrm>
            <a:off x="6730251" y="13315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天蝎PPT原创©18"/>
          <p:cNvSpPr/>
          <p:nvPr/>
        </p:nvSpPr>
        <p:spPr>
          <a:xfrm>
            <a:off x="6414373" y="3121204"/>
            <a:ext cx="2343161" cy="432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天蝎PPT原创©21"/>
          <p:cNvSpPr/>
          <p:nvPr/>
        </p:nvSpPr>
        <p:spPr>
          <a:xfrm>
            <a:off x="6414373" y="4970877"/>
            <a:ext cx="2343161" cy="432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40600" y="1786455"/>
            <a:ext cx="4976486" cy="1090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5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40600" y="3629753"/>
            <a:ext cx="4976486" cy="1090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5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30227" y="5421303"/>
            <a:ext cx="4976486" cy="1090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5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天蝎PPT原创©16"/>
          <p:cNvSpPr txBox="1"/>
          <p:nvPr/>
        </p:nvSpPr>
        <p:spPr>
          <a:xfrm>
            <a:off x="6730250" y="315572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天蝎PPT原创©16"/>
          <p:cNvSpPr txBox="1"/>
          <p:nvPr/>
        </p:nvSpPr>
        <p:spPr>
          <a:xfrm>
            <a:off x="6730250" y="500312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096000" y="1217284"/>
            <a:ext cx="545621" cy="540000"/>
            <a:chOff x="5939999" y="1234096"/>
            <a:chExt cx="545621" cy="540000"/>
          </a:xfrm>
        </p:grpSpPr>
        <p:sp>
          <p:nvSpPr>
            <p:cNvPr id="3" name="椭圆 2"/>
            <p:cNvSpPr/>
            <p:nvPr/>
          </p:nvSpPr>
          <p:spPr>
            <a:xfrm>
              <a:off x="5939999" y="1234096"/>
              <a:ext cx="540000" cy="540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941260" y="1308224"/>
              <a:ext cx="5443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1050"/>
                </a:spcBef>
                <a:spcAft>
                  <a:spcPts val="600"/>
                </a:spcAft>
              </a:pPr>
              <a:endParaRPr lang="zh-CN" altLang="en-US" sz="2000" b="1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096000" y="3074335"/>
            <a:ext cx="545621" cy="540000"/>
            <a:chOff x="5939999" y="1234096"/>
            <a:chExt cx="545621" cy="540000"/>
          </a:xfrm>
        </p:grpSpPr>
        <p:sp>
          <p:nvSpPr>
            <p:cNvPr id="21" name="椭圆 20"/>
            <p:cNvSpPr/>
            <p:nvPr/>
          </p:nvSpPr>
          <p:spPr>
            <a:xfrm>
              <a:off x="5939999" y="1234096"/>
              <a:ext cx="540000" cy="540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941260" y="1308224"/>
              <a:ext cx="5443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1050"/>
                </a:spcBef>
                <a:spcAft>
                  <a:spcPts val="600"/>
                </a:spcAft>
              </a:pPr>
              <a:endParaRPr lang="zh-CN" altLang="en-US" sz="2000" b="1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096000" y="4917181"/>
            <a:ext cx="545621" cy="540000"/>
            <a:chOff x="5939999" y="1234096"/>
            <a:chExt cx="545621" cy="540000"/>
          </a:xfrm>
        </p:grpSpPr>
        <p:sp>
          <p:nvSpPr>
            <p:cNvPr id="24" name="椭圆 23"/>
            <p:cNvSpPr/>
            <p:nvPr/>
          </p:nvSpPr>
          <p:spPr>
            <a:xfrm>
              <a:off x="5939999" y="1234096"/>
              <a:ext cx="540000" cy="54000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941260" y="1308224"/>
              <a:ext cx="5443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1050"/>
                </a:spcBef>
                <a:spcAft>
                  <a:spcPts val="600"/>
                </a:spcAft>
              </a:pPr>
              <a:endParaRPr lang="zh-CN" altLang="en-US" sz="2000" b="1" i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97658" y="386876"/>
            <a:ext cx="655413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92" y="1631493"/>
            <a:ext cx="5178722" cy="4514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: 圆顶角 41"/>
          <p:cNvSpPr/>
          <p:nvPr/>
        </p:nvSpPr>
        <p:spPr>
          <a:xfrm rot="10800000">
            <a:off x="9129304" y="4118546"/>
            <a:ext cx="2662758" cy="2412000"/>
          </a:xfrm>
          <a:prstGeom prst="round2SameRect">
            <a:avLst>
              <a:gd name="adj1" fmla="val 11479"/>
              <a:gd name="adj2" fmla="val 0"/>
            </a:avLst>
          </a:prstGeom>
          <a:solidFill>
            <a:schemeClr val="accent1">
              <a:alpha val="10000"/>
            </a:schemeClr>
          </a:soli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顶角 40"/>
          <p:cNvSpPr/>
          <p:nvPr/>
        </p:nvSpPr>
        <p:spPr>
          <a:xfrm>
            <a:off x="6269410" y="1291848"/>
            <a:ext cx="2664000" cy="2412000"/>
          </a:xfrm>
          <a:prstGeom prst="round2SameRect">
            <a:avLst>
              <a:gd name="adj1" fmla="val 6772"/>
              <a:gd name="adj2" fmla="val 0"/>
            </a:avLst>
          </a:prstGeom>
          <a:solidFill>
            <a:schemeClr val="accent1">
              <a:alpha val="10000"/>
            </a:schemeClr>
          </a:soli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顶角 39"/>
          <p:cNvSpPr/>
          <p:nvPr/>
        </p:nvSpPr>
        <p:spPr>
          <a:xfrm rot="10800000">
            <a:off x="3385024" y="4091545"/>
            <a:ext cx="2662758" cy="2412000"/>
          </a:xfrm>
          <a:prstGeom prst="round2SameRect">
            <a:avLst>
              <a:gd name="adj1" fmla="val 11479"/>
              <a:gd name="adj2" fmla="val 0"/>
            </a:avLst>
          </a:prstGeom>
          <a:solidFill>
            <a:schemeClr val="accent1">
              <a:alpha val="10000"/>
            </a:schemeClr>
          </a:soli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顶角 38"/>
          <p:cNvSpPr/>
          <p:nvPr/>
        </p:nvSpPr>
        <p:spPr>
          <a:xfrm>
            <a:off x="511642" y="1343754"/>
            <a:ext cx="2664000" cy="2412000"/>
          </a:xfrm>
          <a:prstGeom prst="round2SameRect">
            <a:avLst>
              <a:gd name="adj1" fmla="val 6772"/>
              <a:gd name="adj2" fmla="val 0"/>
            </a:avLst>
          </a:prstGeom>
          <a:solidFill>
            <a:schemeClr val="accent1">
              <a:alpha val="10000"/>
            </a:schemeClr>
          </a:soli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97658" y="386876"/>
            <a:ext cx="655413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511642" y="3674713"/>
            <a:ext cx="2664000" cy="50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/>
        </p:nvSpPr>
        <p:spPr>
          <a:xfrm>
            <a:off x="1717642" y="3570266"/>
            <a:ext cx="252000" cy="15527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/>
          <p:cNvSpPr/>
          <p:nvPr/>
        </p:nvSpPr>
        <p:spPr>
          <a:xfrm>
            <a:off x="6255922" y="3670679"/>
            <a:ext cx="2664000" cy="50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等腰三角形 21"/>
          <p:cNvSpPr/>
          <p:nvPr/>
        </p:nvSpPr>
        <p:spPr>
          <a:xfrm>
            <a:off x="7461922" y="3572025"/>
            <a:ext cx="252000" cy="15527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>
            <a:off x="3383782" y="3670679"/>
            <a:ext cx="2664000" cy="50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/>
          <p:cNvSpPr/>
          <p:nvPr/>
        </p:nvSpPr>
        <p:spPr>
          <a:xfrm rot="10800000">
            <a:off x="4589782" y="4131580"/>
            <a:ext cx="252000" cy="15527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/>
        </p:nvSpPr>
        <p:spPr>
          <a:xfrm>
            <a:off x="9128062" y="3673111"/>
            <a:ext cx="2664000" cy="50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等腰三角形 25"/>
          <p:cNvSpPr/>
          <p:nvPr/>
        </p:nvSpPr>
        <p:spPr>
          <a:xfrm rot="10800000">
            <a:off x="10334062" y="4131580"/>
            <a:ext cx="252000" cy="15527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090864" y="3755754"/>
            <a:ext cx="1458947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42701" y="3703848"/>
            <a:ext cx="1458947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835572" y="3728753"/>
            <a:ext cx="1458947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87928" y="3703848"/>
            <a:ext cx="1458947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03788" y="1695021"/>
            <a:ext cx="2211287" cy="154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6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495766" y="1708937"/>
            <a:ext cx="2211287" cy="154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6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736138" y="4524109"/>
            <a:ext cx="2211287" cy="154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6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428116" y="4538025"/>
            <a:ext cx="2211287" cy="154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16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423333" y="1353443"/>
            <a:ext cx="4366381" cy="3523358"/>
          </a:xfrm>
          <a:prstGeom prst="roundRect">
            <a:avLst>
              <a:gd name="adj" fmla="val 2389"/>
            </a:avLst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423333" y="5040425"/>
            <a:ext cx="11492744" cy="1572042"/>
          </a:xfrm>
          <a:prstGeom prst="roundRect">
            <a:avLst>
              <a:gd name="adj" fmla="val 4491"/>
            </a:avLst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66588" y="5186548"/>
            <a:ext cx="1272671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i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病例特征：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621" y="1353443"/>
            <a:ext cx="6931919" cy="3523358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102962" y="1574664"/>
            <a:ext cx="2543135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endParaRPr lang="zh-CN" altLang="en-US" b="1" i="0">
              <a:solidFill>
                <a:schemeClr val="accent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9403" y="2297734"/>
            <a:ext cx="3935543" cy="2264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6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所有病例核衣壳蛋白均为阴性，排除活动性病毒感染</a:t>
            </a:r>
          </a:p>
          <a:p>
            <a:pPr>
              <a:lnSpc>
                <a:spcPct val="150000"/>
              </a:lnSpc>
            </a:pPr>
            <a:r>
              <a:rPr lang="zh-CN" altLang="en-US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刺突蛋白阳性病例均为女性（</a:t>
            </a:r>
            <a:r>
              <a:rPr lang="en-US" altLang="zh-CN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lang="zh-CN" altLang="en-US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例，</a:t>
            </a:r>
            <a:r>
              <a:rPr lang="en-US" altLang="zh-CN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P=0.015</a:t>
            </a:r>
            <a:r>
              <a:rPr lang="zh-CN" altLang="en-US" sz="1600" b="0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），无男性阳性病例</a:t>
            </a:r>
            <a:endParaRPr lang="en-US" altLang="zh-CN" sz="16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5062" y="5783528"/>
            <a:ext cx="5340658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endParaRPr lang="zh-CN" altLang="en-US" sz="16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7658" y="386876"/>
            <a:ext cx="655413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62147" y="5185115"/>
            <a:ext cx="1272671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i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病例特征：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19279" y="5773803"/>
            <a:ext cx="5340658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endParaRPr lang="zh-CN" altLang="en-US" sz="1600" b="0" i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77968" y="1613537"/>
            <a:ext cx="415245" cy="360000"/>
            <a:chOff x="2758669" y="4223415"/>
            <a:chExt cx="415245" cy="360000"/>
          </a:xfrm>
        </p:grpSpPr>
        <p:sp>
          <p:nvSpPr>
            <p:cNvPr id="12" name="椭圆 11"/>
            <p:cNvSpPr/>
            <p:nvPr/>
          </p:nvSpPr>
          <p:spPr>
            <a:xfrm>
              <a:off x="2786292" y="4223415"/>
              <a:ext cx="360000" cy="36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58669" y="4238947"/>
              <a:ext cx="415245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37826" y="5236649"/>
            <a:ext cx="415245" cy="360000"/>
            <a:chOff x="2758669" y="4223415"/>
            <a:chExt cx="415245" cy="360000"/>
          </a:xfrm>
        </p:grpSpPr>
        <p:sp>
          <p:nvSpPr>
            <p:cNvPr id="16" name="椭圆 15"/>
            <p:cNvSpPr/>
            <p:nvPr/>
          </p:nvSpPr>
          <p:spPr>
            <a:xfrm>
              <a:off x="2786292" y="4223415"/>
              <a:ext cx="360000" cy="36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758669" y="4238947"/>
              <a:ext cx="415245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319279" y="5229774"/>
            <a:ext cx="415245" cy="360000"/>
            <a:chOff x="2758669" y="4223415"/>
            <a:chExt cx="415245" cy="360000"/>
          </a:xfrm>
        </p:grpSpPr>
        <p:sp>
          <p:nvSpPr>
            <p:cNvPr id="19" name="椭圆 18"/>
            <p:cNvSpPr/>
            <p:nvPr/>
          </p:nvSpPr>
          <p:spPr>
            <a:xfrm>
              <a:off x="2786292" y="4223415"/>
              <a:ext cx="360000" cy="36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758669" y="4238947"/>
              <a:ext cx="415245" cy="328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0" name="直接连接符 9"/>
          <p:cNvCxnSpPr/>
          <p:nvPr/>
        </p:nvCxnSpPr>
        <p:spPr>
          <a:xfrm>
            <a:off x="762983" y="2169754"/>
            <a:ext cx="3699014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705591" y="5725678"/>
            <a:ext cx="4959564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433768" y="5725678"/>
            <a:ext cx="4959564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0335" y="3098799"/>
            <a:ext cx="11241235" cy="3571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2215" y="1329209"/>
            <a:ext cx="11136580" cy="158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b="1" i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结论一：</a:t>
            </a:r>
            <a:r>
              <a:rPr lang="en-US" altLang="zh-CN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mRNA </a:t>
            </a:r>
            <a:r>
              <a:rPr lang="zh-CN" altLang="en-US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疫苗诱导的刺突蛋白可在脑动脉内膜长期表达（最长 </a:t>
            </a:r>
            <a:r>
              <a:rPr lang="en-US" altLang="zh-CN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17 </a:t>
            </a:r>
            <a:r>
              <a:rPr lang="zh-CN" altLang="en-US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个月），与出血性卒中患者相关</a:t>
            </a:r>
          </a:p>
          <a:p>
            <a:pPr marL="285750" indent="-28575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b="1" i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结论二：</a:t>
            </a:r>
            <a:r>
              <a:rPr lang="zh-CN" altLang="en-US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刺突蛋白阳性存在显著性别差异（仅女性），且伴随炎症细胞浸润，提示可能与免疫反应相关</a:t>
            </a:r>
          </a:p>
          <a:p>
            <a:pPr marL="285750" indent="-28575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b="1" i="0">
                <a:solidFill>
                  <a:schemeClr val="accent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结论三：</a:t>
            </a:r>
            <a:r>
              <a:rPr lang="zh-CN" altLang="en-US" b="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无法完全排除无症状感染的影响，但核衣壳蛋白阴性支持疫苗来源刺突蛋白的主导作用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85" y="3324486"/>
            <a:ext cx="6203333" cy="314926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648" y="3324487"/>
            <a:ext cx="4631267" cy="314926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7658" y="386876"/>
            <a:ext cx="655413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60334" y="1231575"/>
            <a:ext cx="11241236" cy="1782000"/>
            <a:chOff x="460334" y="1231575"/>
            <a:chExt cx="11241236" cy="1782000"/>
          </a:xfrm>
        </p:grpSpPr>
        <p:sp>
          <p:nvSpPr>
            <p:cNvPr id="7" name="矩形 6"/>
            <p:cNvSpPr/>
            <p:nvPr/>
          </p:nvSpPr>
          <p:spPr>
            <a:xfrm>
              <a:off x="460340" y="1231575"/>
              <a:ext cx="11241230" cy="178200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460334" y="1231575"/>
              <a:ext cx="72000" cy="1782000"/>
            </a:xfrm>
            <a:prstGeom prst="rect">
              <a:avLst/>
            </a:prstGeom>
            <a:solidFill>
              <a:schemeClr val="accent1"/>
            </a:solidFill>
            <a:ln w="101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右 46"/>
          <p:cNvSpPr/>
          <p:nvPr/>
        </p:nvSpPr>
        <p:spPr>
          <a:xfrm>
            <a:off x="2176308" y="3814528"/>
            <a:ext cx="1241757" cy="162365"/>
          </a:xfrm>
          <a:prstGeom prst="rightArrow">
            <a:avLst>
              <a:gd name="adj1" fmla="val 22624"/>
              <a:gd name="adj2" fmla="val 1056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箭头: 圆角右 49"/>
          <p:cNvSpPr/>
          <p:nvPr/>
        </p:nvSpPr>
        <p:spPr>
          <a:xfrm flipV="1">
            <a:off x="1616404" y="3976893"/>
            <a:ext cx="1838165" cy="1811471"/>
          </a:xfrm>
          <a:prstGeom prst="bentArrow">
            <a:avLst>
              <a:gd name="adj1" fmla="val 1756"/>
              <a:gd name="adj2" fmla="val 3932"/>
              <a:gd name="adj3" fmla="val 9898"/>
              <a:gd name="adj4" fmla="val 132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箭头: 圆角右 47"/>
          <p:cNvSpPr/>
          <p:nvPr/>
        </p:nvSpPr>
        <p:spPr>
          <a:xfrm>
            <a:off x="1606550" y="1995751"/>
            <a:ext cx="1838165" cy="1811471"/>
          </a:xfrm>
          <a:prstGeom prst="bentArrow">
            <a:avLst>
              <a:gd name="adj1" fmla="val 1756"/>
              <a:gd name="adj2" fmla="val 3932"/>
              <a:gd name="adj3" fmla="val 9898"/>
              <a:gd name="adj4" fmla="val 132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97658" y="386876"/>
            <a:ext cx="655413" cy="56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顶角 11"/>
          <p:cNvSpPr/>
          <p:nvPr/>
        </p:nvSpPr>
        <p:spPr>
          <a:xfrm rot="16200000">
            <a:off x="6738058" y="-1938809"/>
            <a:ext cx="1548000" cy="8028000"/>
          </a:xfrm>
          <a:prstGeom prst="round2SameRect">
            <a:avLst>
              <a:gd name="adj1" fmla="val 13330"/>
              <a:gd name="adj2" fmla="val 0"/>
            </a:avLst>
          </a:prstGeom>
          <a:gradFill flip="none" rotWithShape="1">
            <a:gsLst>
              <a:gs pos="100000">
                <a:schemeClr val="accent1">
                  <a:alpha val="15000"/>
                </a:schemeClr>
              </a:gs>
              <a:gs pos="0">
                <a:schemeClr val="accent1">
                  <a:alpha val="5000"/>
                </a:schemeClr>
              </a:gs>
            </a:gsLst>
            <a:lin ang="16200000" scaled="1"/>
            <a:tileRect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61977" y="1855559"/>
            <a:ext cx="7420169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600" i="0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761977" y="1442254"/>
            <a:ext cx="1458947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zh-CN" altLang="en-US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426054" y="2003190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789487" y="3087587"/>
            <a:ext cx="1620000" cy="1620000"/>
            <a:chOff x="927071" y="2893619"/>
            <a:chExt cx="1620000" cy="1620000"/>
          </a:xfrm>
        </p:grpSpPr>
        <p:sp>
          <p:nvSpPr>
            <p:cNvPr id="24" name="椭圆 23"/>
            <p:cNvSpPr/>
            <p:nvPr/>
          </p:nvSpPr>
          <p:spPr>
            <a:xfrm>
              <a:off x="927071" y="2893619"/>
              <a:ext cx="1620000" cy="1620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chemeClr val="accent1">
                  <a:alpha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053071" y="3024399"/>
              <a:ext cx="1368000" cy="13680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165009" y="3454640"/>
              <a:ext cx="1144125" cy="497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矩形: 圆顶角 31"/>
          <p:cNvSpPr/>
          <p:nvPr/>
        </p:nvSpPr>
        <p:spPr>
          <a:xfrm rot="16200000">
            <a:off x="6738058" y="-116412"/>
            <a:ext cx="1548000" cy="8028000"/>
          </a:xfrm>
          <a:prstGeom prst="round2SameRect">
            <a:avLst>
              <a:gd name="adj1" fmla="val 13330"/>
              <a:gd name="adj2" fmla="val 0"/>
            </a:avLst>
          </a:prstGeom>
          <a:gradFill flip="none" rotWithShape="1">
            <a:gsLst>
              <a:gs pos="100000">
                <a:schemeClr val="accent1">
                  <a:alpha val="15000"/>
                </a:schemeClr>
              </a:gs>
              <a:gs pos="0">
                <a:schemeClr val="accent1">
                  <a:alpha val="5000"/>
                </a:schemeClr>
              </a:gs>
            </a:gsLst>
            <a:lin ang="16200000" scaled="1"/>
            <a:tileRect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761977" y="3677956"/>
            <a:ext cx="7420169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600" i="0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761977" y="3264651"/>
            <a:ext cx="1458947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zh-CN" altLang="en-US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顶角 34"/>
          <p:cNvSpPr/>
          <p:nvPr/>
        </p:nvSpPr>
        <p:spPr>
          <a:xfrm rot="16200000">
            <a:off x="6738058" y="1719617"/>
            <a:ext cx="1548000" cy="8028000"/>
          </a:xfrm>
          <a:prstGeom prst="round2SameRect">
            <a:avLst>
              <a:gd name="adj1" fmla="val 13330"/>
              <a:gd name="adj2" fmla="val 0"/>
            </a:avLst>
          </a:prstGeom>
          <a:gradFill flip="none" rotWithShape="1">
            <a:gsLst>
              <a:gs pos="100000">
                <a:schemeClr val="accent1">
                  <a:alpha val="15000"/>
                </a:schemeClr>
              </a:gs>
              <a:gs pos="0">
                <a:schemeClr val="accent1">
                  <a:alpha val="5000"/>
                </a:schemeClr>
              </a:gs>
            </a:gsLst>
            <a:lin ang="16200000" scaled="1"/>
            <a:tileRect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761977" y="5513985"/>
            <a:ext cx="7420169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600" i="0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761977" y="5100680"/>
            <a:ext cx="1458947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zh-CN" altLang="en-US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3426054" y="3825587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3426054" y="5659934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1"/>
              </a:gs>
            </a:gsLst>
            <a:lin ang="10800000" scaled="1"/>
          </a:gra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78682" y="470340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8682" y="531087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61193" y="5310871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61193" y="4703406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866038" y="4196343"/>
            <a:ext cx="1052162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91646" y="2560642"/>
            <a:ext cx="108087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7200" b="1" spc="3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27143" y="846947"/>
            <a:ext cx="2063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4" name="组合 293"/>
          <p:cNvGrpSpPr/>
          <p:nvPr/>
        </p:nvGrpSpPr>
        <p:grpSpPr>
          <a:xfrm>
            <a:off x="92075" y="244475"/>
            <a:ext cx="4204335" cy="918845"/>
            <a:chOff x="987425" y="3353428"/>
            <a:chExt cx="19186255" cy="4173171"/>
          </a:xfrm>
          <a:solidFill>
            <a:schemeClr val="bg1"/>
          </a:solidFill>
        </p:grpSpPr>
        <p:grpSp>
          <p:nvGrpSpPr>
            <p:cNvPr id="295" name="组合 294"/>
            <p:cNvGrpSpPr/>
            <p:nvPr/>
          </p:nvGrpSpPr>
          <p:grpSpPr>
            <a:xfrm>
              <a:off x="6430693" y="3782450"/>
              <a:ext cx="13742987" cy="3322376"/>
              <a:chOff x="-1552275" y="861685"/>
              <a:chExt cx="13742987" cy="3322376"/>
            </a:xfrm>
            <a:grpFill/>
          </p:grpSpPr>
          <p:grpSp>
            <p:nvGrpSpPr>
              <p:cNvPr id="340" name="组合 339"/>
              <p:cNvGrpSpPr/>
              <p:nvPr/>
            </p:nvGrpSpPr>
            <p:grpSpPr>
              <a:xfrm>
                <a:off x="-1552275" y="3574984"/>
                <a:ext cx="13742987" cy="609077"/>
                <a:chOff x="-1550987" y="3295651"/>
                <a:chExt cx="25611137" cy="1135063"/>
              </a:xfrm>
              <a:grpFill/>
            </p:grpSpPr>
            <p:sp>
              <p:nvSpPr>
                <p:cNvPr id="352" name="Freeform 14"/>
                <p:cNvSpPr/>
                <p:nvPr/>
              </p:nvSpPr>
              <p:spPr bwMode="auto">
                <a:xfrm>
                  <a:off x="11171238" y="3387726"/>
                  <a:ext cx="1236663" cy="1017588"/>
                </a:xfrm>
                <a:custGeom>
                  <a:avLst/>
                  <a:gdLst>
                    <a:gd name="T0" fmla="*/ 196 w 392"/>
                    <a:gd name="T1" fmla="*/ 210 h 322"/>
                    <a:gd name="T2" fmla="*/ 210 w 392"/>
                    <a:gd name="T3" fmla="*/ 182 h 322"/>
                    <a:gd name="T4" fmla="*/ 271 w 392"/>
                    <a:gd name="T5" fmla="*/ 29 h 322"/>
                    <a:gd name="T6" fmla="*/ 311 w 392"/>
                    <a:gd name="T7" fmla="*/ 2 h 322"/>
                    <a:gd name="T8" fmla="*/ 379 w 392"/>
                    <a:gd name="T9" fmla="*/ 2 h 322"/>
                    <a:gd name="T10" fmla="*/ 392 w 392"/>
                    <a:gd name="T11" fmla="*/ 8 h 322"/>
                    <a:gd name="T12" fmla="*/ 381 w 392"/>
                    <a:gd name="T13" fmla="*/ 19 h 322"/>
                    <a:gd name="T14" fmla="*/ 356 w 392"/>
                    <a:gd name="T15" fmla="*/ 50 h 322"/>
                    <a:gd name="T16" fmla="*/ 356 w 392"/>
                    <a:gd name="T17" fmla="*/ 278 h 322"/>
                    <a:gd name="T18" fmla="*/ 379 w 392"/>
                    <a:gd name="T19" fmla="*/ 303 h 322"/>
                    <a:gd name="T20" fmla="*/ 392 w 392"/>
                    <a:gd name="T21" fmla="*/ 312 h 322"/>
                    <a:gd name="T22" fmla="*/ 377 w 392"/>
                    <a:gd name="T23" fmla="*/ 319 h 322"/>
                    <a:gd name="T24" fmla="*/ 266 w 392"/>
                    <a:gd name="T25" fmla="*/ 319 h 322"/>
                    <a:gd name="T26" fmla="*/ 250 w 392"/>
                    <a:gd name="T27" fmla="*/ 311 h 322"/>
                    <a:gd name="T28" fmla="*/ 264 w 392"/>
                    <a:gd name="T29" fmla="*/ 302 h 322"/>
                    <a:gd name="T30" fmla="*/ 288 w 392"/>
                    <a:gd name="T31" fmla="*/ 276 h 322"/>
                    <a:gd name="T32" fmla="*/ 288 w 392"/>
                    <a:gd name="T33" fmla="*/ 224 h 322"/>
                    <a:gd name="T34" fmla="*/ 290 w 392"/>
                    <a:gd name="T35" fmla="*/ 95 h 322"/>
                    <a:gd name="T36" fmla="*/ 287 w 392"/>
                    <a:gd name="T37" fmla="*/ 77 h 322"/>
                    <a:gd name="T38" fmla="*/ 282 w 392"/>
                    <a:gd name="T39" fmla="*/ 76 h 322"/>
                    <a:gd name="T40" fmla="*/ 272 w 392"/>
                    <a:gd name="T41" fmla="*/ 95 h 322"/>
                    <a:gd name="T42" fmla="*/ 245 w 392"/>
                    <a:gd name="T43" fmla="*/ 172 h 322"/>
                    <a:gd name="T44" fmla="*/ 210 w 392"/>
                    <a:gd name="T45" fmla="*/ 258 h 322"/>
                    <a:gd name="T46" fmla="*/ 190 w 392"/>
                    <a:gd name="T47" fmla="*/ 309 h 322"/>
                    <a:gd name="T48" fmla="*/ 178 w 392"/>
                    <a:gd name="T49" fmla="*/ 322 h 322"/>
                    <a:gd name="T50" fmla="*/ 164 w 392"/>
                    <a:gd name="T51" fmla="*/ 311 h 322"/>
                    <a:gd name="T52" fmla="*/ 149 w 392"/>
                    <a:gd name="T53" fmla="*/ 272 h 322"/>
                    <a:gd name="T54" fmla="*/ 98 w 392"/>
                    <a:gd name="T55" fmla="*/ 137 h 322"/>
                    <a:gd name="T56" fmla="*/ 78 w 392"/>
                    <a:gd name="T57" fmla="*/ 78 h 322"/>
                    <a:gd name="T58" fmla="*/ 73 w 392"/>
                    <a:gd name="T59" fmla="*/ 77 h 322"/>
                    <a:gd name="T60" fmla="*/ 69 w 392"/>
                    <a:gd name="T61" fmla="*/ 95 h 322"/>
                    <a:gd name="T62" fmla="*/ 70 w 392"/>
                    <a:gd name="T63" fmla="*/ 266 h 322"/>
                    <a:gd name="T64" fmla="*/ 95 w 392"/>
                    <a:gd name="T65" fmla="*/ 301 h 322"/>
                    <a:gd name="T66" fmla="*/ 102 w 392"/>
                    <a:gd name="T67" fmla="*/ 303 h 322"/>
                    <a:gd name="T68" fmla="*/ 110 w 392"/>
                    <a:gd name="T69" fmla="*/ 312 h 322"/>
                    <a:gd name="T70" fmla="*/ 99 w 392"/>
                    <a:gd name="T71" fmla="*/ 318 h 322"/>
                    <a:gd name="T72" fmla="*/ 53 w 392"/>
                    <a:gd name="T73" fmla="*/ 318 h 322"/>
                    <a:gd name="T74" fmla="*/ 12 w 392"/>
                    <a:gd name="T75" fmla="*/ 318 h 322"/>
                    <a:gd name="T76" fmla="*/ 0 w 392"/>
                    <a:gd name="T77" fmla="*/ 312 h 322"/>
                    <a:gd name="T78" fmla="*/ 9 w 392"/>
                    <a:gd name="T79" fmla="*/ 302 h 322"/>
                    <a:gd name="T80" fmla="*/ 41 w 392"/>
                    <a:gd name="T81" fmla="*/ 247 h 322"/>
                    <a:gd name="T82" fmla="*/ 40 w 392"/>
                    <a:gd name="T83" fmla="*/ 54 h 322"/>
                    <a:gd name="T84" fmla="*/ 11 w 392"/>
                    <a:gd name="T85" fmla="*/ 19 h 322"/>
                    <a:gd name="T86" fmla="*/ 0 w 392"/>
                    <a:gd name="T87" fmla="*/ 9 h 322"/>
                    <a:gd name="T88" fmla="*/ 12 w 392"/>
                    <a:gd name="T89" fmla="*/ 2 h 322"/>
                    <a:gd name="T90" fmla="*/ 102 w 392"/>
                    <a:gd name="T91" fmla="*/ 1 h 322"/>
                    <a:gd name="T92" fmla="*/ 124 w 392"/>
                    <a:gd name="T93" fmla="*/ 26 h 322"/>
                    <a:gd name="T94" fmla="*/ 163 w 392"/>
                    <a:gd name="T95" fmla="*/ 129 h 322"/>
                    <a:gd name="T96" fmla="*/ 188 w 392"/>
                    <a:gd name="T97" fmla="*/ 195 h 322"/>
                    <a:gd name="T98" fmla="*/ 196 w 392"/>
                    <a:gd name="T99" fmla="*/ 210 h 3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392" h="322">
                      <a:moveTo>
                        <a:pt x="196" y="210"/>
                      </a:moveTo>
                      <a:cubicBezTo>
                        <a:pt x="202" y="198"/>
                        <a:pt x="207" y="190"/>
                        <a:pt x="210" y="182"/>
                      </a:cubicBezTo>
                      <a:cubicBezTo>
                        <a:pt x="230" y="131"/>
                        <a:pt x="249" y="79"/>
                        <a:pt x="271" y="29"/>
                      </a:cubicBezTo>
                      <a:cubicBezTo>
                        <a:pt x="283" y="0"/>
                        <a:pt x="278" y="1"/>
                        <a:pt x="311" y="2"/>
                      </a:cubicBezTo>
                      <a:cubicBezTo>
                        <a:pt x="334" y="2"/>
                        <a:pt x="356" y="1"/>
                        <a:pt x="379" y="2"/>
                      </a:cubicBezTo>
                      <a:cubicBezTo>
                        <a:pt x="383" y="2"/>
                        <a:pt x="388" y="6"/>
                        <a:pt x="392" y="8"/>
                      </a:cubicBezTo>
                      <a:cubicBezTo>
                        <a:pt x="388" y="12"/>
                        <a:pt x="385" y="18"/>
                        <a:pt x="381" y="19"/>
                      </a:cubicBezTo>
                      <a:cubicBezTo>
                        <a:pt x="357" y="26"/>
                        <a:pt x="356" y="26"/>
                        <a:pt x="356" y="50"/>
                      </a:cubicBezTo>
                      <a:cubicBezTo>
                        <a:pt x="356" y="126"/>
                        <a:pt x="356" y="202"/>
                        <a:pt x="356" y="278"/>
                      </a:cubicBezTo>
                      <a:cubicBezTo>
                        <a:pt x="356" y="294"/>
                        <a:pt x="366" y="299"/>
                        <a:pt x="379" y="303"/>
                      </a:cubicBezTo>
                      <a:cubicBezTo>
                        <a:pt x="383" y="305"/>
                        <a:pt x="387" y="309"/>
                        <a:pt x="392" y="312"/>
                      </a:cubicBezTo>
                      <a:cubicBezTo>
                        <a:pt x="387" y="315"/>
                        <a:pt x="382" y="319"/>
                        <a:pt x="377" y="319"/>
                      </a:cubicBezTo>
                      <a:cubicBezTo>
                        <a:pt x="340" y="319"/>
                        <a:pt x="303" y="319"/>
                        <a:pt x="266" y="319"/>
                      </a:cubicBezTo>
                      <a:cubicBezTo>
                        <a:pt x="260" y="319"/>
                        <a:pt x="255" y="314"/>
                        <a:pt x="250" y="311"/>
                      </a:cubicBezTo>
                      <a:cubicBezTo>
                        <a:pt x="255" y="308"/>
                        <a:pt x="259" y="303"/>
                        <a:pt x="264" y="302"/>
                      </a:cubicBezTo>
                      <a:cubicBezTo>
                        <a:pt x="278" y="300"/>
                        <a:pt x="287" y="292"/>
                        <a:pt x="288" y="276"/>
                      </a:cubicBezTo>
                      <a:cubicBezTo>
                        <a:pt x="289" y="259"/>
                        <a:pt x="288" y="241"/>
                        <a:pt x="288" y="224"/>
                      </a:cubicBezTo>
                      <a:cubicBezTo>
                        <a:pt x="289" y="181"/>
                        <a:pt x="289" y="138"/>
                        <a:pt x="290" y="95"/>
                      </a:cubicBezTo>
                      <a:cubicBezTo>
                        <a:pt x="290" y="89"/>
                        <a:pt x="288" y="83"/>
                        <a:pt x="287" y="77"/>
                      </a:cubicBezTo>
                      <a:cubicBezTo>
                        <a:pt x="285" y="77"/>
                        <a:pt x="284" y="77"/>
                        <a:pt x="282" y="76"/>
                      </a:cubicBezTo>
                      <a:cubicBezTo>
                        <a:pt x="279" y="82"/>
                        <a:pt x="274" y="88"/>
                        <a:pt x="272" y="95"/>
                      </a:cubicBezTo>
                      <a:cubicBezTo>
                        <a:pt x="263" y="120"/>
                        <a:pt x="255" y="146"/>
                        <a:pt x="245" y="172"/>
                      </a:cubicBezTo>
                      <a:cubicBezTo>
                        <a:pt x="234" y="201"/>
                        <a:pt x="222" y="229"/>
                        <a:pt x="210" y="258"/>
                      </a:cubicBezTo>
                      <a:cubicBezTo>
                        <a:pt x="204" y="275"/>
                        <a:pt x="198" y="292"/>
                        <a:pt x="190" y="309"/>
                      </a:cubicBezTo>
                      <a:cubicBezTo>
                        <a:pt x="188" y="315"/>
                        <a:pt x="183" y="322"/>
                        <a:pt x="178" y="322"/>
                      </a:cubicBezTo>
                      <a:cubicBezTo>
                        <a:pt x="174" y="322"/>
                        <a:pt x="167" y="316"/>
                        <a:pt x="164" y="311"/>
                      </a:cubicBezTo>
                      <a:cubicBezTo>
                        <a:pt x="158" y="298"/>
                        <a:pt x="154" y="285"/>
                        <a:pt x="149" y="272"/>
                      </a:cubicBezTo>
                      <a:cubicBezTo>
                        <a:pt x="132" y="227"/>
                        <a:pt x="115" y="182"/>
                        <a:pt x="98" y="137"/>
                      </a:cubicBezTo>
                      <a:cubicBezTo>
                        <a:pt x="91" y="117"/>
                        <a:pt x="85" y="97"/>
                        <a:pt x="78" y="78"/>
                      </a:cubicBezTo>
                      <a:cubicBezTo>
                        <a:pt x="76" y="78"/>
                        <a:pt x="75" y="77"/>
                        <a:pt x="73" y="77"/>
                      </a:cubicBezTo>
                      <a:cubicBezTo>
                        <a:pt x="71" y="83"/>
                        <a:pt x="69" y="89"/>
                        <a:pt x="69" y="95"/>
                      </a:cubicBezTo>
                      <a:cubicBezTo>
                        <a:pt x="69" y="152"/>
                        <a:pt x="69" y="209"/>
                        <a:pt x="70" y="266"/>
                      </a:cubicBezTo>
                      <a:cubicBezTo>
                        <a:pt x="70" y="286"/>
                        <a:pt x="76" y="294"/>
                        <a:pt x="95" y="301"/>
                      </a:cubicBezTo>
                      <a:cubicBezTo>
                        <a:pt x="97" y="301"/>
                        <a:pt x="100" y="301"/>
                        <a:pt x="102" y="303"/>
                      </a:cubicBezTo>
                      <a:cubicBezTo>
                        <a:pt x="105" y="306"/>
                        <a:pt x="107" y="309"/>
                        <a:pt x="110" y="312"/>
                      </a:cubicBezTo>
                      <a:cubicBezTo>
                        <a:pt x="106" y="314"/>
                        <a:pt x="103" y="318"/>
                        <a:pt x="99" y="318"/>
                      </a:cubicBezTo>
                      <a:cubicBezTo>
                        <a:pt x="84" y="319"/>
                        <a:pt x="68" y="318"/>
                        <a:pt x="53" y="318"/>
                      </a:cubicBezTo>
                      <a:cubicBezTo>
                        <a:pt x="39" y="318"/>
                        <a:pt x="26" y="319"/>
                        <a:pt x="12" y="318"/>
                      </a:cubicBezTo>
                      <a:cubicBezTo>
                        <a:pt x="8" y="318"/>
                        <a:pt x="4" y="314"/>
                        <a:pt x="0" y="312"/>
                      </a:cubicBezTo>
                      <a:cubicBezTo>
                        <a:pt x="3" y="308"/>
                        <a:pt x="5" y="303"/>
                        <a:pt x="9" y="302"/>
                      </a:cubicBezTo>
                      <a:cubicBezTo>
                        <a:pt x="39" y="295"/>
                        <a:pt x="41" y="271"/>
                        <a:pt x="41" y="247"/>
                      </a:cubicBezTo>
                      <a:cubicBezTo>
                        <a:pt x="41" y="183"/>
                        <a:pt x="41" y="118"/>
                        <a:pt x="40" y="54"/>
                      </a:cubicBezTo>
                      <a:cubicBezTo>
                        <a:pt x="40" y="31"/>
                        <a:pt x="34" y="24"/>
                        <a:pt x="11" y="19"/>
                      </a:cubicBezTo>
                      <a:cubicBezTo>
                        <a:pt x="7" y="18"/>
                        <a:pt x="4" y="13"/>
                        <a:pt x="0" y="9"/>
                      </a:cubicBezTo>
                      <a:cubicBezTo>
                        <a:pt x="4" y="7"/>
                        <a:pt x="8" y="2"/>
                        <a:pt x="12" y="2"/>
                      </a:cubicBezTo>
                      <a:cubicBezTo>
                        <a:pt x="42" y="1"/>
                        <a:pt x="72" y="1"/>
                        <a:pt x="102" y="1"/>
                      </a:cubicBezTo>
                      <a:cubicBezTo>
                        <a:pt x="117" y="2"/>
                        <a:pt x="119" y="15"/>
                        <a:pt x="124" y="26"/>
                      </a:cubicBezTo>
                      <a:cubicBezTo>
                        <a:pt x="137" y="60"/>
                        <a:pt x="150" y="95"/>
                        <a:pt x="163" y="129"/>
                      </a:cubicBezTo>
                      <a:cubicBezTo>
                        <a:pt x="172" y="151"/>
                        <a:pt x="180" y="173"/>
                        <a:pt x="188" y="195"/>
                      </a:cubicBezTo>
                      <a:cubicBezTo>
                        <a:pt x="189" y="199"/>
                        <a:pt x="192" y="202"/>
                        <a:pt x="196" y="2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3" name="Freeform 15"/>
                <p:cNvSpPr/>
                <p:nvPr/>
              </p:nvSpPr>
              <p:spPr bwMode="auto">
                <a:xfrm>
                  <a:off x="3665538" y="3394076"/>
                  <a:ext cx="1085850" cy="1001713"/>
                </a:xfrm>
                <a:custGeom>
                  <a:avLst/>
                  <a:gdLst>
                    <a:gd name="T0" fmla="*/ 0 w 344"/>
                    <a:gd name="T1" fmla="*/ 307 h 317"/>
                    <a:gd name="T2" fmla="*/ 17 w 344"/>
                    <a:gd name="T3" fmla="*/ 300 h 317"/>
                    <a:gd name="T4" fmla="*/ 39 w 344"/>
                    <a:gd name="T5" fmla="*/ 274 h 317"/>
                    <a:gd name="T6" fmla="*/ 39 w 344"/>
                    <a:gd name="T7" fmla="*/ 44 h 317"/>
                    <a:gd name="T8" fmla="*/ 14 w 344"/>
                    <a:gd name="T9" fmla="*/ 17 h 317"/>
                    <a:gd name="T10" fmla="*/ 2 w 344"/>
                    <a:gd name="T11" fmla="*/ 9 h 317"/>
                    <a:gd name="T12" fmla="*/ 16 w 344"/>
                    <a:gd name="T13" fmla="*/ 0 h 317"/>
                    <a:gd name="T14" fmla="*/ 131 w 344"/>
                    <a:gd name="T15" fmla="*/ 0 h 317"/>
                    <a:gd name="T16" fmla="*/ 144 w 344"/>
                    <a:gd name="T17" fmla="*/ 8 h 317"/>
                    <a:gd name="T18" fmla="*/ 132 w 344"/>
                    <a:gd name="T19" fmla="*/ 17 h 317"/>
                    <a:gd name="T20" fmla="*/ 106 w 344"/>
                    <a:gd name="T21" fmla="*/ 49 h 317"/>
                    <a:gd name="T22" fmla="*/ 106 w 344"/>
                    <a:gd name="T23" fmla="*/ 122 h 317"/>
                    <a:gd name="T24" fmla="*/ 125 w 344"/>
                    <a:gd name="T25" fmla="*/ 141 h 317"/>
                    <a:gd name="T26" fmla="*/ 225 w 344"/>
                    <a:gd name="T27" fmla="*/ 141 h 317"/>
                    <a:gd name="T28" fmla="*/ 239 w 344"/>
                    <a:gd name="T29" fmla="*/ 126 h 317"/>
                    <a:gd name="T30" fmla="*/ 239 w 344"/>
                    <a:gd name="T31" fmla="*/ 42 h 317"/>
                    <a:gd name="T32" fmla="*/ 217 w 344"/>
                    <a:gd name="T33" fmla="*/ 18 h 317"/>
                    <a:gd name="T34" fmla="*/ 205 w 344"/>
                    <a:gd name="T35" fmla="*/ 8 h 317"/>
                    <a:gd name="T36" fmla="*/ 219 w 344"/>
                    <a:gd name="T37" fmla="*/ 0 h 317"/>
                    <a:gd name="T38" fmla="*/ 328 w 344"/>
                    <a:gd name="T39" fmla="*/ 0 h 317"/>
                    <a:gd name="T40" fmla="*/ 344 w 344"/>
                    <a:gd name="T41" fmla="*/ 8 h 317"/>
                    <a:gd name="T42" fmla="*/ 330 w 344"/>
                    <a:gd name="T43" fmla="*/ 18 h 317"/>
                    <a:gd name="T44" fmla="*/ 304 w 344"/>
                    <a:gd name="T45" fmla="*/ 47 h 317"/>
                    <a:gd name="T46" fmla="*/ 304 w 344"/>
                    <a:gd name="T47" fmla="*/ 92 h 317"/>
                    <a:gd name="T48" fmla="*/ 304 w 344"/>
                    <a:gd name="T49" fmla="*/ 263 h 317"/>
                    <a:gd name="T50" fmla="*/ 332 w 344"/>
                    <a:gd name="T51" fmla="*/ 301 h 317"/>
                    <a:gd name="T52" fmla="*/ 344 w 344"/>
                    <a:gd name="T53" fmla="*/ 310 h 317"/>
                    <a:gd name="T54" fmla="*/ 329 w 344"/>
                    <a:gd name="T55" fmla="*/ 316 h 317"/>
                    <a:gd name="T56" fmla="*/ 218 w 344"/>
                    <a:gd name="T57" fmla="*/ 316 h 317"/>
                    <a:gd name="T58" fmla="*/ 204 w 344"/>
                    <a:gd name="T59" fmla="*/ 310 h 317"/>
                    <a:gd name="T60" fmla="*/ 216 w 344"/>
                    <a:gd name="T61" fmla="*/ 300 h 317"/>
                    <a:gd name="T62" fmla="*/ 238 w 344"/>
                    <a:gd name="T63" fmla="*/ 276 h 317"/>
                    <a:gd name="T64" fmla="*/ 239 w 344"/>
                    <a:gd name="T65" fmla="*/ 184 h 317"/>
                    <a:gd name="T66" fmla="*/ 227 w 344"/>
                    <a:gd name="T67" fmla="*/ 171 h 317"/>
                    <a:gd name="T68" fmla="*/ 122 w 344"/>
                    <a:gd name="T69" fmla="*/ 171 h 317"/>
                    <a:gd name="T70" fmla="*/ 106 w 344"/>
                    <a:gd name="T71" fmla="*/ 187 h 317"/>
                    <a:gd name="T72" fmla="*/ 107 w 344"/>
                    <a:gd name="T73" fmla="*/ 273 h 317"/>
                    <a:gd name="T74" fmla="*/ 131 w 344"/>
                    <a:gd name="T75" fmla="*/ 301 h 317"/>
                    <a:gd name="T76" fmla="*/ 145 w 344"/>
                    <a:gd name="T77" fmla="*/ 309 h 317"/>
                    <a:gd name="T78" fmla="*/ 130 w 344"/>
                    <a:gd name="T79" fmla="*/ 317 h 317"/>
                    <a:gd name="T80" fmla="*/ 16 w 344"/>
                    <a:gd name="T81" fmla="*/ 317 h 317"/>
                    <a:gd name="T82" fmla="*/ 1 w 344"/>
                    <a:gd name="T83" fmla="*/ 313 h 317"/>
                    <a:gd name="T84" fmla="*/ 0 w 344"/>
                    <a:gd name="T85" fmla="*/ 307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44" h="317">
                      <a:moveTo>
                        <a:pt x="0" y="307"/>
                      </a:moveTo>
                      <a:cubicBezTo>
                        <a:pt x="5" y="305"/>
                        <a:pt x="11" y="301"/>
                        <a:pt x="17" y="300"/>
                      </a:cubicBezTo>
                      <a:cubicBezTo>
                        <a:pt x="32" y="297"/>
                        <a:pt x="38" y="288"/>
                        <a:pt x="39" y="274"/>
                      </a:cubicBezTo>
                      <a:cubicBezTo>
                        <a:pt x="39" y="197"/>
                        <a:pt x="39" y="121"/>
                        <a:pt x="39" y="44"/>
                      </a:cubicBezTo>
                      <a:cubicBezTo>
                        <a:pt x="39" y="25"/>
                        <a:pt x="33" y="21"/>
                        <a:pt x="14" y="17"/>
                      </a:cubicBezTo>
                      <a:cubicBezTo>
                        <a:pt x="10" y="16"/>
                        <a:pt x="6" y="12"/>
                        <a:pt x="2" y="9"/>
                      </a:cubicBezTo>
                      <a:cubicBezTo>
                        <a:pt x="7" y="6"/>
                        <a:pt x="11" y="0"/>
                        <a:pt x="16" y="0"/>
                      </a:cubicBezTo>
                      <a:cubicBezTo>
                        <a:pt x="54" y="0"/>
                        <a:pt x="92" y="0"/>
                        <a:pt x="131" y="0"/>
                      </a:cubicBezTo>
                      <a:cubicBezTo>
                        <a:pt x="135" y="0"/>
                        <a:pt x="139" y="5"/>
                        <a:pt x="144" y="8"/>
                      </a:cubicBezTo>
                      <a:cubicBezTo>
                        <a:pt x="140" y="11"/>
                        <a:pt x="137" y="16"/>
                        <a:pt x="132" y="17"/>
                      </a:cubicBezTo>
                      <a:cubicBezTo>
                        <a:pt x="109" y="23"/>
                        <a:pt x="106" y="25"/>
                        <a:pt x="106" y="49"/>
                      </a:cubicBezTo>
                      <a:cubicBezTo>
                        <a:pt x="106" y="73"/>
                        <a:pt x="107" y="98"/>
                        <a:pt x="106" y="122"/>
                      </a:cubicBezTo>
                      <a:cubicBezTo>
                        <a:pt x="106" y="135"/>
                        <a:pt x="111" y="141"/>
                        <a:pt x="125" y="141"/>
                      </a:cubicBezTo>
                      <a:cubicBezTo>
                        <a:pt x="158" y="140"/>
                        <a:pt x="192" y="141"/>
                        <a:pt x="225" y="141"/>
                      </a:cubicBezTo>
                      <a:cubicBezTo>
                        <a:pt x="236" y="141"/>
                        <a:pt x="239" y="136"/>
                        <a:pt x="239" y="126"/>
                      </a:cubicBezTo>
                      <a:cubicBezTo>
                        <a:pt x="239" y="98"/>
                        <a:pt x="239" y="70"/>
                        <a:pt x="239" y="42"/>
                      </a:cubicBezTo>
                      <a:cubicBezTo>
                        <a:pt x="239" y="25"/>
                        <a:pt x="233" y="19"/>
                        <a:pt x="217" y="18"/>
                      </a:cubicBezTo>
                      <a:cubicBezTo>
                        <a:pt x="210" y="18"/>
                        <a:pt x="202" y="17"/>
                        <a:pt x="205" y="8"/>
                      </a:cubicBezTo>
                      <a:cubicBezTo>
                        <a:pt x="206" y="4"/>
                        <a:pt x="214" y="0"/>
                        <a:pt x="219" y="0"/>
                      </a:cubicBezTo>
                      <a:cubicBezTo>
                        <a:pt x="255" y="0"/>
                        <a:pt x="292" y="0"/>
                        <a:pt x="328" y="0"/>
                      </a:cubicBezTo>
                      <a:cubicBezTo>
                        <a:pt x="333" y="0"/>
                        <a:pt x="339" y="5"/>
                        <a:pt x="344" y="8"/>
                      </a:cubicBezTo>
                      <a:cubicBezTo>
                        <a:pt x="339" y="11"/>
                        <a:pt x="335" y="17"/>
                        <a:pt x="330" y="18"/>
                      </a:cubicBezTo>
                      <a:cubicBezTo>
                        <a:pt x="314" y="21"/>
                        <a:pt x="306" y="28"/>
                        <a:pt x="304" y="47"/>
                      </a:cubicBezTo>
                      <a:cubicBezTo>
                        <a:pt x="303" y="62"/>
                        <a:pt x="304" y="77"/>
                        <a:pt x="304" y="92"/>
                      </a:cubicBezTo>
                      <a:cubicBezTo>
                        <a:pt x="304" y="149"/>
                        <a:pt x="304" y="206"/>
                        <a:pt x="304" y="263"/>
                      </a:cubicBezTo>
                      <a:cubicBezTo>
                        <a:pt x="304" y="285"/>
                        <a:pt x="311" y="294"/>
                        <a:pt x="332" y="301"/>
                      </a:cubicBezTo>
                      <a:cubicBezTo>
                        <a:pt x="336" y="302"/>
                        <a:pt x="340" y="307"/>
                        <a:pt x="344" y="310"/>
                      </a:cubicBezTo>
                      <a:cubicBezTo>
                        <a:pt x="339" y="312"/>
                        <a:pt x="334" y="316"/>
                        <a:pt x="329" y="316"/>
                      </a:cubicBezTo>
                      <a:cubicBezTo>
                        <a:pt x="292" y="317"/>
                        <a:pt x="255" y="317"/>
                        <a:pt x="218" y="316"/>
                      </a:cubicBezTo>
                      <a:cubicBezTo>
                        <a:pt x="213" y="316"/>
                        <a:pt x="209" y="312"/>
                        <a:pt x="204" y="310"/>
                      </a:cubicBezTo>
                      <a:cubicBezTo>
                        <a:pt x="208" y="306"/>
                        <a:pt x="212" y="301"/>
                        <a:pt x="216" y="300"/>
                      </a:cubicBezTo>
                      <a:cubicBezTo>
                        <a:pt x="230" y="298"/>
                        <a:pt x="238" y="291"/>
                        <a:pt x="238" y="276"/>
                      </a:cubicBezTo>
                      <a:cubicBezTo>
                        <a:pt x="238" y="246"/>
                        <a:pt x="239" y="215"/>
                        <a:pt x="239" y="184"/>
                      </a:cubicBezTo>
                      <a:cubicBezTo>
                        <a:pt x="239" y="175"/>
                        <a:pt x="236" y="171"/>
                        <a:pt x="227" y="171"/>
                      </a:cubicBezTo>
                      <a:cubicBezTo>
                        <a:pt x="192" y="171"/>
                        <a:pt x="157" y="171"/>
                        <a:pt x="122" y="171"/>
                      </a:cubicBezTo>
                      <a:cubicBezTo>
                        <a:pt x="110" y="171"/>
                        <a:pt x="105" y="176"/>
                        <a:pt x="106" y="187"/>
                      </a:cubicBezTo>
                      <a:cubicBezTo>
                        <a:pt x="106" y="216"/>
                        <a:pt x="106" y="244"/>
                        <a:pt x="107" y="273"/>
                      </a:cubicBezTo>
                      <a:cubicBezTo>
                        <a:pt x="107" y="291"/>
                        <a:pt x="114" y="298"/>
                        <a:pt x="131" y="301"/>
                      </a:cubicBezTo>
                      <a:cubicBezTo>
                        <a:pt x="136" y="302"/>
                        <a:pt x="140" y="306"/>
                        <a:pt x="145" y="309"/>
                      </a:cubicBezTo>
                      <a:cubicBezTo>
                        <a:pt x="140" y="312"/>
                        <a:pt x="135" y="317"/>
                        <a:pt x="130" y="317"/>
                      </a:cubicBezTo>
                      <a:cubicBezTo>
                        <a:pt x="92" y="317"/>
                        <a:pt x="54" y="317"/>
                        <a:pt x="16" y="317"/>
                      </a:cubicBezTo>
                      <a:cubicBezTo>
                        <a:pt x="11" y="316"/>
                        <a:pt x="6" y="314"/>
                        <a:pt x="1" y="313"/>
                      </a:cubicBezTo>
                      <a:cubicBezTo>
                        <a:pt x="0" y="311"/>
                        <a:pt x="0" y="309"/>
                        <a:pt x="0" y="30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4" name="Freeform 17"/>
                <p:cNvSpPr>
                  <a:spLocks noEditPoints="1"/>
                </p:cNvSpPr>
                <p:nvPr/>
              </p:nvSpPr>
              <p:spPr bwMode="auto">
                <a:xfrm>
                  <a:off x="10104438" y="3390901"/>
                  <a:ext cx="1006475" cy="1004888"/>
                </a:xfrm>
                <a:custGeom>
                  <a:avLst/>
                  <a:gdLst>
                    <a:gd name="T0" fmla="*/ 97 w 319"/>
                    <a:gd name="T1" fmla="*/ 1 h 318"/>
                    <a:gd name="T2" fmla="*/ 175 w 319"/>
                    <a:gd name="T3" fmla="*/ 2 h 318"/>
                    <a:gd name="T4" fmla="*/ 247 w 319"/>
                    <a:gd name="T5" fmla="*/ 24 h 318"/>
                    <a:gd name="T6" fmla="*/ 275 w 319"/>
                    <a:gd name="T7" fmla="*/ 78 h 318"/>
                    <a:gd name="T8" fmla="*/ 253 w 319"/>
                    <a:gd name="T9" fmla="*/ 144 h 318"/>
                    <a:gd name="T10" fmla="*/ 222 w 319"/>
                    <a:gd name="T11" fmla="*/ 163 h 318"/>
                    <a:gd name="T12" fmla="*/ 213 w 319"/>
                    <a:gd name="T13" fmla="*/ 190 h 318"/>
                    <a:gd name="T14" fmla="*/ 294 w 319"/>
                    <a:gd name="T15" fmla="*/ 290 h 318"/>
                    <a:gd name="T16" fmla="*/ 312 w 319"/>
                    <a:gd name="T17" fmla="*/ 301 h 318"/>
                    <a:gd name="T18" fmla="*/ 319 w 319"/>
                    <a:gd name="T19" fmla="*/ 311 h 318"/>
                    <a:gd name="T20" fmla="*/ 309 w 319"/>
                    <a:gd name="T21" fmla="*/ 317 h 318"/>
                    <a:gd name="T22" fmla="*/ 243 w 319"/>
                    <a:gd name="T23" fmla="*/ 317 h 318"/>
                    <a:gd name="T24" fmla="*/ 225 w 319"/>
                    <a:gd name="T25" fmla="*/ 306 h 318"/>
                    <a:gd name="T26" fmla="*/ 131 w 319"/>
                    <a:gd name="T27" fmla="*/ 186 h 318"/>
                    <a:gd name="T28" fmla="*/ 116 w 319"/>
                    <a:gd name="T29" fmla="*/ 176 h 318"/>
                    <a:gd name="T30" fmla="*/ 109 w 319"/>
                    <a:gd name="T31" fmla="*/ 193 h 318"/>
                    <a:gd name="T32" fmla="*/ 109 w 319"/>
                    <a:gd name="T33" fmla="*/ 275 h 318"/>
                    <a:gd name="T34" fmla="*/ 135 w 319"/>
                    <a:gd name="T35" fmla="*/ 302 h 318"/>
                    <a:gd name="T36" fmla="*/ 150 w 319"/>
                    <a:gd name="T37" fmla="*/ 310 h 318"/>
                    <a:gd name="T38" fmla="*/ 135 w 319"/>
                    <a:gd name="T39" fmla="*/ 317 h 318"/>
                    <a:gd name="T40" fmla="*/ 15 w 319"/>
                    <a:gd name="T41" fmla="*/ 318 h 318"/>
                    <a:gd name="T42" fmla="*/ 0 w 319"/>
                    <a:gd name="T43" fmla="*/ 311 h 318"/>
                    <a:gd name="T44" fmla="*/ 14 w 319"/>
                    <a:gd name="T45" fmla="*/ 302 h 318"/>
                    <a:gd name="T46" fmla="*/ 43 w 319"/>
                    <a:gd name="T47" fmla="*/ 267 h 318"/>
                    <a:gd name="T48" fmla="*/ 44 w 319"/>
                    <a:gd name="T49" fmla="*/ 48 h 318"/>
                    <a:gd name="T50" fmla="*/ 17 w 319"/>
                    <a:gd name="T51" fmla="*/ 19 h 318"/>
                    <a:gd name="T52" fmla="*/ 10 w 319"/>
                    <a:gd name="T53" fmla="*/ 18 h 318"/>
                    <a:gd name="T54" fmla="*/ 1 w 319"/>
                    <a:gd name="T55" fmla="*/ 7 h 318"/>
                    <a:gd name="T56" fmla="*/ 12 w 319"/>
                    <a:gd name="T57" fmla="*/ 2 h 318"/>
                    <a:gd name="T58" fmla="*/ 97 w 319"/>
                    <a:gd name="T59" fmla="*/ 1 h 318"/>
                    <a:gd name="T60" fmla="*/ 109 w 319"/>
                    <a:gd name="T61" fmla="*/ 92 h 318"/>
                    <a:gd name="T62" fmla="*/ 109 w 319"/>
                    <a:gd name="T63" fmla="*/ 92 h 318"/>
                    <a:gd name="T64" fmla="*/ 109 w 319"/>
                    <a:gd name="T65" fmla="*/ 122 h 318"/>
                    <a:gd name="T66" fmla="*/ 147 w 319"/>
                    <a:gd name="T67" fmla="*/ 154 h 318"/>
                    <a:gd name="T68" fmla="*/ 209 w 319"/>
                    <a:gd name="T69" fmla="*/ 94 h 318"/>
                    <a:gd name="T70" fmla="*/ 125 w 319"/>
                    <a:gd name="T71" fmla="*/ 24 h 318"/>
                    <a:gd name="T72" fmla="*/ 109 w 319"/>
                    <a:gd name="T73" fmla="*/ 44 h 318"/>
                    <a:gd name="T74" fmla="*/ 109 w 319"/>
                    <a:gd name="T75" fmla="*/ 92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319" h="318">
                      <a:moveTo>
                        <a:pt x="97" y="1"/>
                      </a:moveTo>
                      <a:cubicBezTo>
                        <a:pt x="123" y="1"/>
                        <a:pt x="149" y="0"/>
                        <a:pt x="175" y="2"/>
                      </a:cubicBezTo>
                      <a:cubicBezTo>
                        <a:pt x="200" y="3"/>
                        <a:pt x="225" y="10"/>
                        <a:pt x="247" y="24"/>
                      </a:cubicBezTo>
                      <a:cubicBezTo>
                        <a:pt x="265" y="36"/>
                        <a:pt x="275" y="54"/>
                        <a:pt x="275" y="78"/>
                      </a:cubicBezTo>
                      <a:cubicBezTo>
                        <a:pt x="275" y="103"/>
                        <a:pt x="272" y="127"/>
                        <a:pt x="253" y="144"/>
                      </a:cubicBezTo>
                      <a:cubicBezTo>
                        <a:pt x="244" y="152"/>
                        <a:pt x="233" y="159"/>
                        <a:pt x="222" y="163"/>
                      </a:cubicBezTo>
                      <a:cubicBezTo>
                        <a:pt x="206" y="169"/>
                        <a:pt x="203" y="177"/>
                        <a:pt x="213" y="190"/>
                      </a:cubicBezTo>
                      <a:cubicBezTo>
                        <a:pt x="240" y="224"/>
                        <a:pt x="267" y="257"/>
                        <a:pt x="294" y="290"/>
                      </a:cubicBezTo>
                      <a:cubicBezTo>
                        <a:pt x="299" y="295"/>
                        <a:pt x="306" y="297"/>
                        <a:pt x="312" y="301"/>
                      </a:cubicBezTo>
                      <a:cubicBezTo>
                        <a:pt x="315" y="303"/>
                        <a:pt x="317" y="307"/>
                        <a:pt x="319" y="311"/>
                      </a:cubicBezTo>
                      <a:cubicBezTo>
                        <a:pt x="316" y="313"/>
                        <a:pt x="312" y="317"/>
                        <a:pt x="309" y="317"/>
                      </a:cubicBezTo>
                      <a:cubicBezTo>
                        <a:pt x="287" y="318"/>
                        <a:pt x="265" y="318"/>
                        <a:pt x="243" y="317"/>
                      </a:cubicBezTo>
                      <a:cubicBezTo>
                        <a:pt x="237" y="316"/>
                        <a:pt x="229" y="311"/>
                        <a:pt x="225" y="306"/>
                      </a:cubicBezTo>
                      <a:cubicBezTo>
                        <a:pt x="193" y="266"/>
                        <a:pt x="163" y="226"/>
                        <a:pt x="131" y="186"/>
                      </a:cubicBezTo>
                      <a:cubicBezTo>
                        <a:pt x="128" y="181"/>
                        <a:pt x="121" y="179"/>
                        <a:pt x="116" y="176"/>
                      </a:cubicBezTo>
                      <a:cubicBezTo>
                        <a:pt x="113" y="181"/>
                        <a:pt x="109" y="187"/>
                        <a:pt x="109" y="193"/>
                      </a:cubicBezTo>
                      <a:cubicBezTo>
                        <a:pt x="108" y="220"/>
                        <a:pt x="109" y="248"/>
                        <a:pt x="109" y="275"/>
                      </a:cubicBezTo>
                      <a:cubicBezTo>
                        <a:pt x="109" y="291"/>
                        <a:pt x="119" y="300"/>
                        <a:pt x="135" y="302"/>
                      </a:cubicBezTo>
                      <a:cubicBezTo>
                        <a:pt x="141" y="303"/>
                        <a:pt x="145" y="307"/>
                        <a:pt x="150" y="310"/>
                      </a:cubicBezTo>
                      <a:cubicBezTo>
                        <a:pt x="145" y="313"/>
                        <a:pt x="140" y="317"/>
                        <a:pt x="135" y="317"/>
                      </a:cubicBezTo>
                      <a:cubicBezTo>
                        <a:pt x="95" y="318"/>
                        <a:pt x="55" y="318"/>
                        <a:pt x="15" y="318"/>
                      </a:cubicBezTo>
                      <a:cubicBezTo>
                        <a:pt x="10" y="318"/>
                        <a:pt x="5" y="313"/>
                        <a:pt x="0" y="311"/>
                      </a:cubicBezTo>
                      <a:cubicBezTo>
                        <a:pt x="5" y="308"/>
                        <a:pt x="9" y="303"/>
                        <a:pt x="14" y="302"/>
                      </a:cubicBezTo>
                      <a:cubicBezTo>
                        <a:pt x="36" y="297"/>
                        <a:pt x="43" y="290"/>
                        <a:pt x="43" y="267"/>
                      </a:cubicBezTo>
                      <a:cubicBezTo>
                        <a:pt x="44" y="194"/>
                        <a:pt x="44" y="121"/>
                        <a:pt x="44" y="48"/>
                      </a:cubicBezTo>
                      <a:cubicBezTo>
                        <a:pt x="44" y="31"/>
                        <a:pt x="34" y="20"/>
                        <a:pt x="17" y="19"/>
                      </a:cubicBezTo>
                      <a:cubicBezTo>
                        <a:pt x="15" y="19"/>
                        <a:pt x="11" y="19"/>
                        <a:pt x="10" y="18"/>
                      </a:cubicBezTo>
                      <a:cubicBezTo>
                        <a:pt x="6" y="15"/>
                        <a:pt x="4" y="11"/>
                        <a:pt x="1" y="7"/>
                      </a:cubicBezTo>
                      <a:cubicBezTo>
                        <a:pt x="5" y="5"/>
                        <a:pt x="8" y="2"/>
                        <a:pt x="12" y="2"/>
                      </a:cubicBezTo>
                      <a:cubicBezTo>
                        <a:pt x="40" y="1"/>
                        <a:pt x="69" y="1"/>
                        <a:pt x="97" y="1"/>
                      </a:cubicBezTo>
                      <a:close/>
                      <a:moveTo>
                        <a:pt x="109" y="92"/>
                      </a:moveTo>
                      <a:cubicBezTo>
                        <a:pt x="109" y="92"/>
                        <a:pt x="109" y="92"/>
                        <a:pt x="109" y="92"/>
                      </a:cubicBezTo>
                      <a:cubicBezTo>
                        <a:pt x="109" y="102"/>
                        <a:pt x="109" y="112"/>
                        <a:pt x="109" y="122"/>
                      </a:cubicBezTo>
                      <a:cubicBezTo>
                        <a:pt x="109" y="159"/>
                        <a:pt x="104" y="158"/>
                        <a:pt x="147" y="154"/>
                      </a:cubicBezTo>
                      <a:cubicBezTo>
                        <a:pt x="178" y="151"/>
                        <a:pt x="207" y="121"/>
                        <a:pt x="209" y="94"/>
                      </a:cubicBezTo>
                      <a:cubicBezTo>
                        <a:pt x="211" y="43"/>
                        <a:pt x="168" y="19"/>
                        <a:pt x="125" y="24"/>
                      </a:cubicBezTo>
                      <a:cubicBezTo>
                        <a:pt x="115" y="25"/>
                        <a:pt x="109" y="32"/>
                        <a:pt x="109" y="44"/>
                      </a:cubicBezTo>
                      <a:cubicBezTo>
                        <a:pt x="109" y="60"/>
                        <a:pt x="109" y="76"/>
                        <a:pt x="109" y="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5" name="Freeform 19"/>
                <p:cNvSpPr>
                  <a:spLocks noEditPoints="1"/>
                </p:cNvSpPr>
                <p:nvPr/>
              </p:nvSpPr>
              <p:spPr bwMode="auto">
                <a:xfrm>
                  <a:off x="9056688" y="3375026"/>
                  <a:ext cx="1019175" cy="1055688"/>
                </a:xfrm>
                <a:custGeom>
                  <a:avLst/>
                  <a:gdLst>
                    <a:gd name="T0" fmla="*/ 2 w 323"/>
                    <a:gd name="T1" fmla="*/ 170 h 334"/>
                    <a:gd name="T2" fmla="*/ 72 w 323"/>
                    <a:gd name="T3" fmla="*/ 22 h 334"/>
                    <a:gd name="T4" fmla="*/ 132 w 323"/>
                    <a:gd name="T5" fmla="*/ 2 h 334"/>
                    <a:gd name="T6" fmla="*/ 191 w 323"/>
                    <a:gd name="T7" fmla="*/ 2 h 334"/>
                    <a:gd name="T8" fmla="*/ 291 w 323"/>
                    <a:gd name="T9" fmla="*/ 67 h 334"/>
                    <a:gd name="T10" fmla="*/ 317 w 323"/>
                    <a:gd name="T11" fmla="*/ 189 h 334"/>
                    <a:gd name="T12" fmla="*/ 226 w 323"/>
                    <a:gd name="T13" fmla="*/ 318 h 334"/>
                    <a:gd name="T14" fmla="*/ 114 w 323"/>
                    <a:gd name="T15" fmla="*/ 324 h 334"/>
                    <a:gd name="T16" fmla="*/ 21 w 323"/>
                    <a:gd name="T17" fmla="*/ 252 h 334"/>
                    <a:gd name="T18" fmla="*/ 2 w 323"/>
                    <a:gd name="T19" fmla="*/ 170 h 334"/>
                    <a:gd name="T20" fmla="*/ 249 w 323"/>
                    <a:gd name="T21" fmla="*/ 165 h 334"/>
                    <a:gd name="T22" fmla="*/ 237 w 323"/>
                    <a:gd name="T23" fmla="*/ 90 h 334"/>
                    <a:gd name="T24" fmla="*/ 191 w 323"/>
                    <a:gd name="T25" fmla="*/ 29 h 334"/>
                    <a:gd name="T26" fmla="*/ 100 w 323"/>
                    <a:gd name="T27" fmla="*/ 52 h 334"/>
                    <a:gd name="T28" fmla="*/ 72 w 323"/>
                    <a:gd name="T29" fmla="*/ 142 h 334"/>
                    <a:gd name="T30" fmla="*/ 72 w 323"/>
                    <a:gd name="T31" fmla="*/ 189 h 334"/>
                    <a:gd name="T32" fmla="*/ 91 w 323"/>
                    <a:gd name="T33" fmla="*/ 266 h 334"/>
                    <a:gd name="T34" fmla="*/ 161 w 323"/>
                    <a:gd name="T35" fmla="*/ 307 h 334"/>
                    <a:gd name="T36" fmla="*/ 235 w 323"/>
                    <a:gd name="T37" fmla="*/ 246 h 334"/>
                    <a:gd name="T38" fmla="*/ 249 w 323"/>
                    <a:gd name="T39" fmla="*/ 165 h 3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323" h="334">
                      <a:moveTo>
                        <a:pt x="2" y="170"/>
                      </a:moveTo>
                      <a:cubicBezTo>
                        <a:pt x="0" y="104"/>
                        <a:pt x="23" y="56"/>
                        <a:pt x="72" y="22"/>
                      </a:cubicBezTo>
                      <a:cubicBezTo>
                        <a:pt x="90" y="9"/>
                        <a:pt x="110" y="2"/>
                        <a:pt x="132" y="2"/>
                      </a:cubicBezTo>
                      <a:cubicBezTo>
                        <a:pt x="152" y="2"/>
                        <a:pt x="172" y="0"/>
                        <a:pt x="191" y="2"/>
                      </a:cubicBezTo>
                      <a:cubicBezTo>
                        <a:pt x="236" y="6"/>
                        <a:pt x="268" y="31"/>
                        <a:pt x="291" y="67"/>
                      </a:cubicBezTo>
                      <a:cubicBezTo>
                        <a:pt x="316" y="105"/>
                        <a:pt x="323" y="147"/>
                        <a:pt x="317" y="189"/>
                      </a:cubicBezTo>
                      <a:cubicBezTo>
                        <a:pt x="309" y="246"/>
                        <a:pt x="283" y="295"/>
                        <a:pt x="226" y="318"/>
                      </a:cubicBezTo>
                      <a:cubicBezTo>
                        <a:pt x="190" y="332"/>
                        <a:pt x="152" y="334"/>
                        <a:pt x="114" y="324"/>
                      </a:cubicBezTo>
                      <a:cubicBezTo>
                        <a:pt x="71" y="313"/>
                        <a:pt x="42" y="288"/>
                        <a:pt x="21" y="252"/>
                      </a:cubicBezTo>
                      <a:cubicBezTo>
                        <a:pt x="6" y="224"/>
                        <a:pt x="0" y="195"/>
                        <a:pt x="2" y="170"/>
                      </a:cubicBezTo>
                      <a:close/>
                      <a:moveTo>
                        <a:pt x="249" y="165"/>
                      </a:moveTo>
                      <a:cubicBezTo>
                        <a:pt x="245" y="139"/>
                        <a:pt x="242" y="114"/>
                        <a:pt x="237" y="90"/>
                      </a:cubicBezTo>
                      <a:cubicBezTo>
                        <a:pt x="231" y="63"/>
                        <a:pt x="217" y="42"/>
                        <a:pt x="191" y="29"/>
                      </a:cubicBezTo>
                      <a:cubicBezTo>
                        <a:pt x="160" y="15"/>
                        <a:pt x="120" y="25"/>
                        <a:pt x="100" y="52"/>
                      </a:cubicBezTo>
                      <a:cubicBezTo>
                        <a:pt x="79" y="79"/>
                        <a:pt x="74" y="110"/>
                        <a:pt x="72" y="142"/>
                      </a:cubicBezTo>
                      <a:cubicBezTo>
                        <a:pt x="71" y="158"/>
                        <a:pt x="71" y="173"/>
                        <a:pt x="72" y="189"/>
                      </a:cubicBezTo>
                      <a:cubicBezTo>
                        <a:pt x="73" y="216"/>
                        <a:pt x="77" y="242"/>
                        <a:pt x="91" y="266"/>
                      </a:cubicBezTo>
                      <a:cubicBezTo>
                        <a:pt x="107" y="292"/>
                        <a:pt x="132" y="309"/>
                        <a:pt x="161" y="307"/>
                      </a:cubicBezTo>
                      <a:cubicBezTo>
                        <a:pt x="197" y="304"/>
                        <a:pt x="224" y="285"/>
                        <a:pt x="235" y="246"/>
                      </a:cubicBezTo>
                      <a:cubicBezTo>
                        <a:pt x="243" y="220"/>
                        <a:pt x="245" y="192"/>
                        <a:pt x="249" y="16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6" name="Freeform 20"/>
                <p:cNvSpPr/>
                <p:nvPr/>
              </p:nvSpPr>
              <p:spPr bwMode="auto">
                <a:xfrm>
                  <a:off x="5370513" y="3390901"/>
                  <a:ext cx="1085850" cy="1030288"/>
                </a:xfrm>
                <a:custGeom>
                  <a:avLst/>
                  <a:gdLst>
                    <a:gd name="T0" fmla="*/ 70 w 344"/>
                    <a:gd name="T1" fmla="*/ 183 h 326"/>
                    <a:gd name="T2" fmla="*/ 70 w 344"/>
                    <a:gd name="T3" fmla="*/ 255 h 326"/>
                    <a:gd name="T4" fmla="*/ 101 w 344"/>
                    <a:gd name="T5" fmla="*/ 301 h 326"/>
                    <a:gd name="T6" fmla="*/ 113 w 344"/>
                    <a:gd name="T7" fmla="*/ 313 h 326"/>
                    <a:gd name="T8" fmla="*/ 98 w 344"/>
                    <a:gd name="T9" fmla="*/ 317 h 326"/>
                    <a:gd name="T10" fmla="*/ 13 w 344"/>
                    <a:gd name="T11" fmla="*/ 317 h 326"/>
                    <a:gd name="T12" fmla="*/ 0 w 344"/>
                    <a:gd name="T13" fmla="*/ 311 h 326"/>
                    <a:gd name="T14" fmla="*/ 10 w 344"/>
                    <a:gd name="T15" fmla="*/ 302 h 326"/>
                    <a:gd name="T16" fmla="*/ 42 w 344"/>
                    <a:gd name="T17" fmla="*/ 258 h 326"/>
                    <a:gd name="T18" fmla="*/ 42 w 344"/>
                    <a:gd name="T19" fmla="*/ 68 h 326"/>
                    <a:gd name="T20" fmla="*/ 10 w 344"/>
                    <a:gd name="T21" fmla="*/ 19 h 326"/>
                    <a:gd name="T22" fmla="*/ 0 w 344"/>
                    <a:gd name="T23" fmla="*/ 7 h 326"/>
                    <a:gd name="T24" fmla="*/ 15 w 344"/>
                    <a:gd name="T25" fmla="*/ 1 h 326"/>
                    <a:gd name="T26" fmla="*/ 77 w 344"/>
                    <a:gd name="T27" fmla="*/ 2 h 326"/>
                    <a:gd name="T28" fmla="*/ 97 w 344"/>
                    <a:gd name="T29" fmla="*/ 12 h 326"/>
                    <a:gd name="T30" fmla="*/ 240 w 344"/>
                    <a:gd name="T31" fmla="*/ 174 h 326"/>
                    <a:gd name="T32" fmla="*/ 258 w 344"/>
                    <a:gd name="T33" fmla="*/ 199 h 326"/>
                    <a:gd name="T34" fmla="*/ 269 w 344"/>
                    <a:gd name="T35" fmla="*/ 205 h 326"/>
                    <a:gd name="T36" fmla="*/ 274 w 344"/>
                    <a:gd name="T37" fmla="*/ 194 h 326"/>
                    <a:gd name="T38" fmla="*/ 274 w 344"/>
                    <a:gd name="T39" fmla="*/ 68 h 326"/>
                    <a:gd name="T40" fmla="*/ 269 w 344"/>
                    <a:gd name="T41" fmla="*/ 39 h 326"/>
                    <a:gd name="T42" fmla="*/ 245 w 344"/>
                    <a:gd name="T43" fmla="*/ 19 h 326"/>
                    <a:gd name="T44" fmla="*/ 234 w 344"/>
                    <a:gd name="T45" fmla="*/ 9 h 326"/>
                    <a:gd name="T46" fmla="*/ 246 w 344"/>
                    <a:gd name="T47" fmla="*/ 1 h 326"/>
                    <a:gd name="T48" fmla="*/ 333 w 344"/>
                    <a:gd name="T49" fmla="*/ 2 h 326"/>
                    <a:gd name="T50" fmla="*/ 344 w 344"/>
                    <a:gd name="T51" fmla="*/ 9 h 326"/>
                    <a:gd name="T52" fmla="*/ 335 w 344"/>
                    <a:gd name="T53" fmla="*/ 18 h 326"/>
                    <a:gd name="T54" fmla="*/ 324 w 344"/>
                    <a:gd name="T55" fmla="*/ 21 h 326"/>
                    <a:gd name="T56" fmla="*/ 302 w 344"/>
                    <a:gd name="T57" fmla="*/ 49 h 326"/>
                    <a:gd name="T58" fmla="*/ 302 w 344"/>
                    <a:gd name="T59" fmla="*/ 300 h 326"/>
                    <a:gd name="T60" fmla="*/ 302 w 344"/>
                    <a:gd name="T61" fmla="*/ 312 h 326"/>
                    <a:gd name="T62" fmla="*/ 294 w 344"/>
                    <a:gd name="T63" fmla="*/ 324 h 326"/>
                    <a:gd name="T64" fmla="*/ 281 w 344"/>
                    <a:gd name="T65" fmla="*/ 320 h 326"/>
                    <a:gd name="T66" fmla="*/ 250 w 344"/>
                    <a:gd name="T67" fmla="*/ 287 h 326"/>
                    <a:gd name="T68" fmla="*/ 112 w 344"/>
                    <a:gd name="T69" fmla="*/ 129 h 326"/>
                    <a:gd name="T70" fmla="*/ 84 w 344"/>
                    <a:gd name="T71" fmla="*/ 95 h 326"/>
                    <a:gd name="T72" fmla="*/ 74 w 344"/>
                    <a:gd name="T73" fmla="*/ 89 h 326"/>
                    <a:gd name="T74" fmla="*/ 70 w 344"/>
                    <a:gd name="T75" fmla="*/ 100 h 326"/>
                    <a:gd name="T76" fmla="*/ 70 w 344"/>
                    <a:gd name="T77" fmla="*/ 183 h 326"/>
                    <a:gd name="T78" fmla="*/ 70 w 344"/>
                    <a:gd name="T79" fmla="*/ 183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44" h="326">
                      <a:moveTo>
                        <a:pt x="70" y="183"/>
                      </a:moveTo>
                      <a:cubicBezTo>
                        <a:pt x="70" y="207"/>
                        <a:pt x="70" y="231"/>
                        <a:pt x="70" y="255"/>
                      </a:cubicBezTo>
                      <a:cubicBezTo>
                        <a:pt x="70" y="282"/>
                        <a:pt x="77" y="291"/>
                        <a:pt x="101" y="301"/>
                      </a:cubicBezTo>
                      <a:cubicBezTo>
                        <a:pt x="106" y="303"/>
                        <a:pt x="109" y="309"/>
                        <a:pt x="113" y="313"/>
                      </a:cubicBezTo>
                      <a:cubicBezTo>
                        <a:pt x="108" y="314"/>
                        <a:pt x="103" y="317"/>
                        <a:pt x="98" y="317"/>
                      </a:cubicBezTo>
                      <a:cubicBezTo>
                        <a:pt x="70" y="318"/>
                        <a:pt x="41" y="318"/>
                        <a:pt x="13" y="317"/>
                      </a:cubicBezTo>
                      <a:cubicBezTo>
                        <a:pt x="8" y="317"/>
                        <a:pt x="4" y="313"/>
                        <a:pt x="0" y="311"/>
                      </a:cubicBezTo>
                      <a:cubicBezTo>
                        <a:pt x="3" y="308"/>
                        <a:pt x="6" y="303"/>
                        <a:pt x="10" y="302"/>
                      </a:cubicBezTo>
                      <a:cubicBezTo>
                        <a:pt x="36" y="293"/>
                        <a:pt x="42" y="286"/>
                        <a:pt x="42" y="258"/>
                      </a:cubicBezTo>
                      <a:cubicBezTo>
                        <a:pt x="42" y="195"/>
                        <a:pt x="40" y="131"/>
                        <a:pt x="42" y="68"/>
                      </a:cubicBezTo>
                      <a:cubicBezTo>
                        <a:pt x="42" y="43"/>
                        <a:pt x="31" y="29"/>
                        <a:pt x="10" y="19"/>
                      </a:cubicBezTo>
                      <a:cubicBezTo>
                        <a:pt x="6" y="17"/>
                        <a:pt x="4" y="11"/>
                        <a:pt x="0" y="7"/>
                      </a:cubicBezTo>
                      <a:cubicBezTo>
                        <a:pt x="5" y="5"/>
                        <a:pt x="10" y="1"/>
                        <a:pt x="15" y="1"/>
                      </a:cubicBezTo>
                      <a:cubicBezTo>
                        <a:pt x="35" y="1"/>
                        <a:pt x="57" y="1"/>
                        <a:pt x="77" y="2"/>
                      </a:cubicBezTo>
                      <a:cubicBezTo>
                        <a:pt x="84" y="2"/>
                        <a:pt x="93" y="7"/>
                        <a:pt x="97" y="12"/>
                      </a:cubicBezTo>
                      <a:cubicBezTo>
                        <a:pt x="145" y="65"/>
                        <a:pt x="192" y="120"/>
                        <a:pt x="240" y="174"/>
                      </a:cubicBezTo>
                      <a:cubicBezTo>
                        <a:pt x="246" y="182"/>
                        <a:pt x="252" y="191"/>
                        <a:pt x="258" y="199"/>
                      </a:cubicBezTo>
                      <a:cubicBezTo>
                        <a:pt x="261" y="202"/>
                        <a:pt x="266" y="203"/>
                        <a:pt x="269" y="205"/>
                      </a:cubicBezTo>
                      <a:cubicBezTo>
                        <a:pt x="271" y="201"/>
                        <a:pt x="274" y="197"/>
                        <a:pt x="274" y="194"/>
                      </a:cubicBezTo>
                      <a:cubicBezTo>
                        <a:pt x="275" y="152"/>
                        <a:pt x="275" y="110"/>
                        <a:pt x="274" y="68"/>
                      </a:cubicBezTo>
                      <a:cubicBezTo>
                        <a:pt x="274" y="58"/>
                        <a:pt x="273" y="46"/>
                        <a:pt x="269" y="39"/>
                      </a:cubicBezTo>
                      <a:cubicBezTo>
                        <a:pt x="263" y="30"/>
                        <a:pt x="253" y="26"/>
                        <a:pt x="245" y="19"/>
                      </a:cubicBezTo>
                      <a:cubicBezTo>
                        <a:pt x="241" y="16"/>
                        <a:pt x="238" y="12"/>
                        <a:pt x="234" y="9"/>
                      </a:cubicBezTo>
                      <a:cubicBezTo>
                        <a:pt x="238" y="6"/>
                        <a:pt x="242" y="1"/>
                        <a:pt x="246" y="1"/>
                      </a:cubicBezTo>
                      <a:cubicBezTo>
                        <a:pt x="275" y="0"/>
                        <a:pt x="304" y="1"/>
                        <a:pt x="333" y="2"/>
                      </a:cubicBezTo>
                      <a:cubicBezTo>
                        <a:pt x="336" y="2"/>
                        <a:pt x="340" y="6"/>
                        <a:pt x="344" y="9"/>
                      </a:cubicBezTo>
                      <a:cubicBezTo>
                        <a:pt x="341" y="12"/>
                        <a:pt x="339" y="16"/>
                        <a:pt x="335" y="18"/>
                      </a:cubicBezTo>
                      <a:cubicBezTo>
                        <a:pt x="332" y="20"/>
                        <a:pt x="328" y="19"/>
                        <a:pt x="324" y="21"/>
                      </a:cubicBezTo>
                      <a:cubicBezTo>
                        <a:pt x="310" y="25"/>
                        <a:pt x="302" y="34"/>
                        <a:pt x="302" y="49"/>
                      </a:cubicBezTo>
                      <a:cubicBezTo>
                        <a:pt x="302" y="133"/>
                        <a:pt x="302" y="216"/>
                        <a:pt x="302" y="300"/>
                      </a:cubicBezTo>
                      <a:cubicBezTo>
                        <a:pt x="302" y="304"/>
                        <a:pt x="303" y="308"/>
                        <a:pt x="302" y="312"/>
                      </a:cubicBezTo>
                      <a:cubicBezTo>
                        <a:pt x="300" y="316"/>
                        <a:pt x="298" y="322"/>
                        <a:pt x="294" y="324"/>
                      </a:cubicBezTo>
                      <a:cubicBezTo>
                        <a:pt x="291" y="326"/>
                        <a:pt x="284" y="323"/>
                        <a:pt x="281" y="320"/>
                      </a:cubicBezTo>
                      <a:cubicBezTo>
                        <a:pt x="270" y="310"/>
                        <a:pt x="260" y="298"/>
                        <a:pt x="250" y="287"/>
                      </a:cubicBezTo>
                      <a:cubicBezTo>
                        <a:pt x="204" y="234"/>
                        <a:pt x="158" y="182"/>
                        <a:pt x="112" y="129"/>
                      </a:cubicBezTo>
                      <a:cubicBezTo>
                        <a:pt x="103" y="118"/>
                        <a:pt x="94" y="106"/>
                        <a:pt x="84" y="95"/>
                      </a:cubicBezTo>
                      <a:cubicBezTo>
                        <a:pt x="82" y="93"/>
                        <a:pt x="77" y="91"/>
                        <a:pt x="74" y="89"/>
                      </a:cubicBezTo>
                      <a:cubicBezTo>
                        <a:pt x="73" y="93"/>
                        <a:pt x="71" y="97"/>
                        <a:pt x="70" y="100"/>
                      </a:cubicBezTo>
                      <a:cubicBezTo>
                        <a:pt x="70" y="128"/>
                        <a:pt x="70" y="155"/>
                        <a:pt x="70" y="183"/>
                      </a:cubicBezTo>
                      <a:cubicBezTo>
                        <a:pt x="70" y="183"/>
                        <a:pt x="70" y="183"/>
                        <a:pt x="70" y="18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7" name="Freeform 21"/>
                <p:cNvSpPr/>
                <p:nvPr/>
              </p:nvSpPr>
              <p:spPr bwMode="auto">
                <a:xfrm>
                  <a:off x="7923213" y="3390901"/>
                  <a:ext cx="1085850" cy="1039813"/>
                </a:xfrm>
                <a:custGeom>
                  <a:avLst/>
                  <a:gdLst>
                    <a:gd name="T0" fmla="*/ 271 w 344"/>
                    <a:gd name="T1" fmla="*/ 212 h 329"/>
                    <a:gd name="T2" fmla="*/ 275 w 344"/>
                    <a:gd name="T3" fmla="*/ 194 h 329"/>
                    <a:gd name="T4" fmla="*/ 274 w 344"/>
                    <a:gd name="T5" fmla="*/ 73 h 329"/>
                    <a:gd name="T6" fmla="*/ 267 w 344"/>
                    <a:gd name="T7" fmla="*/ 37 h 329"/>
                    <a:gd name="T8" fmla="*/ 243 w 344"/>
                    <a:gd name="T9" fmla="*/ 19 h 329"/>
                    <a:gd name="T10" fmla="*/ 232 w 344"/>
                    <a:gd name="T11" fmla="*/ 10 h 329"/>
                    <a:gd name="T12" fmla="*/ 244 w 344"/>
                    <a:gd name="T13" fmla="*/ 2 h 329"/>
                    <a:gd name="T14" fmla="*/ 331 w 344"/>
                    <a:gd name="T15" fmla="*/ 1 h 329"/>
                    <a:gd name="T16" fmla="*/ 344 w 344"/>
                    <a:gd name="T17" fmla="*/ 8 h 329"/>
                    <a:gd name="T18" fmla="*/ 333 w 344"/>
                    <a:gd name="T19" fmla="*/ 19 h 329"/>
                    <a:gd name="T20" fmla="*/ 303 w 344"/>
                    <a:gd name="T21" fmla="*/ 57 h 329"/>
                    <a:gd name="T22" fmla="*/ 303 w 344"/>
                    <a:gd name="T23" fmla="*/ 299 h 329"/>
                    <a:gd name="T24" fmla="*/ 296 w 344"/>
                    <a:gd name="T25" fmla="*/ 323 h 329"/>
                    <a:gd name="T26" fmla="*/ 271 w 344"/>
                    <a:gd name="T27" fmla="*/ 312 h 329"/>
                    <a:gd name="T28" fmla="*/ 165 w 344"/>
                    <a:gd name="T29" fmla="*/ 189 h 329"/>
                    <a:gd name="T30" fmla="*/ 86 w 344"/>
                    <a:gd name="T31" fmla="*/ 97 h 329"/>
                    <a:gd name="T32" fmla="*/ 73 w 344"/>
                    <a:gd name="T33" fmla="*/ 90 h 329"/>
                    <a:gd name="T34" fmla="*/ 70 w 344"/>
                    <a:gd name="T35" fmla="*/ 103 h 329"/>
                    <a:gd name="T36" fmla="*/ 70 w 344"/>
                    <a:gd name="T37" fmla="*/ 247 h 329"/>
                    <a:gd name="T38" fmla="*/ 101 w 344"/>
                    <a:gd name="T39" fmla="*/ 301 h 329"/>
                    <a:gd name="T40" fmla="*/ 110 w 344"/>
                    <a:gd name="T41" fmla="*/ 311 h 329"/>
                    <a:gd name="T42" fmla="*/ 98 w 344"/>
                    <a:gd name="T43" fmla="*/ 317 h 329"/>
                    <a:gd name="T44" fmla="*/ 13 w 344"/>
                    <a:gd name="T45" fmla="*/ 317 h 329"/>
                    <a:gd name="T46" fmla="*/ 0 w 344"/>
                    <a:gd name="T47" fmla="*/ 310 h 329"/>
                    <a:gd name="T48" fmla="*/ 10 w 344"/>
                    <a:gd name="T49" fmla="*/ 302 h 329"/>
                    <a:gd name="T50" fmla="*/ 42 w 344"/>
                    <a:gd name="T51" fmla="*/ 257 h 329"/>
                    <a:gd name="T52" fmla="*/ 43 w 344"/>
                    <a:gd name="T53" fmla="*/ 62 h 329"/>
                    <a:gd name="T54" fmla="*/ 11 w 344"/>
                    <a:gd name="T55" fmla="*/ 19 h 329"/>
                    <a:gd name="T56" fmla="*/ 0 w 344"/>
                    <a:gd name="T57" fmla="*/ 8 h 329"/>
                    <a:gd name="T58" fmla="*/ 15 w 344"/>
                    <a:gd name="T59" fmla="*/ 2 h 329"/>
                    <a:gd name="T60" fmla="*/ 71 w 344"/>
                    <a:gd name="T61" fmla="*/ 1 h 329"/>
                    <a:gd name="T62" fmla="*/ 95 w 344"/>
                    <a:gd name="T63" fmla="*/ 9 h 329"/>
                    <a:gd name="T64" fmla="*/ 220 w 344"/>
                    <a:gd name="T65" fmla="*/ 154 h 329"/>
                    <a:gd name="T66" fmla="*/ 271 w 344"/>
                    <a:gd name="T67" fmla="*/ 212 h 3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44" h="329">
                      <a:moveTo>
                        <a:pt x="271" y="212"/>
                      </a:moveTo>
                      <a:cubicBezTo>
                        <a:pt x="273" y="203"/>
                        <a:pt x="275" y="199"/>
                        <a:pt x="275" y="194"/>
                      </a:cubicBezTo>
                      <a:cubicBezTo>
                        <a:pt x="275" y="154"/>
                        <a:pt x="275" y="113"/>
                        <a:pt x="274" y="73"/>
                      </a:cubicBezTo>
                      <a:cubicBezTo>
                        <a:pt x="274" y="61"/>
                        <a:pt x="270" y="48"/>
                        <a:pt x="267" y="37"/>
                      </a:cubicBezTo>
                      <a:cubicBezTo>
                        <a:pt x="263" y="26"/>
                        <a:pt x="255" y="20"/>
                        <a:pt x="243" y="19"/>
                      </a:cubicBezTo>
                      <a:cubicBezTo>
                        <a:pt x="239" y="18"/>
                        <a:pt x="236" y="13"/>
                        <a:pt x="232" y="10"/>
                      </a:cubicBezTo>
                      <a:cubicBezTo>
                        <a:pt x="236" y="7"/>
                        <a:pt x="240" y="2"/>
                        <a:pt x="244" y="2"/>
                      </a:cubicBezTo>
                      <a:cubicBezTo>
                        <a:pt x="273" y="1"/>
                        <a:pt x="302" y="0"/>
                        <a:pt x="331" y="1"/>
                      </a:cubicBezTo>
                      <a:cubicBezTo>
                        <a:pt x="335" y="1"/>
                        <a:pt x="340" y="5"/>
                        <a:pt x="344" y="8"/>
                      </a:cubicBezTo>
                      <a:cubicBezTo>
                        <a:pt x="341" y="12"/>
                        <a:pt x="337" y="18"/>
                        <a:pt x="333" y="19"/>
                      </a:cubicBezTo>
                      <a:cubicBezTo>
                        <a:pt x="306" y="28"/>
                        <a:pt x="304" y="30"/>
                        <a:pt x="303" y="57"/>
                      </a:cubicBezTo>
                      <a:cubicBezTo>
                        <a:pt x="303" y="138"/>
                        <a:pt x="303" y="218"/>
                        <a:pt x="303" y="299"/>
                      </a:cubicBezTo>
                      <a:cubicBezTo>
                        <a:pt x="303" y="307"/>
                        <a:pt x="302" y="320"/>
                        <a:pt x="296" y="323"/>
                      </a:cubicBezTo>
                      <a:cubicBezTo>
                        <a:pt x="286" y="329"/>
                        <a:pt x="278" y="319"/>
                        <a:pt x="271" y="312"/>
                      </a:cubicBezTo>
                      <a:cubicBezTo>
                        <a:pt x="236" y="271"/>
                        <a:pt x="200" y="230"/>
                        <a:pt x="165" y="189"/>
                      </a:cubicBezTo>
                      <a:cubicBezTo>
                        <a:pt x="138" y="158"/>
                        <a:pt x="112" y="127"/>
                        <a:pt x="86" y="97"/>
                      </a:cubicBezTo>
                      <a:cubicBezTo>
                        <a:pt x="83" y="93"/>
                        <a:pt x="78" y="92"/>
                        <a:pt x="73" y="90"/>
                      </a:cubicBezTo>
                      <a:cubicBezTo>
                        <a:pt x="72" y="94"/>
                        <a:pt x="70" y="99"/>
                        <a:pt x="70" y="103"/>
                      </a:cubicBezTo>
                      <a:cubicBezTo>
                        <a:pt x="70" y="151"/>
                        <a:pt x="70" y="199"/>
                        <a:pt x="70" y="247"/>
                      </a:cubicBezTo>
                      <a:cubicBezTo>
                        <a:pt x="69" y="271"/>
                        <a:pt x="73" y="293"/>
                        <a:pt x="101" y="301"/>
                      </a:cubicBezTo>
                      <a:cubicBezTo>
                        <a:pt x="105" y="302"/>
                        <a:pt x="107" y="308"/>
                        <a:pt x="110" y="311"/>
                      </a:cubicBezTo>
                      <a:cubicBezTo>
                        <a:pt x="106" y="313"/>
                        <a:pt x="102" y="317"/>
                        <a:pt x="98" y="317"/>
                      </a:cubicBezTo>
                      <a:cubicBezTo>
                        <a:pt x="70" y="318"/>
                        <a:pt x="41" y="318"/>
                        <a:pt x="13" y="317"/>
                      </a:cubicBezTo>
                      <a:cubicBezTo>
                        <a:pt x="8" y="317"/>
                        <a:pt x="4" y="313"/>
                        <a:pt x="0" y="310"/>
                      </a:cubicBezTo>
                      <a:cubicBezTo>
                        <a:pt x="3" y="307"/>
                        <a:pt x="6" y="303"/>
                        <a:pt x="10" y="302"/>
                      </a:cubicBezTo>
                      <a:cubicBezTo>
                        <a:pt x="35" y="292"/>
                        <a:pt x="42" y="283"/>
                        <a:pt x="42" y="257"/>
                      </a:cubicBezTo>
                      <a:cubicBezTo>
                        <a:pt x="42" y="192"/>
                        <a:pt x="43" y="127"/>
                        <a:pt x="43" y="62"/>
                      </a:cubicBezTo>
                      <a:cubicBezTo>
                        <a:pt x="43" y="44"/>
                        <a:pt x="29" y="26"/>
                        <a:pt x="11" y="19"/>
                      </a:cubicBezTo>
                      <a:cubicBezTo>
                        <a:pt x="7" y="18"/>
                        <a:pt x="4" y="12"/>
                        <a:pt x="0" y="8"/>
                      </a:cubicBezTo>
                      <a:cubicBezTo>
                        <a:pt x="5" y="6"/>
                        <a:pt x="10" y="2"/>
                        <a:pt x="15" y="2"/>
                      </a:cubicBezTo>
                      <a:cubicBezTo>
                        <a:pt x="34" y="1"/>
                        <a:pt x="52" y="0"/>
                        <a:pt x="71" y="1"/>
                      </a:cubicBezTo>
                      <a:cubicBezTo>
                        <a:pt x="79" y="2"/>
                        <a:pt x="90" y="4"/>
                        <a:pt x="95" y="9"/>
                      </a:cubicBezTo>
                      <a:cubicBezTo>
                        <a:pt x="137" y="57"/>
                        <a:pt x="179" y="105"/>
                        <a:pt x="220" y="154"/>
                      </a:cubicBezTo>
                      <a:cubicBezTo>
                        <a:pt x="236" y="172"/>
                        <a:pt x="252" y="190"/>
                        <a:pt x="271" y="2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8" name="Freeform 23"/>
                <p:cNvSpPr/>
                <p:nvPr/>
              </p:nvSpPr>
              <p:spPr bwMode="auto">
                <a:xfrm>
                  <a:off x="-1550987" y="3390901"/>
                  <a:ext cx="911225" cy="1008063"/>
                </a:xfrm>
                <a:custGeom>
                  <a:avLst/>
                  <a:gdLst>
                    <a:gd name="T0" fmla="*/ 135 w 289"/>
                    <a:gd name="T1" fmla="*/ 318 h 319"/>
                    <a:gd name="T2" fmla="*/ 16 w 289"/>
                    <a:gd name="T3" fmla="*/ 318 h 319"/>
                    <a:gd name="T4" fmla="*/ 9 w 289"/>
                    <a:gd name="T5" fmla="*/ 317 h 319"/>
                    <a:gd name="T6" fmla="*/ 0 w 289"/>
                    <a:gd name="T7" fmla="*/ 311 h 319"/>
                    <a:gd name="T8" fmla="*/ 8 w 289"/>
                    <a:gd name="T9" fmla="*/ 302 h 319"/>
                    <a:gd name="T10" fmla="*/ 37 w 289"/>
                    <a:gd name="T11" fmla="*/ 263 h 319"/>
                    <a:gd name="T12" fmla="*/ 37 w 289"/>
                    <a:gd name="T13" fmla="*/ 69 h 319"/>
                    <a:gd name="T14" fmla="*/ 36 w 289"/>
                    <a:gd name="T15" fmla="*/ 42 h 319"/>
                    <a:gd name="T16" fmla="*/ 12 w 289"/>
                    <a:gd name="T17" fmla="*/ 18 h 319"/>
                    <a:gd name="T18" fmla="*/ 1 w 289"/>
                    <a:gd name="T19" fmla="*/ 10 h 319"/>
                    <a:gd name="T20" fmla="*/ 14 w 289"/>
                    <a:gd name="T21" fmla="*/ 2 h 319"/>
                    <a:gd name="T22" fmla="*/ 241 w 289"/>
                    <a:gd name="T23" fmla="*/ 0 h 319"/>
                    <a:gd name="T24" fmla="*/ 262 w 289"/>
                    <a:gd name="T25" fmla="*/ 20 h 319"/>
                    <a:gd name="T26" fmla="*/ 266 w 289"/>
                    <a:gd name="T27" fmla="*/ 58 h 319"/>
                    <a:gd name="T28" fmla="*/ 259 w 289"/>
                    <a:gd name="T29" fmla="*/ 73 h 319"/>
                    <a:gd name="T30" fmla="*/ 245 w 289"/>
                    <a:gd name="T31" fmla="*/ 64 h 319"/>
                    <a:gd name="T32" fmla="*/ 191 w 289"/>
                    <a:gd name="T33" fmla="*/ 29 h 319"/>
                    <a:gd name="T34" fmla="*/ 129 w 289"/>
                    <a:gd name="T35" fmla="*/ 25 h 319"/>
                    <a:gd name="T36" fmla="*/ 102 w 289"/>
                    <a:gd name="T37" fmla="*/ 53 h 319"/>
                    <a:gd name="T38" fmla="*/ 102 w 289"/>
                    <a:gd name="T39" fmla="*/ 119 h 319"/>
                    <a:gd name="T40" fmla="*/ 124 w 289"/>
                    <a:gd name="T41" fmla="*/ 139 h 319"/>
                    <a:gd name="T42" fmla="*/ 177 w 289"/>
                    <a:gd name="T43" fmla="*/ 138 h 319"/>
                    <a:gd name="T44" fmla="*/ 214 w 289"/>
                    <a:gd name="T45" fmla="*/ 112 h 319"/>
                    <a:gd name="T46" fmla="*/ 226 w 289"/>
                    <a:gd name="T47" fmla="*/ 99 h 319"/>
                    <a:gd name="T48" fmla="*/ 235 w 289"/>
                    <a:gd name="T49" fmla="*/ 117 h 319"/>
                    <a:gd name="T50" fmla="*/ 236 w 289"/>
                    <a:gd name="T51" fmla="*/ 195 h 319"/>
                    <a:gd name="T52" fmla="*/ 227 w 289"/>
                    <a:gd name="T53" fmla="*/ 212 h 319"/>
                    <a:gd name="T54" fmla="*/ 215 w 289"/>
                    <a:gd name="T55" fmla="*/ 199 h 319"/>
                    <a:gd name="T56" fmla="*/ 166 w 289"/>
                    <a:gd name="T57" fmla="*/ 165 h 319"/>
                    <a:gd name="T58" fmla="*/ 118 w 289"/>
                    <a:gd name="T59" fmla="*/ 164 h 319"/>
                    <a:gd name="T60" fmla="*/ 102 w 289"/>
                    <a:gd name="T61" fmla="*/ 179 h 319"/>
                    <a:gd name="T62" fmla="*/ 101 w 289"/>
                    <a:gd name="T63" fmla="*/ 271 h 319"/>
                    <a:gd name="T64" fmla="*/ 123 w 289"/>
                    <a:gd name="T65" fmla="*/ 294 h 319"/>
                    <a:gd name="T66" fmla="*/ 221 w 289"/>
                    <a:gd name="T67" fmla="*/ 288 h 319"/>
                    <a:gd name="T68" fmla="*/ 268 w 289"/>
                    <a:gd name="T69" fmla="*/ 246 h 319"/>
                    <a:gd name="T70" fmla="*/ 273 w 289"/>
                    <a:gd name="T71" fmla="*/ 238 h 319"/>
                    <a:gd name="T72" fmla="*/ 287 w 289"/>
                    <a:gd name="T73" fmla="*/ 231 h 319"/>
                    <a:gd name="T74" fmla="*/ 288 w 289"/>
                    <a:gd name="T75" fmla="*/ 245 h 319"/>
                    <a:gd name="T76" fmla="*/ 274 w 289"/>
                    <a:gd name="T77" fmla="*/ 306 h 319"/>
                    <a:gd name="T78" fmla="*/ 255 w 289"/>
                    <a:gd name="T79" fmla="*/ 317 h 319"/>
                    <a:gd name="T80" fmla="*/ 195 w 289"/>
                    <a:gd name="T81" fmla="*/ 317 h 319"/>
                    <a:gd name="T82" fmla="*/ 135 w 289"/>
                    <a:gd name="T83" fmla="*/ 317 h 319"/>
                    <a:gd name="T84" fmla="*/ 135 w 289"/>
                    <a:gd name="T85" fmla="*/ 318 h 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289" h="319">
                      <a:moveTo>
                        <a:pt x="135" y="318"/>
                      </a:moveTo>
                      <a:cubicBezTo>
                        <a:pt x="95" y="318"/>
                        <a:pt x="56" y="318"/>
                        <a:pt x="16" y="318"/>
                      </a:cubicBezTo>
                      <a:cubicBezTo>
                        <a:pt x="14" y="318"/>
                        <a:pt x="11" y="318"/>
                        <a:pt x="9" y="317"/>
                      </a:cubicBezTo>
                      <a:cubicBezTo>
                        <a:pt x="6" y="316"/>
                        <a:pt x="3" y="313"/>
                        <a:pt x="0" y="311"/>
                      </a:cubicBezTo>
                      <a:cubicBezTo>
                        <a:pt x="3" y="308"/>
                        <a:pt x="5" y="303"/>
                        <a:pt x="8" y="302"/>
                      </a:cubicBezTo>
                      <a:cubicBezTo>
                        <a:pt x="31" y="296"/>
                        <a:pt x="37" y="287"/>
                        <a:pt x="37" y="263"/>
                      </a:cubicBezTo>
                      <a:cubicBezTo>
                        <a:pt x="36" y="198"/>
                        <a:pt x="37" y="134"/>
                        <a:pt x="37" y="69"/>
                      </a:cubicBezTo>
                      <a:cubicBezTo>
                        <a:pt x="37" y="60"/>
                        <a:pt x="37" y="51"/>
                        <a:pt x="36" y="42"/>
                      </a:cubicBezTo>
                      <a:cubicBezTo>
                        <a:pt x="34" y="29"/>
                        <a:pt x="28" y="19"/>
                        <a:pt x="12" y="18"/>
                      </a:cubicBezTo>
                      <a:cubicBezTo>
                        <a:pt x="8" y="18"/>
                        <a:pt x="5" y="13"/>
                        <a:pt x="1" y="10"/>
                      </a:cubicBezTo>
                      <a:cubicBezTo>
                        <a:pt x="5" y="7"/>
                        <a:pt x="9" y="2"/>
                        <a:pt x="14" y="2"/>
                      </a:cubicBezTo>
                      <a:cubicBezTo>
                        <a:pt x="90" y="1"/>
                        <a:pt x="166" y="1"/>
                        <a:pt x="241" y="0"/>
                      </a:cubicBezTo>
                      <a:cubicBezTo>
                        <a:pt x="257" y="0"/>
                        <a:pt x="262" y="5"/>
                        <a:pt x="262" y="20"/>
                      </a:cubicBezTo>
                      <a:cubicBezTo>
                        <a:pt x="262" y="33"/>
                        <a:pt x="265" y="45"/>
                        <a:pt x="266" y="58"/>
                      </a:cubicBezTo>
                      <a:cubicBezTo>
                        <a:pt x="266" y="63"/>
                        <a:pt x="261" y="68"/>
                        <a:pt x="259" y="73"/>
                      </a:cubicBezTo>
                      <a:cubicBezTo>
                        <a:pt x="254" y="70"/>
                        <a:pt x="246" y="68"/>
                        <a:pt x="245" y="64"/>
                      </a:cubicBezTo>
                      <a:cubicBezTo>
                        <a:pt x="237" y="36"/>
                        <a:pt x="217" y="30"/>
                        <a:pt x="191" y="29"/>
                      </a:cubicBezTo>
                      <a:cubicBezTo>
                        <a:pt x="170" y="29"/>
                        <a:pt x="150" y="25"/>
                        <a:pt x="129" y="25"/>
                      </a:cubicBezTo>
                      <a:cubicBezTo>
                        <a:pt x="108" y="24"/>
                        <a:pt x="102" y="32"/>
                        <a:pt x="102" y="53"/>
                      </a:cubicBezTo>
                      <a:cubicBezTo>
                        <a:pt x="102" y="75"/>
                        <a:pt x="101" y="97"/>
                        <a:pt x="102" y="119"/>
                      </a:cubicBezTo>
                      <a:cubicBezTo>
                        <a:pt x="102" y="138"/>
                        <a:pt x="105" y="140"/>
                        <a:pt x="124" y="139"/>
                      </a:cubicBezTo>
                      <a:cubicBezTo>
                        <a:pt x="142" y="138"/>
                        <a:pt x="159" y="138"/>
                        <a:pt x="177" y="138"/>
                      </a:cubicBezTo>
                      <a:cubicBezTo>
                        <a:pt x="195" y="138"/>
                        <a:pt x="207" y="130"/>
                        <a:pt x="214" y="112"/>
                      </a:cubicBezTo>
                      <a:cubicBezTo>
                        <a:pt x="216" y="107"/>
                        <a:pt x="222" y="103"/>
                        <a:pt x="226" y="99"/>
                      </a:cubicBezTo>
                      <a:cubicBezTo>
                        <a:pt x="229" y="105"/>
                        <a:pt x="235" y="111"/>
                        <a:pt x="235" y="117"/>
                      </a:cubicBezTo>
                      <a:cubicBezTo>
                        <a:pt x="237" y="143"/>
                        <a:pt x="236" y="169"/>
                        <a:pt x="236" y="195"/>
                      </a:cubicBezTo>
                      <a:cubicBezTo>
                        <a:pt x="235" y="201"/>
                        <a:pt x="230" y="206"/>
                        <a:pt x="227" y="212"/>
                      </a:cubicBezTo>
                      <a:cubicBezTo>
                        <a:pt x="222" y="207"/>
                        <a:pt x="216" y="203"/>
                        <a:pt x="215" y="199"/>
                      </a:cubicBezTo>
                      <a:cubicBezTo>
                        <a:pt x="210" y="174"/>
                        <a:pt x="189" y="169"/>
                        <a:pt x="166" y="165"/>
                      </a:cubicBezTo>
                      <a:cubicBezTo>
                        <a:pt x="150" y="163"/>
                        <a:pt x="134" y="165"/>
                        <a:pt x="118" y="164"/>
                      </a:cubicBezTo>
                      <a:cubicBezTo>
                        <a:pt x="107" y="164"/>
                        <a:pt x="102" y="169"/>
                        <a:pt x="102" y="179"/>
                      </a:cubicBezTo>
                      <a:cubicBezTo>
                        <a:pt x="102" y="210"/>
                        <a:pt x="101" y="240"/>
                        <a:pt x="101" y="271"/>
                      </a:cubicBezTo>
                      <a:cubicBezTo>
                        <a:pt x="102" y="284"/>
                        <a:pt x="111" y="294"/>
                        <a:pt x="123" y="294"/>
                      </a:cubicBezTo>
                      <a:cubicBezTo>
                        <a:pt x="156" y="295"/>
                        <a:pt x="189" y="301"/>
                        <a:pt x="221" y="288"/>
                      </a:cubicBezTo>
                      <a:cubicBezTo>
                        <a:pt x="241" y="279"/>
                        <a:pt x="257" y="266"/>
                        <a:pt x="268" y="246"/>
                      </a:cubicBezTo>
                      <a:cubicBezTo>
                        <a:pt x="270" y="243"/>
                        <a:pt x="271" y="240"/>
                        <a:pt x="273" y="238"/>
                      </a:cubicBezTo>
                      <a:cubicBezTo>
                        <a:pt x="277" y="235"/>
                        <a:pt x="282" y="233"/>
                        <a:pt x="287" y="231"/>
                      </a:cubicBezTo>
                      <a:cubicBezTo>
                        <a:pt x="287" y="236"/>
                        <a:pt x="289" y="241"/>
                        <a:pt x="288" y="245"/>
                      </a:cubicBezTo>
                      <a:cubicBezTo>
                        <a:pt x="284" y="266"/>
                        <a:pt x="278" y="286"/>
                        <a:pt x="274" y="306"/>
                      </a:cubicBezTo>
                      <a:cubicBezTo>
                        <a:pt x="271" y="319"/>
                        <a:pt x="263" y="317"/>
                        <a:pt x="255" y="317"/>
                      </a:cubicBezTo>
                      <a:cubicBezTo>
                        <a:pt x="235" y="318"/>
                        <a:pt x="215" y="317"/>
                        <a:pt x="195" y="317"/>
                      </a:cubicBezTo>
                      <a:cubicBezTo>
                        <a:pt x="175" y="317"/>
                        <a:pt x="155" y="317"/>
                        <a:pt x="135" y="317"/>
                      </a:cubicBezTo>
                      <a:cubicBezTo>
                        <a:pt x="135" y="317"/>
                        <a:pt x="135" y="317"/>
                        <a:pt x="135" y="31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9" name="Freeform 27"/>
                <p:cNvSpPr/>
                <p:nvPr/>
              </p:nvSpPr>
              <p:spPr bwMode="auto">
                <a:xfrm>
                  <a:off x="484188" y="3368676"/>
                  <a:ext cx="779463" cy="1062038"/>
                </a:xfrm>
                <a:custGeom>
                  <a:avLst/>
                  <a:gdLst>
                    <a:gd name="T0" fmla="*/ 4 w 247"/>
                    <a:gd name="T1" fmla="*/ 276 h 336"/>
                    <a:gd name="T2" fmla="*/ 4 w 247"/>
                    <a:gd name="T3" fmla="*/ 236 h 336"/>
                    <a:gd name="T4" fmla="*/ 12 w 247"/>
                    <a:gd name="T5" fmla="*/ 225 h 336"/>
                    <a:gd name="T6" fmla="*/ 23 w 247"/>
                    <a:gd name="T7" fmla="*/ 233 h 336"/>
                    <a:gd name="T8" fmla="*/ 80 w 247"/>
                    <a:gd name="T9" fmla="*/ 298 h 336"/>
                    <a:gd name="T10" fmla="*/ 165 w 247"/>
                    <a:gd name="T11" fmla="*/ 275 h 336"/>
                    <a:gd name="T12" fmla="*/ 146 w 247"/>
                    <a:gd name="T13" fmla="*/ 217 h 336"/>
                    <a:gd name="T14" fmla="*/ 58 w 247"/>
                    <a:gd name="T15" fmla="*/ 160 h 336"/>
                    <a:gd name="T16" fmla="*/ 6 w 247"/>
                    <a:gd name="T17" fmla="*/ 95 h 336"/>
                    <a:gd name="T18" fmla="*/ 15 w 247"/>
                    <a:gd name="T19" fmla="*/ 48 h 336"/>
                    <a:gd name="T20" fmla="*/ 77 w 247"/>
                    <a:gd name="T21" fmla="*/ 4 h 336"/>
                    <a:gd name="T22" fmla="*/ 163 w 247"/>
                    <a:gd name="T23" fmla="*/ 13 h 336"/>
                    <a:gd name="T24" fmla="*/ 196 w 247"/>
                    <a:gd name="T25" fmla="*/ 5 h 336"/>
                    <a:gd name="T26" fmla="*/ 206 w 247"/>
                    <a:gd name="T27" fmla="*/ 0 h 336"/>
                    <a:gd name="T28" fmla="*/ 210 w 247"/>
                    <a:gd name="T29" fmla="*/ 10 h 336"/>
                    <a:gd name="T30" fmla="*/ 210 w 247"/>
                    <a:gd name="T31" fmla="*/ 63 h 336"/>
                    <a:gd name="T32" fmla="*/ 211 w 247"/>
                    <a:gd name="T33" fmla="*/ 90 h 336"/>
                    <a:gd name="T34" fmla="*/ 204 w 247"/>
                    <a:gd name="T35" fmla="*/ 103 h 336"/>
                    <a:gd name="T36" fmla="*/ 193 w 247"/>
                    <a:gd name="T37" fmla="*/ 93 h 336"/>
                    <a:gd name="T38" fmla="*/ 167 w 247"/>
                    <a:gd name="T39" fmla="*/ 50 h 336"/>
                    <a:gd name="T40" fmla="*/ 109 w 247"/>
                    <a:gd name="T41" fmla="*/ 25 h 336"/>
                    <a:gd name="T42" fmla="*/ 66 w 247"/>
                    <a:gd name="T43" fmla="*/ 59 h 336"/>
                    <a:gd name="T44" fmla="*/ 88 w 247"/>
                    <a:gd name="T45" fmla="*/ 102 h 336"/>
                    <a:gd name="T46" fmla="*/ 183 w 247"/>
                    <a:gd name="T47" fmla="*/ 161 h 336"/>
                    <a:gd name="T48" fmla="*/ 187 w 247"/>
                    <a:gd name="T49" fmla="*/ 317 h 336"/>
                    <a:gd name="T50" fmla="*/ 93 w 247"/>
                    <a:gd name="T51" fmla="*/ 329 h 336"/>
                    <a:gd name="T52" fmla="*/ 47 w 247"/>
                    <a:gd name="T53" fmla="*/ 315 h 336"/>
                    <a:gd name="T54" fmla="*/ 25 w 247"/>
                    <a:gd name="T55" fmla="*/ 322 h 336"/>
                    <a:gd name="T56" fmla="*/ 10 w 247"/>
                    <a:gd name="T57" fmla="*/ 329 h 336"/>
                    <a:gd name="T58" fmla="*/ 4 w 247"/>
                    <a:gd name="T59" fmla="*/ 312 h 336"/>
                    <a:gd name="T60" fmla="*/ 3 w 247"/>
                    <a:gd name="T61" fmla="*/ 276 h 336"/>
                    <a:gd name="T62" fmla="*/ 4 w 247"/>
                    <a:gd name="T63" fmla="*/ 276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47" h="336">
                      <a:moveTo>
                        <a:pt x="4" y="276"/>
                      </a:moveTo>
                      <a:cubicBezTo>
                        <a:pt x="4" y="263"/>
                        <a:pt x="4" y="249"/>
                        <a:pt x="4" y="236"/>
                      </a:cubicBezTo>
                      <a:cubicBezTo>
                        <a:pt x="5" y="232"/>
                        <a:pt x="9" y="228"/>
                        <a:pt x="12" y="225"/>
                      </a:cubicBezTo>
                      <a:cubicBezTo>
                        <a:pt x="16" y="227"/>
                        <a:pt x="21" y="229"/>
                        <a:pt x="23" y="233"/>
                      </a:cubicBezTo>
                      <a:cubicBezTo>
                        <a:pt x="34" y="262"/>
                        <a:pt x="53" y="284"/>
                        <a:pt x="80" y="298"/>
                      </a:cubicBezTo>
                      <a:cubicBezTo>
                        <a:pt x="112" y="315"/>
                        <a:pt x="146" y="315"/>
                        <a:pt x="165" y="275"/>
                      </a:cubicBezTo>
                      <a:cubicBezTo>
                        <a:pt x="174" y="256"/>
                        <a:pt x="166" y="231"/>
                        <a:pt x="146" y="217"/>
                      </a:cubicBezTo>
                      <a:cubicBezTo>
                        <a:pt x="117" y="197"/>
                        <a:pt x="87" y="179"/>
                        <a:pt x="58" y="160"/>
                      </a:cubicBezTo>
                      <a:cubicBezTo>
                        <a:pt x="34" y="144"/>
                        <a:pt x="15" y="123"/>
                        <a:pt x="6" y="95"/>
                      </a:cubicBezTo>
                      <a:cubicBezTo>
                        <a:pt x="0" y="77"/>
                        <a:pt x="8" y="61"/>
                        <a:pt x="15" y="48"/>
                      </a:cubicBezTo>
                      <a:cubicBezTo>
                        <a:pt x="28" y="24"/>
                        <a:pt x="48" y="7"/>
                        <a:pt x="77" y="4"/>
                      </a:cubicBezTo>
                      <a:cubicBezTo>
                        <a:pt x="107" y="0"/>
                        <a:pt x="135" y="2"/>
                        <a:pt x="163" y="13"/>
                      </a:cubicBezTo>
                      <a:cubicBezTo>
                        <a:pt x="176" y="18"/>
                        <a:pt x="188" y="18"/>
                        <a:pt x="196" y="5"/>
                      </a:cubicBezTo>
                      <a:cubicBezTo>
                        <a:pt x="198" y="2"/>
                        <a:pt x="203" y="1"/>
                        <a:pt x="206" y="0"/>
                      </a:cubicBezTo>
                      <a:cubicBezTo>
                        <a:pt x="208" y="3"/>
                        <a:pt x="210" y="7"/>
                        <a:pt x="210" y="10"/>
                      </a:cubicBezTo>
                      <a:cubicBezTo>
                        <a:pt x="211" y="28"/>
                        <a:pt x="210" y="45"/>
                        <a:pt x="210" y="63"/>
                      </a:cubicBezTo>
                      <a:cubicBezTo>
                        <a:pt x="210" y="72"/>
                        <a:pt x="212" y="81"/>
                        <a:pt x="211" y="90"/>
                      </a:cubicBezTo>
                      <a:cubicBezTo>
                        <a:pt x="211" y="94"/>
                        <a:pt x="207" y="98"/>
                        <a:pt x="204" y="103"/>
                      </a:cubicBezTo>
                      <a:cubicBezTo>
                        <a:pt x="201" y="100"/>
                        <a:pt x="196" y="97"/>
                        <a:pt x="193" y="93"/>
                      </a:cubicBezTo>
                      <a:cubicBezTo>
                        <a:pt x="184" y="79"/>
                        <a:pt x="177" y="63"/>
                        <a:pt x="167" y="50"/>
                      </a:cubicBezTo>
                      <a:cubicBezTo>
                        <a:pt x="152" y="33"/>
                        <a:pt x="133" y="24"/>
                        <a:pt x="109" y="25"/>
                      </a:cubicBezTo>
                      <a:cubicBezTo>
                        <a:pt x="87" y="26"/>
                        <a:pt x="72" y="38"/>
                        <a:pt x="66" y="59"/>
                      </a:cubicBezTo>
                      <a:cubicBezTo>
                        <a:pt x="62" y="75"/>
                        <a:pt x="70" y="91"/>
                        <a:pt x="88" y="102"/>
                      </a:cubicBezTo>
                      <a:cubicBezTo>
                        <a:pt x="120" y="122"/>
                        <a:pt x="153" y="139"/>
                        <a:pt x="183" y="161"/>
                      </a:cubicBezTo>
                      <a:cubicBezTo>
                        <a:pt x="240" y="203"/>
                        <a:pt x="247" y="274"/>
                        <a:pt x="187" y="317"/>
                      </a:cubicBezTo>
                      <a:cubicBezTo>
                        <a:pt x="159" y="336"/>
                        <a:pt x="125" y="336"/>
                        <a:pt x="93" y="329"/>
                      </a:cubicBezTo>
                      <a:cubicBezTo>
                        <a:pt x="77" y="326"/>
                        <a:pt x="63" y="318"/>
                        <a:pt x="47" y="315"/>
                      </a:cubicBezTo>
                      <a:cubicBezTo>
                        <a:pt x="41" y="314"/>
                        <a:pt x="32" y="319"/>
                        <a:pt x="25" y="322"/>
                      </a:cubicBezTo>
                      <a:cubicBezTo>
                        <a:pt x="20" y="324"/>
                        <a:pt x="15" y="327"/>
                        <a:pt x="10" y="329"/>
                      </a:cubicBezTo>
                      <a:cubicBezTo>
                        <a:pt x="8" y="324"/>
                        <a:pt x="4" y="318"/>
                        <a:pt x="4" y="312"/>
                      </a:cubicBezTo>
                      <a:cubicBezTo>
                        <a:pt x="3" y="300"/>
                        <a:pt x="3" y="288"/>
                        <a:pt x="3" y="276"/>
                      </a:cubicBezTo>
                      <a:cubicBezTo>
                        <a:pt x="4" y="276"/>
                        <a:pt x="4" y="276"/>
                        <a:pt x="4" y="2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0" name="Freeform 28"/>
                <p:cNvSpPr/>
                <p:nvPr/>
              </p:nvSpPr>
              <p:spPr bwMode="auto">
                <a:xfrm>
                  <a:off x="2608263" y="3362326"/>
                  <a:ext cx="968375" cy="1062038"/>
                </a:xfrm>
                <a:custGeom>
                  <a:avLst/>
                  <a:gdLst>
                    <a:gd name="T0" fmla="*/ 75 w 307"/>
                    <a:gd name="T1" fmla="*/ 170 h 336"/>
                    <a:gd name="T2" fmla="*/ 96 w 307"/>
                    <a:gd name="T3" fmla="*/ 258 h 336"/>
                    <a:gd name="T4" fmla="*/ 244 w 307"/>
                    <a:gd name="T5" fmla="*/ 288 h 336"/>
                    <a:gd name="T6" fmla="*/ 288 w 307"/>
                    <a:gd name="T7" fmla="*/ 249 h 336"/>
                    <a:gd name="T8" fmla="*/ 301 w 307"/>
                    <a:gd name="T9" fmla="*/ 243 h 336"/>
                    <a:gd name="T10" fmla="*/ 305 w 307"/>
                    <a:gd name="T11" fmla="*/ 259 h 336"/>
                    <a:gd name="T12" fmla="*/ 226 w 307"/>
                    <a:gd name="T13" fmla="*/ 326 h 336"/>
                    <a:gd name="T14" fmla="*/ 140 w 307"/>
                    <a:gd name="T15" fmla="*/ 333 h 336"/>
                    <a:gd name="T16" fmla="*/ 20 w 307"/>
                    <a:gd name="T17" fmla="*/ 250 h 336"/>
                    <a:gd name="T18" fmla="*/ 5 w 307"/>
                    <a:gd name="T19" fmla="*/ 137 h 336"/>
                    <a:gd name="T20" fmla="*/ 75 w 307"/>
                    <a:gd name="T21" fmla="*/ 30 h 336"/>
                    <a:gd name="T22" fmla="*/ 184 w 307"/>
                    <a:gd name="T23" fmla="*/ 6 h 336"/>
                    <a:gd name="T24" fmla="*/ 242 w 307"/>
                    <a:gd name="T25" fmla="*/ 17 h 336"/>
                    <a:gd name="T26" fmla="*/ 272 w 307"/>
                    <a:gd name="T27" fmla="*/ 8 h 336"/>
                    <a:gd name="T28" fmla="*/ 286 w 307"/>
                    <a:gd name="T29" fmla="*/ 2 h 336"/>
                    <a:gd name="T30" fmla="*/ 295 w 307"/>
                    <a:gd name="T31" fmla="*/ 15 h 336"/>
                    <a:gd name="T32" fmla="*/ 298 w 307"/>
                    <a:gd name="T33" fmla="*/ 99 h 336"/>
                    <a:gd name="T34" fmla="*/ 292 w 307"/>
                    <a:gd name="T35" fmla="*/ 111 h 336"/>
                    <a:gd name="T36" fmla="*/ 279 w 307"/>
                    <a:gd name="T37" fmla="*/ 102 h 336"/>
                    <a:gd name="T38" fmla="*/ 256 w 307"/>
                    <a:gd name="T39" fmla="*/ 64 h 336"/>
                    <a:gd name="T40" fmla="*/ 99 w 307"/>
                    <a:gd name="T41" fmla="*/ 73 h 336"/>
                    <a:gd name="T42" fmla="*/ 75 w 307"/>
                    <a:gd name="T43" fmla="*/ 170 h 3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07" h="336">
                      <a:moveTo>
                        <a:pt x="75" y="170"/>
                      </a:moveTo>
                      <a:cubicBezTo>
                        <a:pt x="73" y="201"/>
                        <a:pt x="78" y="231"/>
                        <a:pt x="96" y="258"/>
                      </a:cubicBezTo>
                      <a:cubicBezTo>
                        <a:pt x="129" y="308"/>
                        <a:pt x="196" y="320"/>
                        <a:pt x="244" y="288"/>
                      </a:cubicBezTo>
                      <a:cubicBezTo>
                        <a:pt x="260" y="277"/>
                        <a:pt x="273" y="261"/>
                        <a:pt x="288" y="249"/>
                      </a:cubicBezTo>
                      <a:cubicBezTo>
                        <a:pt x="291" y="246"/>
                        <a:pt x="297" y="245"/>
                        <a:pt x="301" y="243"/>
                      </a:cubicBezTo>
                      <a:cubicBezTo>
                        <a:pt x="302" y="249"/>
                        <a:pt x="307" y="256"/>
                        <a:pt x="305" y="259"/>
                      </a:cubicBezTo>
                      <a:cubicBezTo>
                        <a:pt x="286" y="290"/>
                        <a:pt x="261" y="314"/>
                        <a:pt x="226" y="326"/>
                      </a:cubicBezTo>
                      <a:cubicBezTo>
                        <a:pt x="198" y="335"/>
                        <a:pt x="168" y="336"/>
                        <a:pt x="140" y="333"/>
                      </a:cubicBezTo>
                      <a:cubicBezTo>
                        <a:pt x="87" y="326"/>
                        <a:pt x="45" y="301"/>
                        <a:pt x="20" y="250"/>
                      </a:cubicBezTo>
                      <a:cubicBezTo>
                        <a:pt x="2" y="214"/>
                        <a:pt x="0" y="175"/>
                        <a:pt x="5" y="137"/>
                      </a:cubicBezTo>
                      <a:cubicBezTo>
                        <a:pt x="12" y="92"/>
                        <a:pt x="37" y="56"/>
                        <a:pt x="75" y="30"/>
                      </a:cubicBezTo>
                      <a:cubicBezTo>
                        <a:pt x="109" y="6"/>
                        <a:pt x="145" y="1"/>
                        <a:pt x="184" y="6"/>
                      </a:cubicBezTo>
                      <a:cubicBezTo>
                        <a:pt x="204" y="8"/>
                        <a:pt x="223" y="13"/>
                        <a:pt x="242" y="17"/>
                      </a:cubicBezTo>
                      <a:cubicBezTo>
                        <a:pt x="254" y="19"/>
                        <a:pt x="264" y="18"/>
                        <a:pt x="272" y="8"/>
                      </a:cubicBezTo>
                      <a:cubicBezTo>
                        <a:pt x="275" y="4"/>
                        <a:pt x="283" y="0"/>
                        <a:pt x="286" y="2"/>
                      </a:cubicBezTo>
                      <a:cubicBezTo>
                        <a:pt x="291" y="3"/>
                        <a:pt x="295" y="11"/>
                        <a:pt x="295" y="15"/>
                      </a:cubicBezTo>
                      <a:cubicBezTo>
                        <a:pt x="297" y="43"/>
                        <a:pt x="298" y="71"/>
                        <a:pt x="298" y="99"/>
                      </a:cubicBezTo>
                      <a:cubicBezTo>
                        <a:pt x="298" y="103"/>
                        <a:pt x="294" y="107"/>
                        <a:pt x="292" y="111"/>
                      </a:cubicBezTo>
                      <a:cubicBezTo>
                        <a:pt x="287" y="108"/>
                        <a:pt x="282" y="106"/>
                        <a:pt x="279" y="102"/>
                      </a:cubicBezTo>
                      <a:cubicBezTo>
                        <a:pt x="271" y="90"/>
                        <a:pt x="265" y="76"/>
                        <a:pt x="256" y="64"/>
                      </a:cubicBezTo>
                      <a:cubicBezTo>
                        <a:pt x="217" y="11"/>
                        <a:pt x="132" y="17"/>
                        <a:pt x="99" y="73"/>
                      </a:cubicBezTo>
                      <a:cubicBezTo>
                        <a:pt x="82" y="103"/>
                        <a:pt x="72" y="134"/>
                        <a:pt x="75" y="1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1" name="Freeform 29"/>
                <p:cNvSpPr>
                  <a:spLocks noEditPoints="1"/>
                </p:cNvSpPr>
                <p:nvPr/>
              </p:nvSpPr>
              <p:spPr bwMode="auto">
                <a:xfrm>
                  <a:off x="6502400" y="3352801"/>
                  <a:ext cx="1014413" cy="1042988"/>
                </a:xfrm>
                <a:custGeom>
                  <a:avLst/>
                  <a:gdLst>
                    <a:gd name="T0" fmla="*/ 252 w 321"/>
                    <a:gd name="T1" fmla="*/ 330 h 330"/>
                    <a:gd name="T2" fmla="*/ 195 w 321"/>
                    <a:gd name="T3" fmla="*/ 330 h 330"/>
                    <a:gd name="T4" fmla="*/ 181 w 321"/>
                    <a:gd name="T5" fmla="*/ 322 h 330"/>
                    <a:gd name="T6" fmla="*/ 194 w 321"/>
                    <a:gd name="T7" fmla="*/ 314 h 330"/>
                    <a:gd name="T8" fmla="*/ 212 w 321"/>
                    <a:gd name="T9" fmla="*/ 282 h 330"/>
                    <a:gd name="T10" fmla="*/ 200 w 321"/>
                    <a:gd name="T11" fmla="*/ 250 h 330"/>
                    <a:gd name="T12" fmla="*/ 181 w 321"/>
                    <a:gd name="T13" fmla="*/ 239 h 330"/>
                    <a:gd name="T14" fmla="*/ 100 w 321"/>
                    <a:gd name="T15" fmla="*/ 238 h 330"/>
                    <a:gd name="T16" fmla="*/ 76 w 321"/>
                    <a:gd name="T17" fmla="*/ 266 h 330"/>
                    <a:gd name="T18" fmla="*/ 71 w 321"/>
                    <a:gd name="T19" fmla="*/ 284 h 330"/>
                    <a:gd name="T20" fmla="*/ 85 w 321"/>
                    <a:gd name="T21" fmla="*/ 313 h 330"/>
                    <a:gd name="T22" fmla="*/ 95 w 321"/>
                    <a:gd name="T23" fmla="*/ 315 h 330"/>
                    <a:gd name="T24" fmla="*/ 101 w 321"/>
                    <a:gd name="T25" fmla="*/ 322 h 330"/>
                    <a:gd name="T26" fmla="*/ 95 w 321"/>
                    <a:gd name="T27" fmla="*/ 328 h 330"/>
                    <a:gd name="T28" fmla="*/ 78 w 321"/>
                    <a:gd name="T29" fmla="*/ 329 h 330"/>
                    <a:gd name="T30" fmla="*/ 12 w 321"/>
                    <a:gd name="T31" fmla="*/ 330 h 330"/>
                    <a:gd name="T32" fmla="*/ 0 w 321"/>
                    <a:gd name="T33" fmla="*/ 326 h 330"/>
                    <a:gd name="T34" fmla="*/ 5 w 321"/>
                    <a:gd name="T35" fmla="*/ 315 h 330"/>
                    <a:gd name="T36" fmla="*/ 52 w 321"/>
                    <a:gd name="T37" fmla="*/ 244 h 330"/>
                    <a:gd name="T38" fmla="*/ 92 w 321"/>
                    <a:gd name="T39" fmla="*/ 148 h 330"/>
                    <a:gd name="T40" fmla="*/ 143 w 321"/>
                    <a:gd name="T41" fmla="*/ 22 h 330"/>
                    <a:gd name="T42" fmla="*/ 152 w 321"/>
                    <a:gd name="T43" fmla="*/ 8 h 330"/>
                    <a:gd name="T44" fmla="*/ 172 w 321"/>
                    <a:gd name="T45" fmla="*/ 11 h 330"/>
                    <a:gd name="T46" fmla="*/ 207 w 321"/>
                    <a:gd name="T47" fmla="*/ 100 h 330"/>
                    <a:gd name="T48" fmla="*/ 231 w 321"/>
                    <a:gd name="T49" fmla="*/ 157 h 330"/>
                    <a:gd name="T50" fmla="*/ 275 w 321"/>
                    <a:gd name="T51" fmla="*/ 264 h 330"/>
                    <a:gd name="T52" fmla="*/ 315 w 321"/>
                    <a:gd name="T53" fmla="*/ 316 h 330"/>
                    <a:gd name="T54" fmla="*/ 321 w 321"/>
                    <a:gd name="T55" fmla="*/ 324 h 330"/>
                    <a:gd name="T56" fmla="*/ 312 w 321"/>
                    <a:gd name="T57" fmla="*/ 329 h 330"/>
                    <a:gd name="T58" fmla="*/ 252 w 321"/>
                    <a:gd name="T59" fmla="*/ 329 h 330"/>
                    <a:gd name="T60" fmla="*/ 252 w 321"/>
                    <a:gd name="T61" fmla="*/ 330 h 330"/>
                    <a:gd name="T62" fmla="*/ 143 w 321"/>
                    <a:gd name="T63" fmla="*/ 216 h 330"/>
                    <a:gd name="T64" fmla="*/ 143 w 321"/>
                    <a:gd name="T65" fmla="*/ 217 h 330"/>
                    <a:gd name="T66" fmla="*/ 171 w 321"/>
                    <a:gd name="T67" fmla="*/ 217 h 330"/>
                    <a:gd name="T68" fmla="*/ 182 w 321"/>
                    <a:gd name="T69" fmla="*/ 202 h 330"/>
                    <a:gd name="T70" fmla="*/ 152 w 321"/>
                    <a:gd name="T71" fmla="*/ 117 h 330"/>
                    <a:gd name="T72" fmla="*/ 144 w 321"/>
                    <a:gd name="T73" fmla="*/ 110 h 330"/>
                    <a:gd name="T74" fmla="*/ 134 w 321"/>
                    <a:gd name="T75" fmla="*/ 116 h 330"/>
                    <a:gd name="T76" fmla="*/ 102 w 321"/>
                    <a:gd name="T77" fmla="*/ 203 h 330"/>
                    <a:gd name="T78" fmla="*/ 111 w 321"/>
                    <a:gd name="T79" fmla="*/ 216 h 330"/>
                    <a:gd name="T80" fmla="*/ 143 w 321"/>
                    <a:gd name="T81" fmla="*/ 216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321" h="330">
                      <a:moveTo>
                        <a:pt x="252" y="330"/>
                      </a:moveTo>
                      <a:cubicBezTo>
                        <a:pt x="233" y="330"/>
                        <a:pt x="214" y="330"/>
                        <a:pt x="195" y="330"/>
                      </a:cubicBezTo>
                      <a:cubicBezTo>
                        <a:pt x="191" y="329"/>
                        <a:pt x="186" y="325"/>
                        <a:pt x="181" y="322"/>
                      </a:cubicBezTo>
                      <a:cubicBezTo>
                        <a:pt x="186" y="319"/>
                        <a:pt x="190" y="315"/>
                        <a:pt x="194" y="314"/>
                      </a:cubicBezTo>
                      <a:cubicBezTo>
                        <a:pt x="215" y="310"/>
                        <a:pt x="220" y="300"/>
                        <a:pt x="212" y="282"/>
                      </a:cubicBezTo>
                      <a:cubicBezTo>
                        <a:pt x="208" y="272"/>
                        <a:pt x="206" y="260"/>
                        <a:pt x="200" y="250"/>
                      </a:cubicBezTo>
                      <a:cubicBezTo>
                        <a:pt x="197" y="245"/>
                        <a:pt x="188" y="240"/>
                        <a:pt x="181" y="239"/>
                      </a:cubicBezTo>
                      <a:cubicBezTo>
                        <a:pt x="154" y="238"/>
                        <a:pt x="127" y="239"/>
                        <a:pt x="100" y="238"/>
                      </a:cubicBezTo>
                      <a:cubicBezTo>
                        <a:pt x="82" y="238"/>
                        <a:pt x="81" y="254"/>
                        <a:pt x="76" y="266"/>
                      </a:cubicBezTo>
                      <a:cubicBezTo>
                        <a:pt x="73" y="272"/>
                        <a:pt x="73" y="279"/>
                        <a:pt x="71" y="284"/>
                      </a:cubicBezTo>
                      <a:cubicBezTo>
                        <a:pt x="64" y="299"/>
                        <a:pt x="69" y="310"/>
                        <a:pt x="85" y="313"/>
                      </a:cubicBezTo>
                      <a:cubicBezTo>
                        <a:pt x="88" y="314"/>
                        <a:pt x="92" y="313"/>
                        <a:pt x="95" y="315"/>
                      </a:cubicBezTo>
                      <a:cubicBezTo>
                        <a:pt x="98" y="316"/>
                        <a:pt x="100" y="320"/>
                        <a:pt x="101" y="322"/>
                      </a:cubicBezTo>
                      <a:cubicBezTo>
                        <a:pt x="101" y="324"/>
                        <a:pt x="98" y="328"/>
                        <a:pt x="95" y="328"/>
                      </a:cubicBezTo>
                      <a:cubicBezTo>
                        <a:pt x="90" y="329"/>
                        <a:pt x="84" y="329"/>
                        <a:pt x="78" y="329"/>
                      </a:cubicBezTo>
                      <a:cubicBezTo>
                        <a:pt x="56" y="330"/>
                        <a:pt x="34" y="330"/>
                        <a:pt x="12" y="330"/>
                      </a:cubicBezTo>
                      <a:cubicBezTo>
                        <a:pt x="8" y="330"/>
                        <a:pt x="4" y="327"/>
                        <a:pt x="0" y="326"/>
                      </a:cubicBezTo>
                      <a:cubicBezTo>
                        <a:pt x="1" y="322"/>
                        <a:pt x="2" y="316"/>
                        <a:pt x="5" y="315"/>
                      </a:cubicBezTo>
                      <a:cubicBezTo>
                        <a:pt x="38" y="303"/>
                        <a:pt x="41" y="270"/>
                        <a:pt x="52" y="244"/>
                      </a:cubicBezTo>
                      <a:cubicBezTo>
                        <a:pt x="66" y="213"/>
                        <a:pt x="79" y="180"/>
                        <a:pt x="92" y="148"/>
                      </a:cubicBezTo>
                      <a:cubicBezTo>
                        <a:pt x="109" y="106"/>
                        <a:pt x="126" y="64"/>
                        <a:pt x="143" y="22"/>
                      </a:cubicBezTo>
                      <a:cubicBezTo>
                        <a:pt x="146" y="17"/>
                        <a:pt x="148" y="12"/>
                        <a:pt x="152" y="8"/>
                      </a:cubicBezTo>
                      <a:cubicBezTo>
                        <a:pt x="159" y="0"/>
                        <a:pt x="168" y="1"/>
                        <a:pt x="172" y="11"/>
                      </a:cubicBezTo>
                      <a:cubicBezTo>
                        <a:pt x="184" y="41"/>
                        <a:pt x="195" y="71"/>
                        <a:pt x="207" y="100"/>
                      </a:cubicBezTo>
                      <a:cubicBezTo>
                        <a:pt x="215" y="119"/>
                        <a:pt x="223" y="138"/>
                        <a:pt x="231" y="157"/>
                      </a:cubicBezTo>
                      <a:cubicBezTo>
                        <a:pt x="246" y="193"/>
                        <a:pt x="259" y="229"/>
                        <a:pt x="275" y="264"/>
                      </a:cubicBezTo>
                      <a:cubicBezTo>
                        <a:pt x="284" y="285"/>
                        <a:pt x="289" y="309"/>
                        <a:pt x="315" y="316"/>
                      </a:cubicBezTo>
                      <a:cubicBezTo>
                        <a:pt x="318" y="317"/>
                        <a:pt x="319" y="321"/>
                        <a:pt x="321" y="324"/>
                      </a:cubicBezTo>
                      <a:cubicBezTo>
                        <a:pt x="318" y="326"/>
                        <a:pt x="315" y="329"/>
                        <a:pt x="312" y="329"/>
                      </a:cubicBezTo>
                      <a:cubicBezTo>
                        <a:pt x="292" y="330"/>
                        <a:pt x="272" y="329"/>
                        <a:pt x="252" y="329"/>
                      </a:cubicBezTo>
                      <a:cubicBezTo>
                        <a:pt x="252" y="330"/>
                        <a:pt x="252" y="330"/>
                        <a:pt x="252" y="330"/>
                      </a:cubicBezTo>
                      <a:close/>
                      <a:moveTo>
                        <a:pt x="143" y="216"/>
                      </a:moveTo>
                      <a:cubicBezTo>
                        <a:pt x="143" y="217"/>
                        <a:pt x="143" y="217"/>
                        <a:pt x="143" y="217"/>
                      </a:cubicBezTo>
                      <a:cubicBezTo>
                        <a:pt x="152" y="217"/>
                        <a:pt x="162" y="217"/>
                        <a:pt x="171" y="217"/>
                      </a:cubicBezTo>
                      <a:cubicBezTo>
                        <a:pt x="182" y="217"/>
                        <a:pt x="186" y="212"/>
                        <a:pt x="182" y="202"/>
                      </a:cubicBezTo>
                      <a:cubicBezTo>
                        <a:pt x="172" y="173"/>
                        <a:pt x="162" y="145"/>
                        <a:pt x="152" y="117"/>
                      </a:cubicBezTo>
                      <a:cubicBezTo>
                        <a:pt x="151" y="113"/>
                        <a:pt x="146" y="109"/>
                        <a:pt x="144" y="110"/>
                      </a:cubicBezTo>
                      <a:cubicBezTo>
                        <a:pt x="140" y="110"/>
                        <a:pt x="135" y="113"/>
                        <a:pt x="134" y="116"/>
                      </a:cubicBezTo>
                      <a:cubicBezTo>
                        <a:pt x="123" y="145"/>
                        <a:pt x="112" y="174"/>
                        <a:pt x="102" y="203"/>
                      </a:cubicBezTo>
                      <a:cubicBezTo>
                        <a:pt x="99" y="212"/>
                        <a:pt x="102" y="216"/>
                        <a:pt x="111" y="216"/>
                      </a:cubicBezTo>
                      <a:cubicBezTo>
                        <a:pt x="122" y="217"/>
                        <a:pt x="132" y="216"/>
                        <a:pt x="143" y="21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2" name="Freeform 30"/>
                <p:cNvSpPr>
                  <a:spLocks noEditPoints="1"/>
                </p:cNvSpPr>
                <p:nvPr/>
              </p:nvSpPr>
              <p:spPr bwMode="auto">
                <a:xfrm>
                  <a:off x="-592137" y="3362326"/>
                  <a:ext cx="1019175" cy="1033463"/>
                </a:xfrm>
                <a:custGeom>
                  <a:avLst/>
                  <a:gdLst>
                    <a:gd name="T0" fmla="*/ 186 w 323"/>
                    <a:gd name="T1" fmla="*/ 318 h 327"/>
                    <a:gd name="T2" fmla="*/ 204 w 323"/>
                    <a:gd name="T3" fmla="*/ 308 h 327"/>
                    <a:gd name="T4" fmla="*/ 216 w 323"/>
                    <a:gd name="T5" fmla="*/ 289 h 327"/>
                    <a:gd name="T6" fmla="*/ 200 w 323"/>
                    <a:gd name="T7" fmla="*/ 243 h 327"/>
                    <a:gd name="T8" fmla="*/ 186 w 323"/>
                    <a:gd name="T9" fmla="*/ 236 h 327"/>
                    <a:gd name="T10" fmla="*/ 102 w 323"/>
                    <a:gd name="T11" fmla="*/ 236 h 327"/>
                    <a:gd name="T12" fmla="*/ 80 w 323"/>
                    <a:gd name="T13" fmla="*/ 255 h 327"/>
                    <a:gd name="T14" fmla="*/ 71 w 323"/>
                    <a:gd name="T15" fmla="*/ 283 h 327"/>
                    <a:gd name="T16" fmla="*/ 88 w 323"/>
                    <a:gd name="T17" fmla="*/ 311 h 327"/>
                    <a:gd name="T18" fmla="*/ 101 w 323"/>
                    <a:gd name="T19" fmla="*/ 320 h 327"/>
                    <a:gd name="T20" fmla="*/ 87 w 323"/>
                    <a:gd name="T21" fmla="*/ 327 h 327"/>
                    <a:gd name="T22" fmla="*/ 13 w 323"/>
                    <a:gd name="T23" fmla="*/ 326 h 327"/>
                    <a:gd name="T24" fmla="*/ 0 w 323"/>
                    <a:gd name="T25" fmla="*/ 321 h 327"/>
                    <a:gd name="T26" fmla="*/ 8 w 323"/>
                    <a:gd name="T27" fmla="*/ 310 h 327"/>
                    <a:gd name="T28" fmla="*/ 47 w 323"/>
                    <a:gd name="T29" fmla="*/ 260 h 327"/>
                    <a:gd name="T30" fmla="*/ 100 w 323"/>
                    <a:gd name="T31" fmla="*/ 132 h 327"/>
                    <a:gd name="T32" fmla="*/ 148 w 323"/>
                    <a:gd name="T33" fmla="*/ 15 h 327"/>
                    <a:gd name="T34" fmla="*/ 161 w 323"/>
                    <a:gd name="T35" fmla="*/ 0 h 327"/>
                    <a:gd name="T36" fmla="*/ 177 w 323"/>
                    <a:gd name="T37" fmla="*/ 16 h 327"/>
                    <a:gd name="T38" fmla="*/ 230 w 323"/>
                    <a:gd name="T39" fmla="*/ 146 h 327"/>
                    <a:gd name="T40" fmla="*/ 277 w 323"/>
                    <a:gd name="T41" fmla="*/ 265 h 327"/>
                    <a:gd name="T42" fmla="*/ 315 w 323"/>
                    <a:gd name="T43" fmla="*/ 312 h 327"/>
                    <a:gd name="T44" fmla="*/ 323 w 323"/>
                    <a:gd name="T45" fmla="*/ 321 h 327"/>
                    <a:gd name="T46" fmla="*/ 312 w 323"/>
                    <a:gd name="T47" fmla="*/ 327 h 327"/>
                    <a:gd name="T48" fmla="*/ 200 w 323"/>
                    <a:gd name="T49" fmla="*/ 327 h 327"/>
                    <a:gd name="T50" fmla="*/ 188 w 323"/>
                    <a:gd name="T51" fmla="*/ 323 h 327"/>
                    <a:gd name="T52" fmla="*/ 186 w 323"/>
                    <a:gd name="T53" fmla="*/ 318 h 327"/>
                    <a:gd name="T54" fmla="*/ 142 w 323"/>
                    <a:gd name="T55" fmla="*/ 214 h 327"/>
                    <a:gd name="T56" fmla="*/ 142 w 323"/>
                    <a:gd name="T57" fmla="*/ 214 h 327"/>
                    <a:gd name="T58" fmla="*/ 169 w 323"/>
                    <a:gd name="T59" fmla="*/ 214 h 327"/>
                    <a:gd name="T60" fmla="*/ 183 w 323"/>
                    <a:gd name="T61" fmla="*/ 197 h 327"/>
                    <a:gd name="T62" fmla="*/ 166 w 323"/>
                    <a:gd name="T63" fmla="*/ 150 h 327"/>
                    <a:gd name="T64" fmla="*/ 150 w 323"/>
                    <a:gd name="T65" fmla="*/ 112 h 327"/>
                    <a:gd name="T66" fmla="*/ 141 w 323"/>
                    <a:gd name="T67" fmla="*/ 106 h 327"/>
                    <a:gd name="T68" fmla="*/ 134 w 323"/>
                    <a:gd name="T69" fmla="*/ 115 h 327"/>
                    <a:gd name="T70" fmla="*/ 125 w 323"/>
                    <a:gd name="T71" fmla="*/ 143 h 327"/>
                    <a:gd name="T72" fmla="*/ 104 w 323"/>
                    <a:gd name="T73" fmla="*/ 196 h 327"/>
                    <a:gd name="T74" fmla="*/ 117 w 323"/>
                    <a:gd name="T75" fmla="*/ 214 h 327"/>
                    <a:gd name="T76" fmla="*/ 142 w 323"/>
                    <a:gd name="T77" fmla="*/ 214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323" h="327">
                      <a:moveTo>
                        <a:pt x="186" y="318"/>
                      </a:moveTo>
                      <a:cubicBezTo>
                        <a:pt x="192" y="314"/>
                        <a:pt x="198" y="311"/>
                        <a:pt x="204" y="308"/>
                      </a:cubicBezTo>
                      <a:cubicBezTo>
                        <a:pt x="213" y="305"/>
                        <a:pt x="218" y="298"/>
                        <a:pt x="216" y="289"/>
                      </a:cubicBezTo>
                      <a:cubicBezTo>
                        <a:pt x="212" y="273"/>
                        <a:pt x="206" y="258"/>
                        <a:pt x="200" y="243"/>
                      </a:cubicBezTo>
                      <a:cubicBezTo>
                        <a:pt x="198" y="239"/>
                        <a:pt x="191" y="236"/>
                        <a:pt x="186" y="236"/>
                      </a:cubicBezTo>
                      <a:cubicBezTo>
                        <a:pt x="158" y="236"/>
                        <a:pt x="130" y="236"/>
                        <a:pt x="102" y="236"/>
                      </a:cubicBezTo>
                      <a:cubicBezTo>
                        <a:pt x="88" y="236"/>
                        <a:pt x="83" y="244"/>
                        <a:pt x="80" y="255"/>
                      </a:cubicBezTo>
                      <a:cubicBezTo>
                        <a:pt x="77" y="264"/>
                        <a:pt x="74" y="273"/>
                        <a:pt x="71" y="283"/>
                      </a:cubicBezTo>
                      <a:cubicBezTo>
                        <a:pt x="67" y="298"/>
                        <a:pt x="73" y="307"/>
                        <a:pt x="88" y="311"/>
                      </a:cubicBezTo>
                      <a:cubicBezTo>
                        <a:pt x="93" y="312"/>
                        <a:pt x="97" y="317"/>
                        <a:pt x="101" y="320"/>
                      </a:cubicBezTo>
                      <a:cubicBezTo>
                        <a:pt x="96" y="323"/>
                        <a:pt x="92" y="327"/>
                        <a:pt x="87" y="327"/>
                      </a:cubicBezTo>
                      <a:cubicBezTo>
                        <a:pt x="62" y="327"/>
                        <a:pt x="38" y="327"/>
                        <a:pt x="13" y="326"/>
                      </a:cubicBezTo>
                      <a:cubicBezTo>
                        <a:pt x="8" y="326"/>
                        <a:pt x="4" y="323"/>
                        <a:pt x="0" y="321"/>
                      </a:cubicBezTo>
                      <a:cubicBezTo>
                        <a:pt x="3" y="317"/>
                        <a:pt x="5" y="311"/>
                        <a:pt x="8" y="310"/>
                      </a:cubicBezTo>
                      <a:cubicBezTo>
                        <a:pt x="33" y="303"/>
                        <a:pt x="38" y="280"/>
                        <a:pt x="47" y="260"/>
                      </a:cubicBezTo>
                      <a:cubicBezTo>
                        <a:pt x="65" y="218"/>
                        <a:pt x="82" y="175"/>
                        <a:pt x="100" y="132"/>
                      </a:cubicBezTo>
                      <a:cubicBezTo>
                        <a:pt x="116" y="93"/>
                        <a:pt x="131" y="54"/>
                        <a:pt x="148" y="15"/>
                      </a:cubicBezTo>
                      <a:cubicBezTo>
                        <a:pt x="150" y="9"/>
                        <a:pt x="156" y="5"/>
                        <a:pt x="161" y="0"/>
                      </a:cubicBezTo>
                      <a:cubicBezTo>
                        <a:pt x="166" y="6"/>
                        <a:pt x="174" y="10"/>
                        <a:pt x="177" y="16"/>
                      </a:cubicBezTo>
                      <a:cubicBezTo>
                        <a:pt x="195" y="59"/>
                        <a:pt x="213" y="102"/>
                        <a:pt x="230" y="146"/>
                      </a:cubicBezTo>
                      <a:cubicBezTo>
                        <a:pt x="246" y="186"/>
                        <a:pt x="260" y="226"/>
                        <a:pt x="277" y="265"/>
                      </a:cubicBezTo>
                      <a:cubicBezTo>
                        <a:pt x="285" y="284"/>
                        <a:pt x="290" y="306"/>
                        <a:pt x="315" y="312"/>
                      </a:cubicBezTo>
                      <a:cubicBezTo>
                        <a:pt x="318" y="312"/>
                        <a:pt x="320" y="318"/>
                        <a:pt x="323" y="321"/>
                      </a:cubicBezTo>
                      <a:cubicBezTo>
                        <a:pt x="319" y="323"/>
                        <a:pt x="316" y="327"/>
                        <a:pt x="312" y="327"/>
                      </a:cubicBezTo>
                      <a:cubicBezTo>
                        <a:pt x="275" y="327"/>
                        <a:pt x="237" y="327"/>
                        <a:pt x="200" y="327"/>
                      </a:cubicBezTo>
                      <a:cubicBezTo>
                        <a:pt x="196" y="327"/>
                        <a:pt x="192" y="324"/>
                        <a:pt x="188" y="323"/>
                      </a:cubicBezTo>
                      <a:cubicBezTo>
                        <a:pt x="187" y="321"/>
                        <a:pt x="187" y="319"/>
                        <a:pt x="186" y="318"/>
                      </a:cubicBezTo>
                      <a:close/>
                      <a:moveTo>
                        <a:pt x="142" y="214"/>
                      </a:moveTo>
                      <a:cubicBezTo>
                        <a:pt x="142" y="214"/>
                        <a:pt x="142" y="214"/>
                        <a:pt x="142" y="214"/>
                      </a:cubicBezTo>
                      <a:cubicBezTo>
                        <a:pt x="151" y="214"/>
                        <a:pt x="160" y="214"/>
                        <a:pt x="169" y="214"/>
                      </a:cubicBezTo>
                      <a:cubicBezTo>
                        <a:pt x="185" y="214"/>
                        <a:pt x="188" y="211"/>
                        <a:pt x="183" y="197"/>
                      </a:cubicBezTo>
                      <a:cubicBezTo>
                        <a:pt x="177" y="181"/>
                        <a:pt x="171" y="166"/>
                        <a:pt x="166" y="150"/>
                      </a:cubicBezTo>
                      <a:cubicBezTo>
                        <a:pt x="161" y="137"/>
                        <a:pt x="155" y="125"/>
                        <a:pt x="150" y="112"/>
                      </a:cubicBezTo>
                      <a:cubicBezTo>
                        <a:pt x="148" y="109"/>
                        <a:pt x="143" y="105"/>
                        <a:pt x="141" y="106"/>
                      </a:cubicBezTo>
                      <a:cubicBezTo>
                        <a:pt x="138" y="107"/>
                        <a:pt x="135" y="111"/>
                        <a:pt x="134" y="115"/>
                      </a:cubicBezTo>
                      <a:cubicBezTo>
                        <a:pt x="130" y="124"/>
                        <a:pt x="128" y="134"/>
                        <a:pt x="125" y="143"/>
                      </a:cubicBezTo>
                      <a:cubicBezTo>
                        <a:pt x="118" y="161"/>
                        <a:pt x="111" y="178"/>
                        <a:pt x="104" y="196"/>
                      </a:cubicBezTo>
                      <a:cubicBezTo>
                        <a:pt x="99" y="209"/>
                        <a:pt x="103" y="214"/>
                        <a:pt x="117" y="214"/>
                      </a:cubicBezTo>
                      <a:cubicBezTo>
                        <a:pt x="125" y="214"/>
                        <a:pt x="134" y="214"/>
                        <a:pt x="142" y="2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3" name="Freeform 31"/>
                <p:cNvSpPr>
                  <a:spLocks noEditPoints="1"/>
                </p:cNvSpPr>
                <p:nvPr/>
              </p:nvSpPr>
              <p:spPr bwMode="auto">
                <a:xfrm>
                  <a:off x="12439650" y="3362326"/>
                  <a:ext cx="1028700" cy="1033463"/>
                </a:xfrm>
                <a:custGeom>
                  <a:avLst/>
                  <a:gdLst>
                    <a:gd name="T0" fmla="*/ 0 w 326"/>
                    <a:gd name="T1" fmla="*/ 323 h 327"/>
                    <a:gd name="T2" fmla="*/ 12 w 326"/>
                    <a:gd name="T3" fmla="*/ 311 h 327"/>
                    <a:gd name="T4" fmla="*/ 51 w 326"/>
                    <a:gd name="T5" fmla="*/ 261 h 327"/>
                    <a:gd name="T6" fmla="*/ 91 w 326"/>
                    <a:gd name="T7" fmla="*/ 163 h 327"/>
                    <a:gd name="T8" fmla="*/ 152 w 326"/>
                    <a:gd name="T9" fmla="*/ 15 h 327"/>
                    <a:gd name="T10" fmla="*/ 164 w 326"/>
                    <a:gd name="T11" fmla="*/ 0 h 327"/>
                    <a:gd name="T12" fmla="*/ 181 w 326"/>
                    <a:gd name="T13" fmla="*/ 15 h 327"/>
                    <a:gd name="T14" fmla="*/ 217 w 326"/>
                    <a:gd name="T15" fmla="*/ 104 h 327"/>
                    <a:gd name="T16" fmla="*/ 276 w 326"/>
                    <a:gd name="T17" fmla="*/ 249 h 327"/>
                    <a:gd name="T18" fmla="*/ 296 w 326"/>
                    <a:gd name="T19" fmla="*/ 293 h 327"/>
                    <a:gd name="T20" fmla="*/ 316 w 326"/>
                    <a:gd name="T21" fmla="*/ 311 h 327"/>
                    <a:gd name="T22" fmla="*/ 326 w 326"/>
                    <a:gd name="T23" fmla="*/ 321 h 327"/>
                    <a:gd name="T24" fmla="*/ 314 w 326"/>
                    <a:gd name="T25" fmla="*/ 327 h 327"/>
                    <a:gd name="T26" fmla="*/ 206 w 326"/>
                    <a:gd name="T27" fmla="*/ 326 h 327"/>
                    <a:gd name="T28" fmla="*/ 191 w 326"/>
                    <a:gd name="T29" fmla="*/ 323 h 327"/>
                    <a:gd name="T30" fmla="*/ 190 w 326"/>
                    <a:gd name="T31" fmla="*/ 318 h 327"/>
                    <a:gd name="T32" fmla="*/ 207 w 326"/>
                    <a:gd name="T33" fmla="*/ 309 h 327"/>
                    <a:gd name="T34" fmla="*/ 220 w 326"/>
                    <a:gd name="T35" fmla="*/ 288 h 327"/>
                    <a:gd name="T36" fmla="*/ 206 w 326"/>
                    <a:gd name="T37" fmla="*/ 245 h 327"/>
                    <a:gd name="T38" fmla="*/ 189 w 326"/>
                    <a:gd name="T39" fmla="*/ 236 h 327"/>
                    <a:gd name="T40" fmla="*/ 108 w 326"/>
                    <a:gd name="T41" fmla="*/ 236 h 327"/>
                    <a:gd name="T42" fmla="*/ 85 w 326"/>
                    <a:gd name="T43" fmla="*/ 253 h 327"/>
                    <a:gd name="T44" fmla="*/ 76 w 326"/>
                    <a:gd name="T45" fmla="*/ 283 h 327"/>
                    <a:gd name="T46" fmla="*/ 92 w 326"/>
                    <a:gd name="T47" fmla="*/ 311 h 327"/>
                    <a:gd name="T48" fmla="*/ 106 w 326"/>
                    <a:gd name="T49" fmla="*/ 321 h 327"/>
                    <a:gd name="T50" fmla="*/ 91 w 326"/>
                    <a:gd name="T51" fmla="*/ 326 h 327"/>
                    <a:gd name="T52" fmla="*/ 22 w 326"/>
                    <a:gd name="T53" fmla="*/ 326 h 327"/>
                    <a:gd name="T54" fmla="*/ 0 w 326"/>
                    <a:gd name="T55" fmla="*/ 323 h 327"/>
                    <a:gd name="T56" fmla="*/ 148 w 326"/>
                    <a:gd name="T57" fmla="*/ 214 h 327"/>
                    <a:gd name="T58" fmla="*/ 172 w 326"/>
                    <a:gd name="T59" fmla="*/ 214 h 327"/>
                    <a:gd name="T60" fmla="*/ 186 w 326"/>
                    <a:gd name="T61" fmla="*/ 197 h 327"/>
                    <a:gd name="T62" fmla="*/ 154 w 326"/>
                    <a:gd name="T63" fmla="*/ 113 h 327"/>
                    <a:gd name="T64" fmla="*/ 146 w 326"/>
                    <a:gd name="T65" fmla="*/ 105 h 327"/>
                    <a:gd name="T66" fmla="*/ 139 w 326"/>
                    <a:gd name="T67" fmla="*/ 115 h 327"/>
                    <a:gd name="T68" fmla="*/ 136 w 326"/>
                    <a:gd name="T69" fmla="*/ 126 h 327"/>
                    <a:gd name="T70" fmla="*/ 109 w 326"/>
                    <a:gd name="T71" fmla="*/ 197 h 327"/>
                    <a:gd name="T72" fmla="*/ 122 w 326"/>
                    <a:gd name="T73" fmla="*/ 214 h 327"/>
                    <a:gd name="T74" fmla="*/ 148 w 326"/>
                    <a:gd name="T75" fmla="*/ 214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326" h="327">
                      <a:moveTo>
                        <a:pt x="0" y="323"/>
                      </a:moveTo>
                      <a:cubicBezTo>
                        <a:pt x="6" y="316"/>
                        <a:pt x="8" y="312"/>
                        <a:pt x="12" y="311"/>
                      </a:cubicBezTo>
                      <a:cubicBezTo>
                        <a:pt x="37" y="303"/>
                        <a:pt x="43" y="281"/>
                        <a:pt x="51" y="261"/>
                      </a:cubicBezTo>
                      <a:cubicBezTo>
                        <a:pt x="65" y="229"/>
                        <a:pt x="78" y="196"/>
                        <a:pt x="91" y="163"/>
                      </a:cubicBezTo>
                      <a:cubicBezTo>
                        <a:pt x="111" y="114"/>
                        <a:pt x="131" y="64"/>
                        <a:pt x="152" y="15"/>
                      </a:cubicBezTo>
                      <a:cubicBezTo>
                        <a:pt x="155" y="10"/>
                        <a:pt x="160" y="5"/>
                        <a:pt x="164" y="0"/>
                      </a:cubicBezTo>
                      <a:cubicBezTo>
                        <a:pt x="170" y="5"/>
                        <a:pt x="178" y="9"/>
                        <a:pt x="181" y="15"/>
                      </a:cubicBezTo>
                      <a:cubicBezTo>
                        <a:pt x="194" y="45"/>
                        <a:pt x="205" y="75"/>
                        <a:pt x="217" y="104"/>
                      </a:cubicBezTo>
                      <a:cubicBezTo>
                        <a:pt x="236" y="153"/>
                        <a:pt x="256" y="201"/>
                        <a:pt x="276" y="249"/>
                      </a:cubicBezTo>
                      <a:cubicBezTo>
                        <a:pt x="282" y="264"/>
                        <a:pt x="288" y="279"/>
                        <a:pt x="296" y="293"/>
                      </a:cubicBezTo>
                      <a:cubicBezTo>
                        <a:pt x="300" y="300"/>
                        <a:pt x="309" y="305"/>
                        <a:pt x="316" y="311"/>
                      </a:cubicBezTo>
                      <a:cubicBezTo>
                        <a:pt x="319" y="314"/>
                        <a:pt x="323" y="318"/>
                        <a:pt x="326" y="321"/>
                      </a:cubicBezTo>
                      <a:cubicBezTo>
                        <a:pt x="322" y="323"/>
                        <a:pt x="318" y="327"/>
                        <a:pt x="314" y="327"/>
                      </a:cubicBezTo>
                      <a:cubicBezTo>
                        <a:pt x="278" y="327"/>
                        <a:pt x="242" y="327"/>
                        <a:pt x="206" y="326"/>
                      </a:cubicBezTo>
                      <a:cubicBezTo>
                        <a:pt x="201" y="326"/>
                        <a:pt x="196" y="324"/>
                        <a:pt x="191" y="323"/>
                      </a:cubicBezTo>
                      <a:cubicBezTo>
                        <a:pt x="191" y="322"/>
                        <a:pt x="191" y="320"/>
                        <a:pt x="190" y="318"/>
                      </a:cubicBezTo>
                      <a:cubicBezTo>
                        <a:pt x="196" y="315"/>
                        <a:pt x="201" y="311"/>
                        <a:pt x="207" y="309"/>
                      </a:cubicBezTo>
                      <a:cubicBezTo>
                        <a:pt x="219" y="306"/>
                        <a:pt x="223" y="298"/>
                        <a:pt x="220" y="288"/>
                      </a:cubicBezTo>
                      <a:cubicBezTo>
                        <a:pt x="216" y="273"/>
                        <a:pt x="212" y="259"/>
                        <a:pt x="206" y="245"/>
                      </a:cubicBezTo>
                      <a:cubicBezTo>
                        <a:pt x="204" y="241"/>
                        <a:pt x="195" y="237"/>
                        <a:pt x="189" y="236"/>
                      </a:cubicBezTo>
                      <a:cubicBezTo>
                        <a:pt x="162" y="236"/>
                        <a:pt x="135" y="237"/>
                        <a:pt x="108" y="236"/>
                      </a:cubicBezTo>
                      <a:cubicBezTo>
                        <a:pt x="95" y="236"/>
                        <a:pt x="89" y="243"/>
                        <a:pt x="85" y="253"/>
                      </a:cubicBezTo>
                      <a:cubicBezTo>
                        <a:pt x="82" y="263"/>
                        <a:pt x="79" y="273"/>
                        <a:pt x="76" y="283"/>
                      </a:cubicBezTo>
                      <a:cubicBezTo>
                        <a:pt x="71" y="299"/>
                        <a:pt x="76" y="307"/>
                        <a:pt x="92" y="311"/>
                      </a:cubicBezTo>
                      <a:cubicBezTo>
                        <a:pt x="97" y="312"/>
                        <a:pt x="101" y="317"/>
                        <a:pt x="106" y="321"/>
                      </a:cubicBezTo>
                      <a:cubicBezTo>
                        <a:pt x="101" y="323"/>
                        <a:pt x="96" y="326"/>
                        <a:pt x="91" y="326"/>
                      </a:cubicBezTo>
                      <a:cubicBezTo>
                        <a:pt x="68" y="327"/>
                        <a:pt x="45" y="327"/>
                        <a:pt x="22" y="326"/>
                      </a:cubicBezTo>
                      <a:cubicBezTo>
                        <a:pt x="16" y="326"/>
                        <a:pt x="10" y="324"/>
                        <a:pt x="0" y="323"/>
                      </a:cubicBezTo>
                      <a:close/>
                      <a:moveTo>
                        <a:pt x="148" y="214"/>
                      </a:moveTo>
                      <a:cubicBezTo>
                        <a:pt x="156" y="214"/>
                        <a:pt x="164" y="213"/>
                        <a:pt x="172" y="214"/>
                      </a:cubicBezTo>
                      <a:cubicBezTo>
                        <a:pt x="188" y="215"/>
                        <a:pt x="191" y="212"/>
                        <a:pt x="186" y="197"/>
                      </a:cubicBezTo>
                      <a:cubicBezTo>
                        <a:pt x="176" y="169"/>
                        <a:pt x="165" y="141"/>
                        <a:pt x="154" y="113"/>
                      </a:cubicBezTo>
                      <a:cubicBezTo>
                        <a:pt x="153" y="109"/>
                        <a:pt x="149" y="107"/>
                        <a:pt x="146" y="105"/>
                      </a:cubicBezTo>
                      <a:cubicBezTo>
                        <a:pt x="144" y="108"/>
                        <a:pt x="141" y="111"/>
                        <a:pt x="139" y="115"/>
                      </a:cubicBezTo>
                      <a:cubicBezTo>
                        <a:pt x="138" y="118"/>
                        <a:pt x="137" y="123"/>
                        <a:pt x="136" y="126"/>
                      </a:cubicBezTo>
                      <a:cubicBezTo>
                        <a:pt x="127" y="150"/>
                        <a:pt x="117" y="173"/>
                        <a:pt x="109" y="197"/>
                      </a:cubicBezTo>
                      <a:cubicBezTo>
                        <a:pt x="104" y="210"/>
                        <a:pt x="107" y="214"/>
                        <a:pt x="122" y="214"/>
                      </a:cubicBezTo>
                      <a:cubicBezTo>
                        <a:pt x="131" y="214"/>
                        <a:pt x="140" y="214"/>
                        <a:pt x="148" y="21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4" name="Freeform 35"/>
                <p:cNvSpPr/>
                <p:nvPr/>
              </p:nvSpPr>
              <p:spPr bwMode="auto">
                <a:xfrm>
                  <a:off x="1257300" y="3390901"/>
                  <a:ext cx="941388" cy="1004888"/>
                </a:xfrm>
                <a:custGeom>
                  <a:avLst/>
                  <a:gdLst>
                    <a:gd name="T0" fmla="*/ 148 w 298"/>
                    <a:gd name="T1" fmla="*/ 0 h 318"/>
                    <a:gd name="T2" fmla="*/ 264 w 298"/>
                    <a:gd name="T3" fmla="*/ 0 h 318"/>
                    <a:gd name="T4" fmla="*/ 295 w 298"/>
                    <a:gd name="T5" fmla="*/ 27 h 318"/>
                    <a:gd name="T6" fmla="*/ 298 w 298"/>
                    <a:gd name="T7" fmla="*/ 77 h 318"/>
                    <a:gd name="T8" fmla="*/ 292 w 298"/>
                    <a:gd name="T9" fmla="*/ 84 h 318"/>
                    <a:gd name="T10" fmla="*/ 280 w 298"/>
                    <a:gd name="T11" fmla="*/ 76 h 318"/>
                    <a:gd name="T12" fmla="*/ 261 w 298"/>
                    <a:gd name="T13" fmla="*/ 41 h 318"/>
                    <a:gd name="T14" fmla="*/ 196 w 298"/>
                    <a:gd name="T15" fmla="*/ 26 h 318"/>
                    <a:gd name="T16" fmla="*/ 187 w 298"/>
                    <a:gd name="T17" fmla="*/ 43 h 318"/>
                    <a:gd name="T18" fmla="*/ 186 w 298"/>
                    <a:gd name="T19" fmla="*/ 231 h 318"/>
                    <a:gd name="T20" fmla="*/ 186 w 298"/>
                    <a:gd name="T21" fmla="*/ 271 h 318"/>
                    <a:gd name="T22" fmla="*/ 214 w 298"/>
                    <a:gd name="T23" fmla="*/ 302 h 318"/>
                    <a:gd name="T24" fmla="*/ 228 w 298"/>
                    <a:gd name="T25" fmla="*/ 310 h 318"/>
                    <a:gd name="T26" fmla="*/ 214 w 298"/>
                    <a:gd name="T27" fmla="*/ 317 h 318"/>
                    <a:gd name="T28" fmla="*/ 92 w 298"/>
                    <a:gd name="T29" fmla="*/ 317 h 318"/>
                    <a:gd name="T30" fmla="*/ 78 w 298"/>
                    <a:gd name="T31" fmla="*/ 310 h 318"/>
                    <a:gd name="T32" fmla="*/ 92 w 298"/>
                    <a:gd name="T33" fmla="*/ 302 h 318"/>
                    <a:gd name="T34" fmla="*/ 121 w 298"/>
                    <a:gd name="T35" fmla="*/ 271 h 318"/>
                    <a:gd name="T36" fmla="*/ 121 w 298"/>
                    <a:gd name="T37" fmla="*/ 55 h 318"/>
                    <a:gd name="T38" fmla="*/ 90 w 298"/>
                    <a:gd name="T39" fmla="*/ 25 h 318"/>
                    <a:gd name="T40" fmla="*/ 40 w 298"/>
                    <a:gd name="T41" fmla="*/ 45 h 318"/>
                    <a:gd name="T42" fmla="*/ 27 w 298"/>
                    <a:gd name="T43" fmla="*/ 70 h 318"/>
                    <a:gd name="T44" fmla="*/ 11 w 298"/>
                    <a:gd name="T45" fmla="*/ 84 h 318"/>
                    <a:gd name="T46" fmla="*/ 7 w 298"/>
                    <a:gd name="T47" fmla="*/ 63 h 318"/>
                    <a:gd name="T48" fmla="*/ 10 w 298"/>
                    <a:gd name="T49" fmla="*/ 19 h 318"/>
                    <a:gd name="T50" fmla="*/ 28 w 298"/>
                    <a:gd name="T51" fmla="*/ 1 h 318"/>
                    <a:gd name="T52" fmla="*/ 148 w 298"/>
                    <a:gd name="T53" fmla="*/ 1 h 318"/>
                    <a:gd name="T54" fmla="*/ 148 w 298"/>
                    <a:gd name="T55" fmla="*/ 0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298" h="318">
                      <a:moveTo>
                        <a:pt x="148" y="0"/>
                      </a:moveTo>
                      <a:cubicBezTo>
                        <a:pt x="187" y="0"/>
                        <a:pt x="225" y="1"/>
                        <a:pt x="264" y="0"/>
                      </a:cubicBezTo>
                      <a:cubicBezTo>
                        <a:pt x="288" y="0"/>
                        <a:pt x="293" y="4"/>
                        <a:pt x="295" y="27"/>
                      </a:cubicBezTo>
                      <a:cubicBezTo>
                        <a:pt x="296" y="44"/>
                        <a:pt x="297" y="60"/>
                        <a:pt x="298" y="77"/>
                      </a:cubicBezTo>
                      <a:cubicBezTo>
                        <a:pt x="298" y="79"/>
                        <a:pt x="293" y="85"/>
                        <a:pt x="292" y="84"/>
                      </a:cubicBezTo>
                      <a:cubicBezTo>
                        <a:pt x="288" y="82"/>
                        <a:pt x="282" y="80"/>
                        <a:pt x="280" y="76"/>
                      </a:cubicBezTo>
                      <a:cubicBezTo>
                        <a:pt x="273" y="65"/>
                        <a:pt x="270" y="51"/>
                        <a:pt x="261" y="41"/>
                      </a:cubicBezTo>
                      <a:cubicBezTo>
                        <a:pt x="244" y="23"/>
                        <a:pt x="219" y="25"/>
                        <a:pt x="196" y="26"/>
                      </a:cubicBezTo>
                      <a:cubicBezTo>
                        <a:pt x="192" y="26"/>
                        <a:pt x="187" y="37"/>
                        <a:pt x="187" y="43"/>
                      </a:cubicBezTo>
                      <a:cubicBezTo>
                        <a:pt x="186" y="106"/>
                        <a:pt x="186" y="168"/>
                        <a:pt x="186" y="231"/>
                      </a:cubicBezTo>
                      <a:cubicBezTo>
                        <a:pt x="186" y="244"/>
                        <a:pt x="186" y="257"/>
                        <a:pt x="186" y="271"/>
                      </a:cubicBezTo>
                      <a:cubicBezTo>
                        <a:pt x="185" y="290"/>
                        <a:pt x="195" y="300"/>
                        <a:pt x="214" y="302"/>
                      </a:cubicBezTo>
                      <a:cubicBezTo>
                        <a:pt x="219" y="303"/>
                        <a:pt x="223" y="307"/>
                        <a:pt x="228" y="310"/>
                      </a:cubicBezTo>
                      <a:cubicBezTo>
                        <a:pt x="223" y="313"/>
                        <a:pt x="218" y="317"/>
                        <a:pt x="214" y="317"/>
                      </a:cubicBezTo>
                      <a:cubicBezTo>
                        <a:pt x="173" y="318"/>
                        <a:pt x="133" y="318"/>
                        <a:pt x="92" y="317"/>
                      </a:cubicBezTo>
                      <a:cubicBezTo>
                        <a:pt x="88" y="317"/>
                        <a:pt x="83" y="313"/>
                        <a:pt x="78" y="310"/>
                      </a:cubicBezTo>
                      <a:cubicBezTo>
                        <a:pt x="83" y="307"/>
                        <a:pt x="87" y="302"/>
                        <a:pt x="92" y="302"/>
                      </a:cubicBezTo>
                      <a:cubicBezTo>
                        <a:pt x="111" y="299"/>
                        <a:pt x="121" y="288"/>
                        <a:pt x="121" y="271"/>
                      </a:cubicBezTo>
                      <a:cubicBezTo>
                        <a:pt x="121" y="199"/>
                        <a:pt x="121" y="127"/>
                        <a:pt x="121" y="55"/>
                      </a:cubicBezTo>
                      <a:cubicBezTo>
                        <a:pt x="121" y="24"/>
                        <a:pt x="120" y="21"/>
                        <a:pt x="90" y="25"/>
                      </a:cubicBezTo>
                      <a:cubicBezTo>
                        <a:pt x="72" y="27"/>
                        <a:pt x="52" y="27"/>
                        <a:pt x="40" y="45"/>
                      </a:cubicBezTo>
                      <a:cubicBezTo>
                        <a:pt x="35" y="53"/>
                        <a:pt x="31" y="62"/>
                        <a:pt x="27" y="70"/>
                      </a:cubicBezTo>
                      <a:cubicBezTo>
                        <a:pt x="24" y="78"/>
                        <a:pt x="22" y="87"/>
                        <a:pt x="11" y="84"/>
                      </a:cubicBezTo>
                      <a:cubicBezTo>
                        <a:pt x="0" y="80"/>
                        <a:pt x="5" y="71"/>
                        <a:pt x="7" y="63"/>
                      </a:cubicBezTo>
                      <a:cubicBezTo>
                        <a:pt x="9" y="49"/>
                        <a:pt x="10" y="34"/>
                        <a:pt x="10" y="19"/>
                      </a:cubicBezTo>
                      <a:cubicBezTo>
                        <a:pt x="11" y="6"/>
                        <a:pt x="15" y="1"/>
                        <a:pt x="28" y="1"/>
                      </a:cubicBezTo>
                      <a:cubicBezTo>
                        <a:pt x="68" y="2"/>
                        <a:pt x="108" y="1"/>
                        <a:pt x="148" y="1"/>
                      </a:cubicBezTo>
                      <a:cubicBezTo>
                        <a:pt x="148" y="1"/>
                        <a:pt x="148" y="1"/>
                        <a:pt x="1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65" name="Freeform 36"/>
                <p:cNvSpPr/>
                <p:nvPr/>
              </p:nvSpPr>
              <p:spPr bwMode="auto">
                <a:xfrm>
                  <a:off x="13509625" y="3394076"/>
                  <a:ext cx="855663" cy="1001713"/>
                </a:xfrm>
                <a:custGeom>
                  <a:avLst/>
                  <a:gdLst>
                    <a:gd name="T0" fmla="*/ 126 w 271"/>
                    <a:gd name="T1" fmla="*/ 317 h 317"/>
                    <a:gd name="T2" fmla="*/ 15 w 271"/>
                    <a:gd name="T3" fmla="*/ 316 h 317"/>
                    <a:gd name="T4" fmla="*/ 2 w 271"/>
                    <a:gd name="T5" fmla="*/ 310 h 317"/>
                    <a:gd name="T6" fmla="*/ 12 w 271"/>
                    <a:gd name="T7" fmla="*/ 301 h 317"/>
                    <a:gd name="T8" fmla="*/ 42 w 271"/>
                    <a:gd name="T9" fmla="*/ 260 h 317"/>
                    <a:gd name="T10" fmla="*/ 42 w 271"/>
                    <a:gd name="T11" fmla="*/ 67 h 317"/>
                    <a:gd name="T12" fmla="*/ 36 w 271"/>
                    <a:gd name="T13" fmla="*/ 33 h 317"/>
                    <a:gd name="T14" fmla="*/ 17 w 271"/>
                    <a:gd name="T15" fmla="*/ 19 h 317"/>
                    <a:gd name="T16" fmla="*/ 3 w 271"/>
                    <a:gd name="T17" fmla="*/ 5 h 317"/>
                    <a:gd name="T18" fmla="*/ 19 w 271"/>
                    <a:gd name="T19" fmla="*/ 0 h 317"/>
                    <a:gd name="T20" fmla="*/ 127 w 271"/>
                    <a:gd name="T21" fmla="*/ 1 h 317"/>
                    <a:gd name="T22" fmla="*/ 140 w 271"/>
                    <a:gd name="T23" fmla="*/ 1 h 317"/>
                    <a:gd name="T24" fmla="*/ 147 w 271"/>
                    <a:gd name="T25" fmla="*/ 7 h 317"/>
                    <a:gd name="T26" fmla="*/ 142 w 271"/>
                    <a:gd name="T27" fmla="*/ 16 h 317"/>
                    <a:gd name="T28" fmla="*/ 133 w 271"/>
                    <a:gd name="T29" fmla="*/ 18 h 317"/>
                    <a:gd name="T30" fmla="*/ 107 w 271"/>
                    <a:gd name="T31" fmla="*/ 47 h 317"/>
                    <a:gd name="T32" fmla="*/ 107 w 271"/>
                    <a:gd name="T33" fmla="*/ 266 h 317"/>
                    <a:gd name="T34" fmla="*/ 137 w 271"/>
                    <a:gd name="T35" fmla="*/ 295 h 317"/>
                    <a:gd name="T36" fmla="*/ 209 w 271"/>
                    <a:gd name="T37" fmla="*/ 285 h 317"/>
                    <a:gd name="T38" fmla="*/ 250 w 271"/>
                    <a:gd name="T39" fmla="*/ 245 h 317"/>
                    <a:gd name="T40" fmla="*/ 251 w 271"/>
                    <a:gd name="T41" fmla="*/ 243 h 317"/>
                    <a:gd name="T42" fmla="*/ 269 w 271"/>
                    <a:gd name="T43" fmla="*/ 230 h 317"/>
                    <a:gd name="T44" fmla="*/ 270 w 271"/>
                    <a:gd name="T45" fmla="*/ 252 h 317"/>
                    <a:gd name="T46" fmla="*/ 260 w 271"/>
                    <a:gd name="T47" fmla="*/ 294 h 317"/>
                    <a:gd name="T48" fmla="*/ 233 w 271"/>
                    <a:gd name="T49" fmla="*/ 316 h 317"/>
                    <a:gd name="T50" fmla="*/ 126 w 271"/>
                    <a:gd name="T51" fmla="*/ 316 h 317"/>
                    <a:gd name="T52" fmla="*/ 126 w 271"/>
                    <a:gd name="T53" fmla="*/ 317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71" h="317">
                      <a:moveTo>
                        <a:pt x="126" y="317"/>
                      </a:moveTo>
                      <a:cubicBezTo>
                        <a:pt x="89" y="317"/>
                        <a:pt x="52" y="317"/>
                        <a:pt x="15" y="316"/>
                      </a:cubicBezTo>
                      <a:cubicBezTo>
                        <a:pt x="11" y="316"/>
                        <a:pt x="6" y="312"/>
                        <a:pt x="2" y="310"/>
                      </a:cubicBezTo>
                      <a:cubicBezTo>
                        <a:pt x="6" y="307"/>
                        <a:pt x="8" y="303"/>
                        <a:pt x="12" y="301"/>
                      </a:cubicBezTo>
                      <a:cubicBezTo>
                        <a:pt x="36" y="294"/>
                        <a:pt x="42" y="286"/>
                        <a:pt x="42" y="260"/>
                      </a:cubicBezTo>
                      <a:cubicBezTo>
                        <a:pt x="42" y="196"/>
                        <a:pt x="42" y="131"/>
                        <a:pt x="42" y="67"/>
                      </a:cubicBezTo>
                      <a:cubicBezTo>
                        <a:pt x="42" y="55"/>
                        <a:pt x="40" y="43"/>
                        <a:pt x="36" y="33"/>
                      </a:cubicBezTo>
                      <a:cubicBezTo>
                        <a:pt x="33" y="26"/>
                        <a:pt x="24" y="22"/>
                        <a:pt x="17" y="19"/>
                      </a:cubicBezTo>
                      <a:cubicBezTo>
                        <a:pt x="10" y="16"/>
                        <a:pt x="0" y="16"/>
                        <a:pt x="3" y="5"/>
                      </a:cubicBezTo>
                      <a:cubicBezTo>
                        <a:pt x="4" y="3"/>
                        <a:pt x="13" y="0"/>
                        <a:pt x="19" y="0"/>
                      </a:cubicBezTo>
                      <a:cubicBezTo>
                        <a:pt x="55" y="0"/>
                        <a:pt x="91" y="0"/>
                        <a:pt x="127" y="1"/>
                      </a:cubicBezTo>
                      <a:cubicBezTo>
                        <a:pt x="131" y="1"/>
                        <a:pt x="136" y="0"/>
                        <a:pt x="140" y="1"/>
                      </a:cubicBezTo>
                      <a:cubicBezTo>
                        <a:pt x="143" y="2"/>
                        <a:pt x="147" y="5"/>
                        <a:pt x="147" y="7"/>
                      </a:cubicBezTo>
                      <a:cubicBezTo>
                        <a:pt x="147" y="10"/>
                        <a:pt x="144" y="14"/>
                        <a:pt x="142" y="16"/>
                      </a:cubicBezTo>
                      <a:cubicBezTo>
                        <a:pt x="140" y="18"/>
                        <a:pt x="136" y="18"/>
                        <a:pt x="133" y="18"/>
                      </a:cubicBezTo>
                      <a:cubicBezTo>
                        <a:pt x="111" y="21"/>
                        <a:pt x="107" y="25"/>
                        <a:pt x="107" y="47"/>
                      </a:cubicBezTo>
                      <a:cubicBezTo>
                        <a:pt x="107" y="120"/>
                        <a:pt x="107" y="193"/>
                        <a:pt x="107" y="266"/>
                      </a:cubicBezTo>
                      <a:cubicBezTo>
                        <a:pt x="107" y="290"/>
                        <a:pt x="112" y="296"/>
                        <a:pt x="137" y="295"/>
                      </a:cubicBezTo>
                      <a:cubicBezTo>
                        <a:pt x="161" y="294"/>
                        <a:pt x="186" y="298"/>
                        <a:pt x="209" y="285"/>
                      </a:cubicBezTo>
                      <a:cubicBezTo>
                        <a:pt x="225" y="275"/>
                        <a:pt x="242" y="265"/>
                        <a:pt x="250" y="245"/>
                      </a:cubicBezTo>
                      <a:cubicBezTo>
                        <a:pt x="250" y="244"/>
                        <a:pt x="250" y="243"/>
                        <a:pt x="251" y="243"/>
                      </a:cubicBezTo>
                      <a:cubicBezTo>
                        <a:pt x="257" y="238"/>
                        <a:pt x="263" y="234"/>
                        <a:pt x="269" y="230"/>
                      </a:cubicBezTo>
                      <a:cubicBezTo>
                        <a:pt x="269" y="237"/>
                        <a:pt x="271" y="245"/>
                        <a:pt x="270" y="252"/>
                      </a:cubicBezTo>
                      <a:cubicBezTo>
                        <a:pt x="268" y="266"/>
                        <a:pt x="263" y="280"/>
                        <a:pt x="260" y="294"/>
                      </a:cubicBezTo>
                      <a:cubicBezTo>
                        <a:pt x="256" y="312"/>
                        <a:pt x="251" y="317"/>
                        <a:pt x="233" y="316"/>
                      </a:cubicBezTo>
                      <a:cubicBezTo>
                        <a:pt x="197" y="316"/>
                        <a:pt x="162" y="316"/>
                        <a:pt x="126" y="316"/>
                      </a:cubicBezTo>
                      <a:cubicBezTo>
                        <a:pt x="126" y="316"/>
                        <a:pt x="126" y="317"/>
                        <a:pt x="126" y="3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366" name="组合 365"/>
                <p:cNvGrpSpPr/>
                <p:nvPr/>
              </p:nvGrpSpPr>
              <p:grpSpPr>
                <a:xfrm>
                  <a:off x="14797087" y="3295651"/>
                  <a:ext cx="9263063" cy="1100138"/>
                  <a:chOff x="1778000" y="4803776"/>
                  <a:chExt cx="9263063" cy="1100138"/>
                </a:xfrm>
                <a:grpFill/>
              </p:grpSpPr>
              <p:sp>
                <p:nvSpPr>
                  <p:cNvPr id="368" name="Freeform 16"/>
                  <p:cNvSpPr>
                    <a:spLocks noEditPoints="1"/>
                  </p:cNvSpPr>
                  <p:nvPr/>
                </p:nvSpPr>
                <p:spPr bwMode="auto">
                  <a:xfrm>
                    <a:off x="6616700" y="4841876"/>
                    <a:ext cx="1019175" cy="1011238"/>
                  </a:xfrm>
                  <a:custGeom>
                    <a:avLst/>
                    <a:gdLst>
                      <a:gd name="T0" fmla="*/ 88 w 323"/>
                      <a:gd name="T1" fmla="*/ 2 h 320"/>
                      <a:gd name="T2" fmla="*/ 150 w 323"/>
                      <a:gd name="T3" fmla="*/ 2 h 320"/>
                      <a:gd name="T4" fmla="*/ 227 w 323"/>
                      <a:gd name="T5" fmla="*/ 17 h 320"/>
                      <a:gd name="T6" fmla="*/ 276 w 323"/>
                      <a:gd name="T7" fmla="*/ 78 h 320"/>
                      <a:gd name="T8" fmla="*/ 230 w 323"/>
                      <a:gd name="T9" fmla="*/ 164 h 320"/>
                      <a:gd name="T10" fmla="*/ 221 w 323"/>
                      <a:gd name="T11" fmla="*/ 200 h 320"/>
                      <a:gd name="T12" fmla="*/ 275 w 323"/>
                      <a:gd name="T13" fmla="*/ 270 h 320"/>
                      <a:gd name="T14" fmla="*/ 316 w 323"/>
                      <a:gd name="T15" fmla="*/ 306 h 320"/>
                      <a:gd name="T16" fmla="*/ 323 w 323"/>
                      <a:gd name="T17" fmla="*/ 314 h 320"/>
                      <a:gd name="T18" fmla="*/ 313 w 323"/>
                      <a:gd name="T19" fmla="*/ 319 h 320"/>
                      <a:gd name="T20" fmla="*/ 242 w 323"/>
                      <a:gd name="T21" fmla="*/ 318 h 320"/>
                      <a:gd name="T22" fmla="*/ 225 w 323"/>
                      <a:gd name="T23" fmla="*/ 310 h 320"/>
                      <a:gd name="T24" fmla="*/ 136 w 323"/>
                      <a:gd name="T25" fmla="*/ 194 h 320"/>
                      <a:gd name="T26" fmla="*/ 118 w 323"/>
                      <a:gd name="T27" fmla="*/ 184 h 320"/>
                      <a:gd name="T28" fmla="*/ 111 w 323"/>
                      <a:gd name="T29" fmla="*/ 202 h 320"/>
                      <a:gd name="T30" fmla="*/ 110 w 323"/>
                      <a:gd name="T31" fmla="*/ 274 h 320"/>
                      <a:gd name="T32" fmla="*/ 135 w 323"/>
                      <a:gd name="T33" fmla="*/ 302 h 320"/>
                      <a:gd name="T34" fmla="*/ 141 w 323"/>
                      <a:gd name="T35" fmla="*/ 303 h 320"/>
                      <a:gd name="T36" fmla="*/ 152 w 323"/>
                      <a:gd name="T37" fmla="*/ 313 h 320"/>
                      <a:gd name="T38" fmla="*/ 139 w 323"/>
                      <a:gd name="T39" fmla="*/ 319 h 320"/>
                      <a:gd name="T40" fmla="*/ 107 w 323"/>
                      <a:gd name="T41" fmla="*/ 319 h 320"/>
                      <a:gd name="T42" fmla="*/ 17 w 323"/>
                      <a:gd name="T43" fmla="*/ 320 h 320"/>
                      <a:gd name="T44" fmla="*/ 0 w 323"/>
                      <a:gd name="T45" fmla="*/ 313 h 320"/>
                      <a:gd name="T46" fmla="*/ 15 w 323"/>
                      <a:gd name="T47" fmla="*/ 302 h 320"/>
                      <a:gd name="T48" fmla="*/ 45 w 323"/>
                      <a:gd name="T49" fmla="*/ 266 h 320"/>
                      <a:gd name="T50" fmla="*/ 45 w 323"/>
                      <a:gd name="T51" fmla="*/ 59 h 320"/>
                      <a:gd name="T52" fmla="*/ 12 w 323"/>
                      <a:gd name="T53" fmla="*/ 19 h 320"/>
                      <a:gd name="T54" fmla="*/ 0 w 323"/>
                      <a:gd name="T55" fmla="*/ 9 h 320"/>
                      <a:gd name="T56" fmla="*/ 13 w 323"/>
                      <a:gd name="T57" fmla="*/ 2 h 320"/>
                      <a:gd name="T58" fmla="*/ 88 w 323"/>
                      <a:gd name="T59" fmla="*/ 2 h 320"/>
                      <a:gd name="T60" fmla="*/ 88 w 323"/>
                      <a:gd name="T61" fmla="*/ 2 h 320"/>
                      <a:gd name="T62" fmla="*/ 110 w 323"/>
                      <a:gd name="T63" fmla="*/ 94 h 320"/>
                      <a:gd name="T64" fmla="*/ 111 w 323"/>
                      <a:gd name="T65" fmla="*/ 94 h 320"/>
                      <a:gd name="T66" fmla="*/ 111 w 323"/>
                      <a:gd name="T67" fmla="*/ 142 h 320"/>
                      <a:gd name="T68" fmla="*/ 135 w 323"/>
                      <a:gd name="T69" fmla="*/ 159 h 320"/>
                      <a:gd name="T70" fmla="*/ 153 w 323"/>
                      <a:gd name="T71" fmla="*/ 154 h 320"/>
                      <a:gd name="T72" fmla="*/ 194 w 323"/>
                      <a:gd name="T73" fmla="*/ 50 h 320"/>
                      <a:gd name="T74" fmla="*/ 143 w 323"/>
                      <a:gd name="T75" fmla="*/ 24 h 320"/>
                      <a:gd name="T76" fmla="*/ 110 w 323"/>
                      <a:gd name="T77" fmla="*/ 54 h 320"/>
                      <a:gd name="T78" fmla="*/ 110 w 323"/>
                      <a:gd name="T79" fmla="*/ 94 h 3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</a:cxnLst>
                    <a:rect l="0" t="0" r="r" b="b"/>
                    <a:pathLst>
                      <a:path w="323" h="320">
                        <a:moveTo>
                          <a:pt x="88" y="2"/>
                        </a:moveTo>
                        <a:cubicBezTo>
                          <a:pt x="109" y="2"/>
                          <a:pt x="129" y="0"/>
                          <a:pt x="150" y="2"/>
                        </a:cubicBezTo>
                        <a:cubicBezTo>
                          <a:pt x="176" y="5"/>
                          <a:pt x="202" y="9"/>
                          <a:pt x="227" y="17"/>
                        </a:cubicBezTo>
                        <a:cubicBezTo>
                          <a:pt x="256" y="25"/>
                          <a:pt x="273" y="47"/>
                          <a:pt x="276" y="78"/>
                        </a:cubicBezTo>
                        <a:cubicBezTo>
                          <a:pt x="280" y="117"/>
                          <a:pt x="266" y="146"/>
                          <a:pt x="230" y="164"/>
                        </a:cubicBezTo>
                        <a:cubicBezTo>
                          <a:pt x="201" y="177"/>
                          <a:pt x="202" y="176"/>
                          <a:pt x="221" y="200"/>
                        </a:cubicBezTo>
                        <a:cubicBezTo>
                          <a:pt x="239" y="223"/>
                          <a:pt x="256" y="248"/>
                          <a:pt x="275" y="270"/>
                        </a:cubicBezTo>
                        <a:cubicBezTo>
                          <a:pt x="287" y="284"/>
                          <a:pt x="303" y="294"/>
                          <a:pt x="316" y="306"/>
                        </a:cubicBezTo>
                        <a:cubicBezTo>
                          <a:pt x="319" y="309"/>
                          <a:pt x="321" y="312"/>
                          <a:pt x="323" y="314"/>
                        </a:cubicBezTo>
                        <a:cubicBezTo>
                          <a:pt x="320" y="316"/>
                          <a:pt x="317" y="319"/>
                          <a:pt x="313" y="319"/>
                        </a:cubicBezTo>
                        <a:cubicBezTo>
                          <a:pt x="289" y="319"/>
                          <a:pt x="265" y="320"/>
                          <a:pt x="242" y="318"/>
                        </a:cubicBezTo>
                        <a:cubicBezTo>
                          <a:pt x="236" y="318"/>
                          <a:pt x="229" y="314"/>
                          <a:pt x="225" y="310"/>
                        </a:cubicBezTo>
                        <a:cubicBezTo>
                          <a:pt x="195" y="271"/>
                          <a:pt x="166" y="232"/>
                          <a:pt x="136" y="194"/>
                        </a:cubicBezTo>
                        <a:cubicBezTo>
                          <a:pt x="132" y="189"/>
                          <a:pt x="124" y="187"/>
                          <a:pt x="118" y="184"/>
                        </a:cubicBezTo>
                        <a:cubicBezTo>
                          <a:pt x="116" y="190"/>
                          <a:pt x="111" y="196"/>
                          <a:pt x="111" y="202"/>
                        </a:cubicBezTo>
                        <a:cubicBezTo>
                          <a:pt x="110" y="226"/>
                          <a:pt x="110" y="250"/>
                          <a:pt x="110" y="274"/>
                        </a:cubicBezTo>
                        <a:cubicBezTo>
                          <a:pt x="111" y="295"/>
                          <a:pt x="115" y="299"/>
                          <a:pt x="135" y="302"/>
                        </a:cubicBezTo>
                        <a:cubicBezTo>
                          <a:pt x="137" y="302"/>
                          <a:pt x="140" y="302"/>
                          <a:pt x="141" y="303"/>
                        </a:cubicBezTo>
                        <a:cubicBezTo>
                          <a:pt x="145" y="306"/>
                          <a:pt x="148" y="310"/>
                          <a:pt x="152" y="313"/>
                        </a:cubicBezTo>
                        <a:cubicBezTo>
                          <a:pt x="148" y="315"/>
                          <a:pt x="144" y="319"/>
                          <a:pt x="139" y="319"/>
                        </a:cubicBezTo>
                        <a:cubicBezTo>
                          <a:pt x="129" y="320"/>
                          <a:pt x="118" y="319"/>
                          <a:pt x="107" y="319"/>
                        </a:cubicBezTo>
                        <a:cubicBezTo>
                          <a:pt x="77" y="319"/>
                          <a:pt x="47" y="320"/>
                          <a:pt x="17" y="320"/>
                        </a:cubicBezTo>
                        <a:cubicBezTo>
                          <a:pt x="11" y="319"/>
                          <a:pt x="6" y="316"/>
                          <a:pt x="0" y="313"/>
                        </a:cubicBezTo>
                        <a:cubicBezTo>
                          <a:pt x="5" y="310"/>
                          <a:pt x="9" y="304"/>
                          <a:pt x="15" y="302"/>
                        </a:cubicBezTo>
                        <a:cubicBezTo>
                          <a:pt x="39" y="297"/>
                          <a:pt x="45" y="290"/>
                          <a:pt x="45" y="266"/>
                        </a:cubicBezTo>
                        <a:cubicBezTo>
                          <a:pt x="46" y="197"/>
                          <a:pt x="45" y="128"/>
                          <a:pt x="45" y="59"/>
                        </a:cubicBezTo>
                        <a:cubicBezTo>
                          <a:pt x="45" y="33"/>
                          <a:pt x="37" y="25"/>
                          <a:pt x="12" y="19"/>
                        </a:cubicBezTo>
                        <a:cubicBezTo>
                          <a:pt x="8" y="18"/>
                          <a:pt x="4" y="13"/>
                          <a:pt x="0" y="9"/>
                        </a:cubicBezTo>
                        <a:cubicBezTo>
                          <a:pt x="4" y="7"/>
                          <a:pt x="9" y="2"/>
                          <a:pt x="13" y="2"/>
                        </a:cubicBezTo>
                        <a:cubicBezTo>
                          <a:pt x="38" y="1"/>
                          <a:pt x="63" y="2"/>
                          <a:pt x="88" y="2"/>
                        </a:cubicBezTo>
                        <a:cubicBezTo>
                          <a:pt x="88" y="2"/>
                          <a:pt x="88" y="2"/>
                          <a:pt x="88" y="2"/>
                        </a:cubicBezTo>
                        <a:close/>
                        <a:moveTo>
                          <a:pt x="110" y="94"/>
                        </a:moveTo>
                        <a:cubicBezTo>
                          <a:pt x="110" y="94"/>
                          <a:pt x="111" y="94"/>
                          <a:pt x="111" y="94"/>
                        </a:cubicBezTo>
                        <a:cubicBezTo>
                          <a:pt x="111" y="110"/>
                          <a:pt x="110" y="126"/>
                          <a:pt x="111" y="142"/>
                        </a:cubicBezTo>
                        <a:cubicBezTo>
                          <a:pt x="111" y="159"/>
                          <a:pt x="118" y="164"/>
                          <a:pt x="135" y="159"/>
                        </a:cubicBezTo>
                        <a:cubicBezTo>
                          <a:pt x="141" y="157"/>
                          <a:pt x="147" y="155"/>
                          <a:pt x="153" y="154"/>
                        </a:cubicBezTo>
                        <a:cubicBezTo>
                          <a:pt x="201" y="146"/>
                          <a:pt x="228" y="91"/>
                          <a:pt x="194" y="50"/>
                        </a:cubicBezTo>
                        <a:cubicBezTo>
                          <a:pt x="181" y="34"/>
                          <a:pt x="162" y="27"/>
                          <a:pt x="143" y="24"/>
                        </a:cubicBezTo>
                        <a:cubicBezTo>
                          <a:pt x="118" y="20"/>
                          <a:pt x="110" y="28"/>
                          <a:pt x="110" y="54"/>
                        </a:cubicBezTo>
                        <a:cubicBezTo>
                          <a:pt x="111" y="67"/>
                          <a:pt x="110" y="80"/>
                          <a:pt x="110" y="9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9" name="Freeform 18"/>
                  <p:cNvSpPr/>
                  <p:nvPr/>
                </p:nvSpPr>
                <p:spPr bwMode="auto">
                  <a:xfrm>
                    <a:off x="2895600" y="4845051"/>
                    <a:ext cx="1092200" cy="1036638"/>
                  </a:xfrm>
                  <a:custGeom>
                    <a:avLst/>
                    <a:gdLst>
                      <a:gd name="T0" fmla="*/ 275 w 346"/>
                      <a:gd name="T1" fmla="*/ 120 h 328"/>
                      <a:gd name="T2" fmla="*/ 271 w 346"/>
                      <a:gd name="T3" fmla="*/ 47 h 328"/>
                      <a:gd name="T4" fmla="*/ 245 w 346"/>
                      <a:gd name="T5" fmla="*/ 20 h 328"/>
                      <a:gd name="T6" fmla="*/ 232 w 346"/>
                      <a:gd name="T7" fmla="*/ 8 h 328"/>
                      <a:gd name="T8" fmla="*/ 247 w 346"/>
                      <a:gd name="T9" fmla="*/ 1 h 328"/>
                      <a:gd name="T10" fmla="*/ 335 w 346"/>
                      <a:gd name="T11" fmla="*/ 1 h 328"/>
                      <a:gd name="T12" fmla="*/ 346 w 346"/>
                      <a:gd name="T13" fmla="*/ 8 h 328"/>
                      <a:gd name="T14" fmla="*/ 337 w 346"/>
                      <a:gd name="T15" fmla="*/ 17 h 328"/>
                      <a:gd name="T16" fmla="*/ 304 w 346"/>
                      <a:gd name="T17" fmla="*/ 61 h 328"/>
                      <a:gd name="T18" fmla="*/ 304 w 346"/>
                      <a:gd name="T19" fmla="*/ 306 h 328"/>
                      <a:gd name="T20" fmla="*/ 297 w 346"/>
                      <a:gd name="T21" fmla="*/ 328 h 328"/>
                      <a:gd name="T22" fmla="*/ 275 w 346"/>
                      <a:gd name="T23" fmla="*/ 316 h 328"/>
                      <a:gd name="T24" fmla="*/ 170 w 346"/>
                      <a:gd name="T25" fmla="*/ 197 h 328"/>
                      <a:gd name="T26" fmla="*/ 86 w 346"/>
                      <a:gd name="T27" fmla="*/ 98 h 328"/>
                      <a:gd name="T28" fmla="*/ 76 w 346"/>
                      <a:gd name="T29" fmla="*/ 93 h 328"/>
                      <a:gd name="T30" fmla="*/ 72 w 346"/>
                      <a:gd name="T31" fmla="*/ 105 h 328"/>
                      <a:gd name="T32" fmla="*/ 73 w 346"/>
                      <a:gd name="T33" fmla="*/ 235 h 328"/>
                      <a:gd name="T34" fmla="*/ 73 w 346"/>
                      <a:gd name="T35" fmla="*/ 271 h 328"/>
                      <a:gd name="T36" fmla="*/ 96 w 346"/>
                      <a:gd name="T37" fmla="*/ 299 h 328"/>
                      <a:gd name="T38" fmla="*/ 107 w 346"/>
                      <a:gd name="T39" fmla="*/ 303 h 328"/>
                      <a:gd name="T40" fmla="*/ 113 w 346"/>
                      <a:gd name="T41" fmla="*/ 312 h 328"/>
                      <a:gd name="T42" fmla="*/ 104 w 346"/>
                      <a:gd name="T43" fmla="*/ 318 h 328"/>
                      <a:gd name="T44" fmla="*/ 10 w 346"/>
                      <a:gd name="T45" fmla="*/ 318 h 328"/>
                      <a:gd name="T46" fmla="*/ 0 w 346"/>
                      <a:gd name="T47" fmla="*/ 312 h 328"/>
                      <a:gd name="T48" fmla="*/ 8 w 346"/>
                      <a:gd name="T49" fmla="*/ 303 h 328"/>
                      <a:gd name="T50" fmla="*/ 29 w 346"/>
                      <a:gd name="T51" fmla="*/ 295 h 328"/>
                      <a:gd name="T52" fmla="*/ 41 w 346"/>
                      <a:gd name="T53" fmla="*/ 271 h 328"/>
                      <a:gd name="T54" fmla="*/ 43 w 346"/>
                      <a:gd name="T55" fmla="*/ 73 h 328"/>
                      <a:gd name="T56" fmla="*/ 8 w 346"/>
                      <a:gd name="T57" fmla="*/ 19 h 328"/>
                      <a:gd name="T58" fmla="*/ 0 w 346"/>
                      <a:gd name="T59" fmla="*/ 8 h 328"/>
                      <a:gd name="T60" fmla="*/ 11 w 346"/>
                      <a:gd name="T61" fmla="*/ 2 h 328"/>
                      <a:gd name="T62" fmla="*/ 78 w 346"/>
                      <a:gd name="T63" fmla="*/ 2 h 328"/>
                      <a:gd name="T64" fmla="*/ 100 w 346"/>
                      <a:gd name="T65" fmla="*/ 15 h 328"/>
                      <a:gd name="T66" fmla="*/ 202 w 346"/>
                      <a:gd name="T67" fmla="*/ 134 h 328"/>
                      <a:gd name="T68" fmla="*/ 262 w 346"/>
                      <a:gd name="T69" fmla="*/ 203 h 328"/>
                      <a:gd name="T70" fmla="*/ 270 w 346"/>
                      <a:gd name="T71" fmla="*/ 207 h 328"/>
                      <a:gd name="T72" fmla="*/ 275 w 346"/>
                      <a:gd name="T73" fmla="*/ 197 h 328"/>
                      <a:gd name="T74" fmla="*/ 275 w 346"/>
                      <a:gd name="T75" fmla="*/ 120 h 3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346" h="328">
                        <a:moveTo>
                          <a:pt x="275" y="120"/>
                        </a:moveTo>
                        <a:cubicBezTo>
                          <a:pt x="274" y="102"/>
                          <a:pt x="274" y="75"/>
                          <a:pt x="271" y="47"/>
                        </a:cubicBezTo>
                        <a:cubicBezTo>
                          <a:pt x="270" y="33"/>
                          <a:pt x="261" y="24"/>
                          <a:pt x="245" y="20"/>
                        </a:cubicBezTo>
                        <a:cubicBezTo>
                          <a:pt x="240" y="19"/>
                          <a:pt x="236" y="12"/>
                          <a:pt x="232" y="8"/>
                        </a:cubicBezTo>
                        <a:cubicBezTo>
                          <a:pt x="237" y="5"/>
                          <a:pt x="242" y="1"/>
                          <a:pt x="247" y="1"/>
                        </a:cubicBezTo>
                        <a:cubicBezTo>
                          <a:pt x="276" y="0"/>
                          <a:pt x="305" y="1"/>
                          <a:pt x="335" y="1"/>
                        </a:cubicBezTo>
                        <a:cubicBezTo>
                          <a:pt x="339" y="1"/>
                          <a:pt x="342" y="6"/>
                          <a:pt x="346" y="8"/>
                        </a:cubicBezTo>
                        <a:cubicBezTo>
                          <a:pt x="343" y="11"/>
                          <a:pt x="340" y="16"/>
                          <a:pt x="337" y="17"/>
                        </a:cubicBezTo>
                        <a:cubicBezTo>
                          <a:pt x="309" y="27"/>
                          <a:pt x="304" y="33"/>
                          <a:pt x="304" y="61"/>
                        </a:cubicBezTo>
                        <a:cubicBezTo>
                          <a:pt x="304" y="143"/>
                          <a:pt x="304" y="224"/>
                          <a:pt x="304" y="306"/>
                        </a:cubicBezTo>
                        <a:cubicBezTo>
                          <a:pt x="304" y="313"/>
                          <a:pt x="299" y="321"/>
                          <a:pt x="297" y="328"/>
                        </a:cubicBezTo>
                        <a:cubicBezTo>
                          <a:pt x="289" y="324"/>
                          <a:pt x="280" y="322"/>
                          <a:pt x="275" y="316"/>
                        </a:cubicBezTo>
                        <a:cubicBezTo>
                          <a:pt x="239" y="277"/>
                          <a:pt x="205" y="237"/>
                          <a:pt x="170" y="197"/>
                        </a:cubicBezTo>
                        <a:cubicBezTo>
                          <a:pt x="142" y="164"/>
                          <a:pt x="114" y="131"/>
                          <a:pt x="86" y="98"/>
                        </a:cubicBezTo>
                        <a:cubicBezTo>
                          <a:pt x="84" y="96"/>
                          <a:pt x="80" y="95"/>
                          <a:pt x="76" y="93"/>
                        </a:cubicBezTo>
                        <a:cubicBezTo>
                          <a:pt x="75" y="97"/>
                          <a:pt x="72" y="101"/>
                          <a:pt x="72" y="105"/>
                        </a:cubicBezTo>
                        <a:cubicBezTo>
                          <a:pt x="72" y="148"/>
                          <a:pt x="72" y="192"/>
                          <a:pt x="73" y="235"/>
                        </a:cubicBezTo>
                        <a:cubicBezTo>
                          <a:pt x="73" y="247"/>
                          <a:pt x="73" y="259"/>
                          <a:pt x="73" y="271"/>
                        </a:cubicBezTo>
                        <a:cubicBezTo>
                          <a:pt x="74" y="286"/>
                          <a:pt x="81" y="296"/>
                          <a:pt x="96" y="299"/>
                        </a:cubicBezTo>
                        <a:cubicBezTo>
                          <a:pt x="100" y="300"/>
                          <a:pt x="104" y="301"/>
                          <a:pt x="107" y="303"/>
                        </a:cubicBezTo>
                        <a:cubicBezTo>
                          <a:pt x="110" y="305"/>
                          <a:pt x="113" y="309"/>
                          <a:pt x="113" y="312"/>
                        </a:cubicBezTo>
                        <a:cubicBezTo>
                          <a:pt x="112" y="315"/>
                          <a:pt x="107" y="318"/>
                          <a:pt x="104" y="318"/>
                        </a:cubicBezTo>
                        <a:cubicBezTo>
                          <a:pt x="73" y="318"/>
                          <a:pt x="41" y="318"/>
                          <a:pt x="10" y="318"/>
                        </a:cubicBezTo>
                        <a:cubicBezTo>
                          <a:pt x="7" y="318"/>
                          <a:pt x="3" y="314"/>
                          <a:pt x="0" y="312"/>
                        </a:cubicBezTo>
                        <a:cubicBezTo>
                          <a:pt x="3" y="309"/>
                          <a:pt x="5" y="305"/>
                          <a:pt x="8" y="303"/>
                        </a:cubicBezTo>
                        <a:cubicBezTo>
                          <a:pt x="15" y="300"/>
                          <a:pt x="24" y="299"/>
                          <a:pt x="29" y="295"/>
                        </a:cubicBezTo>
                        <a:cubicBezTo>
                          <a:pt x="35" y="288"/>
                          <a:pt x="41" y="279"/>
                          <a:pt x="41" y="271"/>
                        </a:cubicBezTo>
                        <a:cubicBezTo>
                          <a:pt x="42" y="205"/>
                          <a:pt x="41" y="139"/>
                          <a:pt x="43" y="73"/>
                        </a:cubicBezTo>
                        <a:cubicBezTo>
                          <a:pt x="44" y="45"/>
                          <a:pt x="33" y="29"/>
                          <a:pt x="8" y="19"/>
                        </a:cubicBezTo>
                        <a:cubicBezTo>
                          <a:pt x="5" y="17"/>
                          <a:pt x="3" y="12"/>
                          <a:pt x="0" y="8"/>
                        </a:cubicBezTo>
                        <a:cubicBezTo>
                          <a:pt x="4" y="6"/>
                          <a:pt x="7" y="2"/>
                          <a:pt x="11" y="2"/>
                        </a:cubicBezTo>
                        <a:cubicBezTo>
                          <a:pt x="33" y="1"/>
                          <a:pt x="56" y="0"/>
                          <a:pt x="78" y="2"/>
                        </a:cubicBezTo>
                        <a:cubicBezTo>
                          <a:pt x="86" y="2"/>
                          <a:pt x="95" y="9"/>
                          <a:pt x="100" y="15"/>
                        </a:cubicBezTo>
                        <a:cubicBezTo>
                          <a:pt x="135" y="54"/>
                          <a:pt x="168" y="94"/>
                          <a:pt x="202" y="134"/>
                        </a:cubicBezTo>
                        <a:cubicBezTo>
                          <a:pt x="222" y="157"/>
                          <a:pt x="242" y="180"/>
                          <a:pt x="262" y="203"/>
                        </a:cubicBezTo>
                        <a:cubicBezTo>
                          <a:pt x="264" y="205"/>
                          <a:pt x="269" y="207"/>
                          <a:pt x="270" y="207"/>
                        </a:cubicBezTo>
                        <a:cubicBezTo>
                          <a:pt x="273" y="204"/>
                          <a:pt x="275" y="200"/>
                          <a:pt x="275" y="197"/>
                        </a:cubicBezTo>
                        <a:cubicBezTo>
                          <a:pt x="275" y="174"/>
                          <a:pt x="275" y="152"/>
                          <a:pt x="275" y="1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0" name="Freeform 22"/>
                  <p:cNvSpPr/>
                  <p:nvPr/>
                </p:nvSpPr>
                <p:spPr bwMode="auto">
                  <a:xfrm>
                    <a:off x="5664200" y="4845051"/>
                    <a:ext cx="911225" cy="1008063"/>
                  </a:xfrm>
                  <a:custGeom>
                    <a:avLst/>
                    <a:gdLst>
                      <a:gd name="T0" fmla="*/ 133 w 289"/>
                      <a:gd name="T1" fmla="*/ 318 h 319"/>
                      <a:gd name="T2" fmla="*/ 15 w 289"/>
                      <a:gd name="T3" fmla="*/ 318 h 319"/>
                      <a:gd name="T4" fmla="*/ 0 w 289"/>
                      <a:gd name="T5" fmla="*/ 314 h 319"/>
                      <a:gd name="T6" fmla="*/ 11 w 289"/>
                      <a:gd name="T7" fmla="*/ 302 h 319"/>
                      <a:gd name="T8" fmla="*/ 35 w 289"/>
                      <a:gd name="T9" fmla="*/ 267 h 319"/>
                      <a:gd name="T10" fmla="*/ 35 w 289"/>
                      <a:gd name="T11" fmla="*/ 49 h 319"/>
                      <a:gd name="T12" fmla="*/ 12 w 289"/>
                      <a:gd name="T13" fmla="*/ 19 h 319"/>
                      <a:gd name="T14" fmla="*/ 1 w 289"/>
                      <a:gd name="T15" fmla="*/ 8 h 319"/>
                      <a:gd name="T16" fmla="*/ 16 w 289"/>
                      <a:gd name="T17" fmla="*/ 1 h 319"/>
                      <a:gd name="T18" fmla="*/ 245 w 289"/>
                      <a:gd name="T19" fmla="*/ 1 h 319"/>
                      <a:gd name="T20" fmla="*/ 264 w 289"/>
                      <a:gd name="T21" fmla="*/ 18 h 319"/>
                      <a:gd name="T22" fmla="*/ 264 w 289"/>
                      <a:gd name="T23" fmla="*/ 62 h 319"/>
                      <a:gd name="T24" fmla="*/ 257 w 289"/>
                      <a:gd name="T25" fmla="*/ 73 h 319"/>
                      <a:gd name="T26" fmla="*/ 245 w 289"/>
                      <a:gd name="T27" fmla="*/ 66 h 319"/>
                      <a:gd name="T28" fmla="*/ 186 w 289"/>
                      <a:gd name="T29" fmla="*/ 31 h 319"/>
                      <a:gd name="T30" fmla="*/ 118 w 289"/>
                      <a:gd name="T31" fmla="*/ 30 h 319"/>
                      <a:gd name="T32" fmla="*/ 100 w 289"/>
                      <a:gd name="T33" fmla="*/ 48 h 319"/>
                      <a:gd name="T34" fmla="*/ 100 w 289"/>
                      <a:gd name="T35" fmla="*/ 126 h 319"/>
                      <a:gd name="T36" fmla="*/ 110 w 289"/>
                      <a:gd name="T37" fmla="*/ 141 h 319"/>
                      <a:gd name="T38" fmla="*/ 188 w 289"/>
                      <a:gd name="T39" fmla="*/ 137 h 319"/>
                      <a:gd name="T40" fmla="*/ 211 w 289"/>
                      <a:gd name="T41" fmla="*/ 116 h 319"/>
                      <a:gd name="T42" fmla="*/ 227 w 289"/>
                      <a:gd name="T43" fmla="*/ 101 h 319"/>
                      <a:gd name="T44" fmla="*/ 233 w 289"/>
                      <a:gd name="T45" fmla="*/ 120 h 319"/>
                      <a:gd name="T46" fmla="*/ 233 w 289"/>
                      <a:gd name="T47" fmla="*/ 195 h 319"/>
                      <a:gd name="T48" fmla="*/ 226 w 289"/>
                      <a:gd name="T49" fmla="*/ 211 h 319"/>
                      <a:gd name="T50" fmla="*/ 214 w 289"/>
                      <a:gd name="T51" fmla="*/ 201 h 319"/>
                      <a:gd name="T52" fmla="*/ 162 w 289"/>
                      <a:gd name="T53" fmla="*/ 169 h 319"/>
                      <a:gd name="T54" fmla="*/ 117 w 289"/>
                      <a:gd name="T55" fmla="*/ 169 h 319"/>
                      <a:gd name="T56" fmla="*/ 100 w 289"/>
                      <a:gd name="T57" fmla="*/ 184 h 319"/>
                      <a:gd name="T58" fmla="*/ 100 w 289"/>
                      <a:gd name="T59" fmla="*/ 276 h 319"/>
                      <a:gd name="T60" fmla="*/ 122 w 289"/>
                      <a:gd name="T61" fmla="*/ 296 h 319"/>
                      <a:gd name="T62" fmla="*/ 200 w 289"/>
                      <a:gd name="T63" fmla="*/ 295 h 319"/>
                      <a:gd name="T64" fmla="*/ 261 w 289"/>
                      <a:gd name="T65" fmla="*/ 255 h 319"/>
                      <a:gd name="T66" fmla="*/ 273 w 289"/>
                      <a:gd name="T67" fmla="*/ 238 h 319"/>
                      <a:gd name="T68" fmla="*/ 285 w 289"/>
                      <a:gd name="T69" fmla="*/ 234 h 319"/>
                      <a:gd name="T70" fmla="*/ 288 w 289"/>
                      <a:gd name="T71" fmla="*/ 244 h 319"/>
                      <a:gd name="T72" fmla="*/ 278 w 289"/>
                      <a:gd name="T73" fmla="*/ 278 h 319"/>
                      <a:gd name="T74" fmla="*/ 274 w 289"/>
                      <a:gd name="T75" fmla="*/ 300 h 319"/>
                      <a:gd name="T76" fmla="*/ 254 w 289"/>
                      <a:gd name="T77" fmla="*/ 318 h 319"/>
                      <a:gd name="T78" fmla="*/ 133 w 289"/>
                      <a:gd name="T79" fmla="*/ 318 h 319"/>
                      <a:gd name="T80" fmla="*/ 133 w 289"/>
                      <a:gd name="T81" fmla="*/ 318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289" h="319">
                        <a:moveTo>
                          <a:pt x="133" y="318"/>
                        </a:moveTo>
                        <a:cubicBezTo>
                          <a:pt x="93" y="318"/>
                          <a:pt x="54" y="319"/>
                          <a:pt x="15" y="318"/>
                        </a:cubicBezTo>
                        <a:cubicBezTo>
                          <a:pt x="10" y="318"/>
                          <a:pt x="5" y="315"/>
                          <a:pt x="0" y="314"/>
                        </a:cubicBezTo>
                        <a:cubicBezTo>
                          <a:pt x="4" y="310"/>
                          <a:pt x="7" y="304"/>
                          <a:pt x="11" y="302"/>
                        </a:cubicBezTo>
                        <a:cubicBezTo>
                          <a:pt x="35" y="292"/>
                          <a:pt x="35" y="293"/>
                          <a:pt x="35" y="267"/>
                        </a:cubicBezTo>
                        <a:cubicBezTo>
                          <a:pt x="35" y="194"/>
                          <a:pt x="35" y="122"/>
                          <a:pt x="35" y="49"/>
                        </a:cubicBezTo>
                        <a:cubicBezTo>
                          <a:pt x="35" y="31"/>
                          <a:pt x="30" y="25"/>
                          <a:pt x="12" y="19"/>
                        </a:cubicBezTo>
                        <a:cubicBezTo>
                          <a:pt x="8" y="17"/>
                          <a:pt x="5" y="12"/>
                          <a:pt x="1" y="8"/>
                        </a:cubicBezTo>
                        <a:cubicBezTo>
                          <a:pt x="6" y="5"/>
                          <a:pt x="11" y="1"/>
                          <a:pt x="16" y="1"/>
                        </a:cubicBezTo>
                        <a:cubicBezTo>
                          <a:pt x="92" y="0"/>
                          <a:pt x="169" y="1"/>
                          <a:pt x="245" y="1"/>
                        </a:cubicBezTo>
                        <a:cubicBezTo>
                          <a:pt x="258" y="1"/>
                          <a:pt x="263" y="6"/>
                          <a:pt x="264" y="18"/>
                        </a:cubicBezTo>
                        <a:cubicBezTo>
                          <a:pt x="264" y="33"/>
                          <a:pt x="265" y="47"/>
                          <a:pt x="264" y="62"/>
                        </a:cubicBezTo>
                        <a:cubicBezTo>
                          <a:pt x="264" y="66"/>
                          <a:pt x="260" y="72"/>
                          <a:pt x="257" y="73"/>
                        </a:cubicBezTo>
                        <a:cubicBezTo>
                          <a:pt x="253" y="73"/>
                          <a:pt x="247" y="70"/>
                          <a:pt x="245" y="66"/>
                        </a:cubicBezTo>
                        <a:cubicBezTo>
                          <a:pt x="235" y="39"/>
                          <a:pt x="213" y="30"/>
                          <a:pt x="186" y="31"/>
                        </a:cubicBezTo>
                        <a:cubicBezTo>
                          <a:pt x="163" y="31"/>
                          <a:pt x="141" y="31"/>
                          <a:pt x="118" y="30"/>
                        </a:cubicBezTo>
                        <a:cubicBezTo>
                          <a:pt x="106" y="30"/>
                          <a:pt x="100" y="36"/>
                          <a:pt x="100" y="48"/>
                        </a:cubicBezTo>
                        <a:cubicBezTo>
                          <a:pt x="100" y="74"/>
                          <a:pt x="99" y="100"/>
                          <a:pt x="100" y="126"/>
                        </a:cubicBezTo>
                        <a:cubicBezTo>
                          <a:pt x="100" y="132"/>
                          <a:pt x="106" y="141"/>
                          <a:pt x="110" y="141"/>
                        </a:cubicBezTo>
                        <a:cubicBezTo>
                          <a:pt x="136" y="141"/>
                          <a:pt x="162" y="139"/>
                          <a:pt x="188" y="137"/>
                        </a:cubicBezTo>
                        <a:cubicBezTo>
                          <a:pt x="200" y="136"/>
                          <a:pt x="207" y="127"/>
                          <a:pt x="211" y="116"/>
                        </a:cubicBezTo>
                        <a:cubicBezTo>
                          <a:pt x="214" y="110"/>
                          <a:pt x="221" y="106"/>
                          <a:pt x="227" y="101"/>
                        </a:cubicBezTo>
                        <a:cubicBezTo>
                          <a:pt x="229" y="107"/>
                          <a:pt x="232" y="114"/>
                          <a:pt x="233" y="120"/>
                        </a:cubicBezTo>
                        <a:cubicBezTo>
                          <a:pt x="233" y="145"/>
                          <a:pt x="234" y="170"/>
                          <a:pt x="233" y="195"/>
                        </a:cubicBezTo>
                        <a:cubicBezTo>
                          <a:pt x="233" y="201"/>
                          <a:pt x="229" y="206"/>
                          <a:pt x="226" y="211"/>
                        </a:cubicBezTo>
                        <a:cubicBezTo>
                          <a:pt x="222" y="208"/>
                          <a:pt x="215" y="205"/>
                          <a:pt x="214" y="201"/>
                        </a:cubicBezTo>
                        <a:cubicBezTo>
                          <a:pt x="205" y="175"/>
                          <a:pt x="187" y="168"/>
                          <a:pt x="162" y="169"/>
                        </a:cubicBezTo>
                        <a:cubicBezTo>
                          <a:pt x="147" y="170"/>
                          <a:pt x="132" y="169"/>
                          <a:pt x="117" y="169"/>
                        </a:cubicBezTo>
                        <a:cubicBezTo>
                          <a:pt x="106" y="168"/>
                          <a:pt x="100" y="173"/>
                          <a:pt x="100" y="184"/>
                        </a:cubicBezTo>
                        <a:cubicBezTo>
                          <a:pt x="100" y="215"/>
                          <a:pt x="100" y="245"/>
                          <a:pt x="100" y="276"/>
                        </a:cubicBezTo>
                        <a:cubicBezTo>
                          <a:pt x="101" y="288"/>
                          <a:pt x="108" y="296"/>
                          <a:pt x="122" y="296"/>
                        </a:cubicBezTo>
                        <a:cubicBezTo>
                          <a:pt x="148" y="296"/>
                          <a:pt x="174" y="298"/>
                          <a:pt x="200" y="295"/>
                        </a:cubicBezTo>
                        <a:cubicBezTo>
                          <a:pt x="226" y="292"/>
                          <a:pt x="247" y="278"/>
                          <a:pt x="261" y="255"/>
                        </a:cubicBezTo>
                        <a:cubicBezTo>
                          <a:pt x="265" y="249"/>
                          <a:pt x="269" y="243"/>
                          <a:pt x="273" y="238"/>
                        </a:cubicBezTo>
                        <a:cubicBezTo>
                          <a:pt x="276" y="236"/>
                          <a:pt x="281" y="235"/>
                          <a:pt x="285" y="234"/>
                        </a:cubicBezTo>
                        <a:cubicBezTo>
                          <a:pt x="286" y="237"/>
                          <a:pt x="289" y="241"/>
                          <a:pt x="288" y="244"/>
                        </a:cubicBezTo>
                        <a:cubicBezTo>
                          <a:pt x="285" y="256"/>
                          <a:pt x="281" y="267"/>
                          <a:pt x="278" y="278"/>
                        </a:cubicBezTo>
                        <a:cubicBezTo>
                          <a:pt x="276" y="286"/>
                          <a:pt x="274" y="293"/>
                          <a:pt x="274" y="300"/>
                        </a:cubicBezTo>
                        <a:cubicBezTo>
                          <a:pt x="274" y="314"/>
                          <a:pt x="267" y="318"/>
                          <a:pt x="254" y="318"/>
                        </a:cubicBezTo>
                        <a:cubicBezTo>
                          <a:pt x="214" y="318"/>
                          <a:pt x="173" y="318"/>
                          <a:pt x="133" y="318"/>
                        </a:cubicBezTo>
                        <a:cubicBezTo>
                          <a:pt x="133" y="318"/>
                          <a:pt x="133" y="318"/>
                          <a:pt x="133" y="3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1" name="Freeform 24"/>
                  <p:cNvSpPr/>
                  <p:nvPr/>
                </p:nvSpPr>
                <p:spPr bwMode="auto">
                  <a:xfrm>
                    <a:off x="1778000" y="4845051"/>
                    <a:ext cx="1044575" cy="1055688"/>
                  </a:xfrm>
                  <a:custGeom>
                    <a:avLst/>
                    <a:gdLst>
                      <a:gd name="T0" fmla="*/ 42 w 331"/>
                      <a:gd name="T1" fmla="*/ 147 h 334"/>
                      <a:gd name="T2" fmla="*/ 42 w 331"/>
                      <a:gd name="T3" fmla="*/ 66 h 334"/>
                      <a:gd name="T4" fmla="*/ 6 w 331"/>
                      <a:gd name="T5" fmla="*/ 17 h 334"/>
                      <a:gd name="T6" fmla="*/ 0 w 331"/>
                      <a:gd name="T7" fmla="*/ 9 h 334"/>
                      <a:gd name="T8" fmla="*/ 6 w 331"/>
                      <a:gd name="T9" fmla="*/ 1 h 334"/>
                      <a:gd name="T10" fmla="*/ 32 w 331"/>
                      <a:gd name="T11" fmla="*/ 1 h 334"/>
                      <a:gd name="T12" fmla="*/ 133 w 331"/>
                      <a:gd name="T13" fmla="*/ 1 h 334"/>
                      <a:gd name="T14" fmla="*/ 147 w 331"/>
                      <a:gd name="T15" fmla="*/ 9 h 334"/>
                      <a:gd name="T16" fmla="*/ 134 w 331"/>
                      <a:gd name="T17" fmla="*/ 18 h 334"/>
                      <a:gd name="T18" fmla="*/ 107 w 331"/>
                      <a:gd name="T19" fmla="*/ 42 h 334"/>
                      <a:gd name="T20" fmla="*/ 108 w 331"/>
                      <a:gd name="T21" fmla="*/ 241 h 334"/>
                      <a:gd name="T22" fmla="*/ 127 w 331"/>
                      <a:gd name="T23" fmla="*/ 278 h 334"/>
                      <a:gd name="T24" fmla="*/ 246 w 331"/>
                      <a:gd name="T25" fmla="*/ 268 h 334"/>
                      <a:gd name="T26" fmla="*/ 263 w 331"/>
                      <a:gd name="T27" fmla="*/ 223 h 334"/>
                      <a:gd name="T28" fmla="*/ 263 w 331"/>
                      <a:gd name="T29" fmla="*/ 54 h 334"/>
                      <a:gd name="T30" fmla="*/ 239 w 331"/>
                      <a:gd name="T31" fmla="*/ 20 h 334"/>
                      <a:gd name="T32" fmla="*/ 226 w 331"/>
                      <a:gd name="T33" fmla="*/ 7 h 334"/>
                      <a:gd name="T34" fmla="*/ 243 w 331"/>
                      <a:gd name="T35" fmla="*/ 0 h 334"/>
                      <a:gd name="T36" fmla="*/ 318 w 331"/>
                      <a:gd name="T37" fmla="*/ 1 h 334"/>
                      <a:gd name="T38" fmla="*/ 331 w 331"/>
                      <a:gd name="T39" fmla="*/ 7 h 334"/>
                      <a:gd name="T40" fmla="*/ 322 w 331"/>
                      <a:gd name="T41" fmla="*/ 19 h 334"/>
                      <a:gd name="T42" fmla="*/ 291 w 331"/>
                      <a:gd name="T43" fmla="*/ 68 h 334"/>
                      <a:gd name="T44" fmla="*/ 291 w 331"/>
                      <a:gd name="T45" fmla="*/ 216 h 334"/>
                      <a:gd name="T46" fmla="*/ 263 w 331"/>
                      <a:gd name="T47" fmla="*/ 293 h 334"/>
                      <a:gd name="T48" fmla="*/ 224 w 331"/>
                      <a:gd name="T49" fmla="*/ 318 h 334"/>
                      <a:gd name="T50" fmla="*/ 100 w 331"/>
                      <a:gd name="T51" fmla="*/ 317 h 334"/>
                      <a:gd name="T52" fmla="*/ 42 w 331"/>
                      <a:gd name="T53" fmla="*/ 236 h 334"/>
                      <a:gd name="T54" fmla="*/ 42 w 331"/>
                      <a:gd name="T55" fmla="*/ 147 h 334"/>
                      <a:gd name="T56" fmla="*/ 42 w 331"/>
                      <a:gd name="T57" fmla="*/ 147 h 3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331" h="334">
                        <a:moveTo>
                          <a:pt x="42" y="147"/>
                        </a:moveTo>
                        <a:cubicBezTo>
                          <a:pt x="42" y="120"/>
                          <a:pt x="42" y="93"/>
                          <a:pt x="42" y="66"/>
                        </a:cubicBezTo>
                        <a:cubicBezTo>
                          <a:pt x="42" y="35"/>
                          <a:pt x="37" y="28"/>
                          <a:pt x="6" y="17"/>
                        </a:cubicBezTo>
                        <a:cubicBezTo>
                          <a:pt x="4" y="16"/>
                          <a:pt x="0" y="12"/>
                          <a:pt x="0" y="9"/>
                        </a:cubicBezTo>
                        <a:cubicBezTo>
                          <a:pt x="0" y="7"/>
                          <a:pt x="4" y="2"/>
                          <a:pt x="6" y="1"/>
                        </a:cubicBezTo>
                        <a:cubicBezTo>
                          <a:pt x="15" y="0"/>
                          <a:pt x="23" y="1"/>
                          <a:pt x="32" y="1"/>
                        </a:cubicBezTo>
                        <a:cubicBezTo>
                          <a:pt x="65" y="1"/>
                          <a:pt x="99" y="1"/>
                          <a:pt x="133" y="1"/>
                        </a:cubicBezTo>
                        <a:cubicBezTo>
                          <a:pt x="138" y="1"/>
                          <a:pt x="142" y="6"/>
                          <a:pt x="147" y="9"/>
                        </a:cubicBezTo>
                        <a:cubicBezTo>
                          <a:pt x="143" y="12"/>
                          <a:pt x="139" y="17"/>
                          <a:pt x="134" y="18"/>
                        </a:cubicBezTo>
                        <a:cubicBezTo>
                          <a:pt x="114" y="22"/>
                          <a:pt x="107" y="26"/>
                          <a:pt x="107" y="42"/>
                        </a:cubicBezTo>
                        <a:cubicBezTo>
                          <a:pt x="107" y="108"/>
                          <a:pt x="108" y="175"/>
                          <a:pt x="108" y="241"/>
                        </a:cubicBezTo>
                        <a:cubicBezTo>
                          <a:pt x="108" y="257"/>
                          <a:pt x="117" y="270"/>
                          <a:pt x="127" y="278"/>
                        </a:cubicBezTo>
                        <a:cubicBezTo>
                          <a:pt x="158" y="303"/>
                          <a:pt x="220" y="307"/>
                          <a:pt x="246" y="268"/>
                        </a:cubicBezTo>
                        <a:cubicBezTo>
                          <a:pt x="255" y="255"/>
                          <a:pt x="262" y="239"/>
                          <a:pt x="263" y="223"/>
                        </a:cubicBezTo>
                        <a:cubicBezTo>
                          <a:pt x="265" y="167"/>
                          <a:pt x="263" y="110"/>
                          <a:pt x="263" y="54"/>
                        </a:cubicBezTo>
                        <a:cubicBezTo>
                          <a:pt x="263" y="37"/>
                          <a:pt x="255" y="27"/>
                          <a:pt x="239" y="20"/>
                        </a:cubicBezTo>
                        <a:cubicBezTo>
                          <a:pt x="234" y="18"/>
                          <a:pt x="230" y="12"/>
                          <a:pt x="226" y="7"/>
                        </a:cubicBezTo>
                        <a:cubicBezTo>
                          <a:pt x="231" y="5"/>
                          <a:pt x="237" y="0"/>
                          <a:pt x="243" y="0"/>
                        </a:cubicBezTo>
                        <a:cubicBezTo>
                          <a:pt x="268" y="0"/>
                          <a:pt x="293" y="0"/>
                          <a:pt x="318" y="1"/>
                        </a:cubicBezTo>
                        <a:cubicBezTo>
                          <a:pt x="322" y="1"/>
                          <a:pt x="327" y="5"/>
                          <a:pt x="331" y="7"/>
                        </a:cubicBezTo>
                        <a:cubicBezTo>
                          <a:pt x="328" y="11"/>
                          <a:pt x="326" y="18"/>
                          <a:pt x="322" y="19"/>
                        </a:cubicBezTo>
                        <a:cubicBezTo>
                          <a:pt x="296" y="26"/>
                          <a:pt x="290" y="44"/>
                          <a:pt x="291" y="68"/>
                        </a:cubicBezTo>
                        <a:cubicBezTo>
                          <a:pt x="291" y="117"/>
                          <a:pt x="291" y="167"/>
                          <a:pt x="291" y="216"/>
                        </a:cubicBezTo>
                        <a:cubicBezTo>
                          <a:pt x="291" y="245"/>
                          <a:pt x="284" y="272"/>
                          <a:pt x="263" y="293"/>
                        </a:cubicBezTo>
                        <a:cubicBezTo>
                          <a:pt x="252" y="304"/>
                          <a:pt x="238" y="313"/>
                          <a:pt x="224" y="318"/>
                        </a:cubicBezTo>
                        <a:cubicBezTo>
                          <a:pt x="183" y="334"/>
                          <a:pt x="141" y="328"/>
                          <a:pt x="100" y="317"/>
                        </a:cubicBezTo>
                        <a:cubicBezTo>
                          <a:pt x="68" y="308"/>
                          <a:pt x="42" y="270"/>
                          <a:pt x="42" y="236"/>
                        </a:cubicBezTo>
                        <a:cubicBezTo>
                          <a:pt x="42" y="206"/>
                          <a:pt x="42" y="177"/>
                          <a:pt x="42" y="147"/>
                        </a:cubicBezTo>
                        <a:cubicBezTo>
                          <a:pt x="42" y="147"/>
                          <a:pt x="42" y="147"/>
                          <a:pt x="42" y="14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2" name="Freeform 26"/>
                  <p:cNvSpPr/>
                  <p:nvPr/>
                </p:nvSpPr>
                <p:spPr bwMode="auto">
                  <a:xfrm>
                    <a:off x="7677150" y="4803776"/>
                    <a:ext cx="744538" cy="1100138"/>
                  </a:xfrm>
                  <a:custGeom>
                    <a:avLst/>
                    <a:gdLst>
                      <a:gd name="T0" fmla="*/ 10 w 236"/>
                      <a:gd name="T1" fmla="*/ 282 h 348"/>
                      <a:gd name="T2" fmla="*/ 11 w 236"/>
                      <a:gd name="T3" fmla="*/ 243 h 348"/>
                      <a:gd name="T4" fmla="*/ 16 w 236"/>
                      <a:gd name="T5" fmla="*/ 231 h 348"/>
                      <a:gd name="T6" fmla="*/ 28 w 236"/>
                      <a:gd name="T7" fmla="*/ 240 h 348"/>
                      <a:gd name="T8" fmla="*/ 66 w 236"/>
                      <a:gd name="T9" fmla="*/ 292 h 348"/>
                      <a:gd name="T10" fmla="*/ 135 w 236"/>
                      <a:gd name="T11" fmla="*/ 314 h 348"/>
                      <a:gd name="T12" fmla="*/ 174 w 236"/>
                      <a:gd name="T13" fmla="*/ 277 h 348"/>
                      <a:gd name="T14" fmla="*/ 159 w 236"/>
                      <a:gd name="T15" fmla="*/ 232 h 348"/>
                      <a:gd name="T16" fmla="*/ 92 w 236"/>
                      <a:gd name="T17" fmla="*/ 185 h 348"/>
                      <a:gd name="T18" fmla="*/ 23 w 236"/>
                      <a:gd name="T19" fmla="*/ 130 h 348"/>
                      <a:gd name="T20" fmla="*/ 37 w 236"/>
                      <a:gd name="T21" fmla="*/ 34 h 348"/>
                      <a:gd name="T22" fmla="*/ 158 w 236"/>
                      <a:gd name="T23" fmla="*/ 17 h 348"/>
                      <a:gd name="T24" fmla="*/ 172 w 236"/>
                      <a:gd name="T25" fmla="*/ 22 h 348"/>
                      <a:gd name="T26" fmla="*/ 199 w 236"/>
                      <a:gd name="T27" fmla="*/ 17 h 348"/>
                      <a:gd name="T28" fmla="*/ 214 w 236"/>
                      <a:gd name="T29" fmla="*/ 10 h 348"/>
                      <a:gd name="T30" fmla="*/ 219 w 236"/>
                      <a:gd name="T31" fmla="*/ 24 h 348"/>
                      <a:gd name="T32" fmla="*/ 219 w 236"/>
                      <a:gd name="T33" fmla="*/ 96 h 348"/>
                      <a:gd name="T34" fmla="*/ 212 w 236"/>
                      <a:gd name="T35" fmla="*/ 110 h 348"/>
                      <a:gd name="T36" fmla="*/ 198 w 236"/>
                      <a:gd name="T37" fmla="*/ 99 h 348"/>
                      <a:gd name="T38" fmla="*/ 167 w 236"/>
                      <a:gd name="T39" fmla="*/ 53 h 348"/>
                      <a:gd name="T40" fmla="*/ 102 w 236"/>
                      <a:gd name="T41" fmla="*/ 34 h 348"/>
                      <a:gd name="T42" fmla="*/ 70 w 236"/>
                      <a:gd name="T43" fmla="*/ 72 h 348"/>
                      <a:gd name="T44" fmla="*/ 89 w 236"/>
                      <a:gd name="T45" fmla="*/ 106 h 348"/>
                      <a:gd name="T46" fmla="*/ 170 w 236"/>
                      <a:gd name="T47" fmla="*/ 155 h 348"/>
                      <a:gd name="T48" fmla="*/ 233 w 236"/>
                      <a:gd name="T49" fmla="*/ 247 h 348"/>
                      <a:gd name="T50" fmla="*/ 117 w 236"/>
                      <a:gd name="T51" fmla="*/ 340 h 348"/>
                      <a:gd name="T52" fmla="*/ 57 w 236"/>
                      <a:gd name="T53" fmla="*/ 324 h 348"/>
                      <a:gd name="T54" fmla="*/ 32 w 236"/>
                      <a:gd name="T55" fmla="*/ 329 h 348"/>
                      <a:gd name="T56" fmla="*/ 15 w 236"/>
                      <a:gd name="T57" fmla="*/ 336 h 348"/>
                      <a:gd name="T58" fmla="*/ 10 w 236"/>
                      <a:gd name="T59" fmla="*/ 320 h 348"/>
                      <a:gd name="T60" fmla="*/ 10 w 236"/>
                      <a:gd name="T61" fmla="*/ 282 h 348"/>
                      <a:gd name="T62" fmla="*/ 10 w 236"/>
                      <a:gd name="T63" fmla="*/ 282 h 3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236" h="348">
                        <a:moveTo>
                          <a:pt x="10" y="282"/>
                        </a:moveTo>
                        <a:cubicBezTo>
                          <a:pt x="10" y="269"/>
                          <a:pt x="10" y="256"/>
                          <a:pt x="11" y="243"/>
                        </a:cubicBezTo>
                        <a:cubicBezTo>
                          <a:pt x="11" y="239"/>
                          <a:pt x="14" y="235"/>
                          <a:pt x="16" y="231"/>
                        </a:cubicBezTo>
                        <a:cubicBezTo>
                          <a:pt x="20" y="234"/>
                          <a:pt x="25" y="236"/>
                          <a:pt x="28" y="240"/>
                        </a:cubicBezTo>
                        <a:cubicBezTo>
                          <a:pt x="40" y="257"/>
                          <a:pt x="51" y="277"/>
                          <a:pt x="66" y="292"/>
                        </a:cubicBezTo>
                        <a:cubicBezTo>
                          <a:pt x="84" y="312"/>
                          <a:pt x="109" y="316"/>
                          <a:pt x="135" y="314"/>
                        </a:cubicBezTo>
                        <a:cubicBezTo>
                          <a:pt x="158" y="311"/>
                          <a:pt x="167" y="295"/>
                          <a:pt x="174" y="277"/>
                        </a:cubicBezTo>
                        <a:cubicBezTo>
                          <a:pt x="180" y="259"/>
                          <a:pt x="172" y="243"/>
                          <a:pt x="159" y="232"/>
                        </a:cubicBezTo>
                        <a:cubicBezTo>
                          <a:pt x="138" y="215"/>
                          <a:pt x="115" y="201"/>
                          <a:pt x="92" y="185"/>
                        </a:cubicBezTo>
                        <a:cubicBezTo>
                          <a:pt x="67" y="169"/>
                          <a:pt x="40" y="156"/>
                          <a:pt x="23" y="130"/>
                        </a:cubicBezTo>
                        <a:cubicBezTo>
                          <a:pt x="0" y="93"/>
                          <a:pt x="12" y="58"/>
                          <a:pt x="37" y="34"/>
                        </a:cubicBezTo>
                        <a:cubicBezTo>
                          <a:pt x="73" y="0"/>
                          <a:pt x="115" y="4"/>
                          <a:pt x="158" y="17"/>
                        </a:cubicBezTo>
                        <a:cubicBezTo>
                          <a:pt x="163" y="18"/>
                          <a:pt x="168" y="20"/>
                          <a:pt x="172" y="22"/>
                        </a:cubicBezTo>
                        <a:cubicBezTo>
                          <a:pt x="183" y="27"/>
                          <a:pt x="191" y="26"/>
                          <a:pt x="199" y="17"/>
                        </a:cubicBezTo>
                        <a:cubicBezTo>
                          <a:pt x="202" y="13"/>
                          <a:pt x="209" y="12"/>
                          <a:pt x="214" y="10"/>
                        </a:cubicBezTo>
                        <a:cubicBezTo>
                          <a:pt x="216" y="15"/>
                          <a:pt x="219" y="19"/>
                          <a:pt x="219" y="24"/>
                        </a:cubicBezTo>
                        <a:cubicBezTo>
                          <a:pt x="220" y="48"/>
                          <a:pt x="220" y="72"/>
                          <a:pt x="219" y="96"/>
                        </a:cubicBezTo>
                        <a:cubicBezTo>
                          <a:pt x="219" y="101"/>
                          <a:pt x="215" y="105"/>
                          <a:pt x="212" y="110"/>
                        </a:cubicBezTo>
                        <a:cubicBezTo>
                          <a:pt x="207" y="106"/>
                          <a:pt x="202" y="104"/>
                          <a:pt x="198" y="99"/>
                        </a:cubicBezTo>
                        <a:cubicBezTo>
                          <a:pt x="188" y="84"/>
                          <a:pt x="180" y="66"/>
                          <a:pt x="167" y="53"/>
                        </a:cubicBezTo>
                        <a:cubicBezTo>
                          <a:pt x="150" y="36"/>
                          <a:pt x="128" y="28"/>
                          <a:pt x="102" y="34"/>
                        </a:cubicBezTo>
                        <a:cubicBezTo>
                          <a:pt x="82" y="39"/>
                          <a:pt x="71" y="55"/>
                          <a:pt x="70" y="72"/>
                        </a:cubicBezTo>
                        <a:cubicBezTo>
                          <a:pt x="69" y="83"/>
                          <a:pt x="79" y="99"/>
                          <a:pt x="89" y="106"/>
                        </a:cubicBezTo>
                        <a:cubicBezTo>
                          <a:pt x="115" y="124"/>
                          <a:pt x="143" y="138"/>
                          <a:pt x="170" y="155"/>
                        </a:cubicBezTo>
                        <a:cubicBezTo>
                          <a:pt x="204" y="176"/>
                          <a:pt x="232" y="203"/>
                          <a:pt x="233" y="247"/>
                        </a:cubicBezTo>
                        <a:cubicBezTo>
                          <a:pt x="236" y="314"/>
                          <a:pt x="173" y="348"/>
                          <a:pt x="117" y="340"/>
                        </a:cubicBezTo>
                        <a:cubicBezTo>
                          <a:pt x="97" y="336"/>
                          <a:pt x="77" y="328"/>
                          <a:pt x="57" y="324"/>
                        </a:cubicBezTo>
                        <a:cubicBezTo>
                          <a:pt x="49" y="322"/>
                          <a:pt x="41" y="327"/>
                          <a:pt x="32" y="329"/>
                        </a:cubicBezTo>
                        <a:cubicBezTo>
                          <a:pt x="27" y="331"/>
                          <a:pt x="21" y="334"/>
                          <a:pt x="15" y="336"/>
                        </a:cubicBezTo>
                        <a:cubicBezTo>
                          <a:pt x="13" y="331"/>
                          <a:pt x="10" y="325"/>
                          <a:pt x="10" y="320"/>
                        </a:cubicBezTo>
                        <a:cubicBezTo>
                          <a:pt x="9" y="307"/>
                          <a:pt x="10" y="295"/>
                          <a:pt x="10" y="282"/>
                        </a:cubicBezTo>
                        <a:cubicBezTo>
                          <a:pt x="10" y="282"/>
                          <a:pt x="10" y="282"/>
                          <a:pt x="10" y="2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3" name="Freeform 32"/>
                  <p:cNvSpPr/>
                  <p:nvPr/>
                </p:nvSpPr>
                <p:spPr bwMode="auto">
                  <a:xfrm>
                    <a:off x="10015538" y="4845051"/>
                    <a:ext cx="1025525" cy="1008063"/>
                  </a:xfrm>
                  <a:custGeom>
                    <a:avLst/>
                    <a:gdLst>
                      <a:gd name="T0" fmla="*/ 163 w 325"/>
                      <a:gd name="T1" fmla="*/ 319 h 319"/>
                      <a:gd name="T2" fmla="*/ 101 w 325"/>
                      <a:gd name="T3" fmla="*/ 318 h 319"/>
                      <a:gd name="T4" fmla="*/ 86 w 325"/>
                      <a:gd name="T5" fmla="*/ 312 h 319"/>
                      <a:gd name="T6" fmla="*/ 99 w 325"/>
                      <a:gd name="T7" fmla="*/ 302 h 319"/>
                      <a:gd name="T8" fmla="*/ 131 w 325"/>
                      <a:gd name="T9" fmla="*/ 262 h 319"/>
                      <a:gd name="T10" fmla="*/ 131 w 325"/>
                      <a:gd name="T11" fmla="*/ 186 h 319"/>
                      <a:gd name="T12" fmla="*/ 127 w 325"/>
                      <a:gd name="T13" fmla="*/ 169 h 319"/>
                      <a:gd name="T14" fmla="*/ 37 w 325"/>
                      <a:gd name="T15" fmla="*/ 42 h 319"/>
                      <a:gd name="T16" fmla="*/ 11 w 325"/>
                      <a:gd name="T17" fmla="*/ 20 h 319"/>
                      <a:gd name="T18" fmla="*/ 0 w 325"/>
                      <a:gd name="T19" fmla="*/ 8 h 319"/>
                      <a:gd name="T20" fmla="*/ 16 w 325"/>
                      <a:gd name="T21" fmla="*/ 1 h 319"/>
                      <a:gd name="T22" fmla="*/ 94 w 325"/>
                      <a:gd name="T23" fmla="*/ 1 h 319"/>
                      <a:gd name="T24" fmla="*/ 136 w 325"/>
                      <a:gd name="T25" fmla="*/ 1 h 319"/>
                      <a:gd name="T26" fmla="*/ 148 w 325"/>
                      <a:gd name="T27" fmla="*/ 8 h 319"/>
                      <a:gd name="T28" fmla="*/ 138 w 325"/>
                      <a:gd name="T29" fmla="*/ 17 h 319"/>
                      <a:gd name="T30" fmla="*/ 122 w 325"/>
                      <a:gd name="T31" fmla="*/ 51 h 319"/>
                      <a:gd name="T32" fmla="*/ 173 w 325"/>
                      <a:gd name="T33" fmla="*/ 126 h 319"/>
                      <a:gd name="T34" fmla="*/ 196 w 325"/>
                      <a:gd name="T35" fmla="*/ 127 h 319"/>
                      <a:gd name="T36" fmla="*/ 244 w 325"/>
                      <a:gd name="T37" fmla="*/ 57 h 319"/>
                      <a:gd name="T38" fmla="*/ 252 w 325"/>
                      <a:gd name="T39" fmla="*/ 44 h 319"/>
                      <a:gd name="T40" fmla="*/ 239 w 325"/>
                      <a:gd name="T41" fmla="*/ 19 h 319"/>
                      <a:gd name="T42" fmla="*/ 225 w 325"/>
                      <a:gd name="T43" fmla="*/ 17 h 319"/>
                      <a:gd name="T44" fmla="*/ 217 w 325"/>
                      <a:gd name="T45" fmla="*/ 11 h 319"/>
                      <a:gd name="T46" fmla="*/ 222 w 325"/>
                      <a:gd name="T47" fmla="*/ 2 h 319"/>
                      <a:gd name="T48" fmla="*/ 234 w 325"/>
                      <a:gd name="T49" fmla="*/ 0 h 319"/>
                      <a:gd name="T50" fmla="*/ 307 w 325"/>
                      <a:gd name="T51" fmla="*/ 1 h 319"/>
                      <a:gd name="T52" fmla="*/ 325 w 325"/>
                      <a:gd name="T53" fmla="*/ 8 h 319"/>
                      <a:gd name="T54" fmla="*/ 312 w 325"/>
                      <a:gd name="T55" fmla="*/ 22 h 319"/>
                      <a:gd name="T56" fmla="*/ 285 w 325"/>
                      <a:gd name="T57" fmla="*/ 48 h 319"/>
                      <a:gd name="T58" fmla="*/ 202 w 325"/>
                      <a:gd name="T59" fmla="*/ 165 h 319"/>
                      <a:gd name="T60" fmla="*/ 196 w 325"/>
                      <a:gd name="T61" fmla="*/ 185 h 319"/>
                      <a:gd name="T62" fmla="*/ 196 w 325"/>
                      <a:gd name="T63" fmla="*/ 272 h 319"/>
                      <a:gd name="T64" fmla="*/ 223 w 325"/>
                      <a:gd name="T65" fmla="*/ 302 h 319"/>
                      <a:gd name="T66" fmla="*/ 238 w 325"/>
                      <a:gd name="T67" fmla="*/ 311 h 319"/>
                      <a:gd name="T68" fmla="*/ 222 w 325"/>
                      <a:gd name="T69" fmla="*/ 318 h 319"/>
                      <a:gd name="T70" fmla="*/ 163 w 325"/>
                      <a:gd name="T71" fmla="*/ 318 h 319"/>
                      <a:gd name="T72" fmla="*/ 163 w 325"/>
                      <a:gd name="T73" fmla="*/ 319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325" h="319">
                        <a:moveTo>
                          <a:pt x="163" y="319"/>
                        </a:moveTo>
                        <a:cubicBezTo>
                          <a:pt x="142" y="319"/>
                          <a:pt x="122" y="319"/>
                          <a:pt x="101" y="318"/>
                        </a:cubicBezTo>
                        <a:cubicBezTo>
                          <a:pt x="96" y="318"/>
                          <a:pt x="91" y="314"/>
                          <a:pt x="86" y="312"/>
                        </a:cubicBezTo>
                        <a:cubicBezTo>
                          <a:pt x="90" y="309"/>
                          <a:pt x="94" y="302"/>
                          <a:pt x="99" y="302"/>
                        </a:cubicBezTo>
                        <a:cubicBezTo>
                          <a:pt x="123" y="300"/>
                          <a:pt x="129" y="292"/>
                          <a:pt x="131" y="262"/>
                        </a:cubicBezTo>
                        <a:cubicBezTo>
                          <a:pt x="132" y="237"/>
                          <a:pt x="132" y="211"/>
                          <a:pt x="131" y="186"/>
                        </a:cubicBezTo>
                        <a:cubicBezTo>
                          <a:pt x="131" y="180"/>
                          <a:pt x="130" y="174"/>
                          <a:pt x="127" y="169"/>
                        </a:cubicBezTo>
                        <a:cubicBezTo>
                          <a:pt x="97" y="126"/>
                          <a:pt x="67" y="84"/>
                          <a:pt x="37" y="42"/>
                        </a:cubicBezTo>
                        <a:cubicBezTo>
                          <a:pt x="30" y="33"/>
                          <a:pt x="19" y="28"/>
                          <a:pt x="11" y="20"/>
                        </a:cubicBezTo>
                        <a:cubicBezTo>
                          <a:pt x="7" y="16"/>
                          <a:pt x="4" y="12"/>
                          <a:pt x="0" y="8"/>
                        </a:cubicBezTo>
                        <a:cubicBezTo>
                          <a:pt x="5" y="6"/>
                          <a:pt x="11" y="1"/>
                          <a:pt x="16" y="1"/>
                        </a:cubicBezTo>
                        <a:cubicBezTo>
                          <a:pt x="42" y="0"/>
                          <a:pt x="68" y="1"/>
                          <a:pt x="94" y="1"/>
                        </a:cubicBezTo>
                        <a:cubicBezTo>
                          <a:pt x="108" y="1"/>
                          <a:pt x="122" y="0"/>
                          <a:pt x="136" y="1"/>
                        </a:cubicBezTo>
                        <a:cubicBezTo>
                          <a:pt x="140" y="1"/>
                          <a:pt x="144" y="6"/>
                          <a:pt x="148" y="8"/>
                        </a:cubicBezTo>
                        <a:cubicBezTo>
                          <a:pt x="144" y="11"/>
                          <a:pt x="141" y="17"/>
                          <a:pt x="138" y="17"/>
                        </a:cubicBezTo>
                        <a:cubicBezTo>
                          <a:pt x="111" y="21"/>
                          <a:pt x="107" y="29"/>
                          <a:pt x="122" y="51"/>
                        </a:cubicBezTo>
                        <a:cubicBezTo>
                          <a:pt x="140" y="76"/>
                          <a:pt x="156" y="101"/>
                          <a:pt x="173" y="126"/>
                        </a:cubicBezTo>
                        <a:cubicBezTo>
                          <a:pt x="181" y="138"/>
                          <a:pt x="189" y="138"/>
                          <a:pt x="196" y="127"/>
                        </a:cubicBezTo>
                        <a:cubicBezTo>
                          <a:pt x="213" y="104"/>
                          <a:pt x="229" y="80"/>
                          <a:pt x="244" y="57"/>
                        </a:cubicBezTo>
                        <a:cubicBezTo>
                          <a:pt x="247" y="53"/>
                          <a:pt x="250" y="48"/>
                          <a:pt x="252" y="44"/>
                        </a:cubicBezTo>
                        <a:cubicBezTo>
                          <a:pt x="257" y="31"/>
                          <a:pt x="253" y="22"/>
                          <a:pt x="239" y="19"/>
                        </a:cubicBezTo>
                        <a:cubicBezTo>
                          <a:pt x="235" y="18"/>
                          <a:pt x="229" y="18"/>
                          <a:pt x="225" y="17"/>
                        </a:cubicBezTo>
                        <a:cubicBezTo>
                          <a:pt x="222" y="16"/>
                          <a:pt x="217" y="13"/>
                          <a:pt x="217" y="11"/>
                        </a:cubicBezTo>
                        <a:cubicBezTo>
                          <a:pt x="217" y="8"/>
                          <a:pt x="220" y="4"/>
                          <a:pt x="222" y="2"/>
                        </a:cubicBezTo>
                        <a:cubicBezTo>
                          <a:pt x="225" y="0"/>
                          <a:pt x="230" y="0"/>
                          <a:pt x="234" y="0"/>
                        </a:cubicBezTo>
                        <a:cubicBezTo>
                          <a:pt x="258" y="0"/>
                          <a:pt x="283" y="0"/>
                          <a:pt x="307" y="1"/>
                        </a:cubicBezTo>
                        <a:cubicBezTo>
                          <a:pt x="313" y="1"/>
                          <a:pt x="319" y="6"/>
                          <a:pt x="325" y="8"/>
                        </a:cubicBezTo>
                        <a:cubicBezTo>
                          <a:pt x="321" y="13"/>
                          <a:pt x="317" y="17"/>
                          <a:pt x="312" y="22"/>
                        </a:cubicBezTo>
                        <a:cubicBezTo>
                          <a:pt x="303" y="30"/>
                          <a:pt x="292" y="38"/>
                          <a:pt x="285" y="48"/>
                        </a:cubicBezTo>
                        <a:cubicBezTo>
                          <a:pt x="256" y="86"/>
                          <a:pt x="229" y="126"/>
                          <a:pt x="202" y="165"/>
                        </a:cubicBezTo>
                        <a:cubicBezTo>
                          <a:pt x="198" y="170"/>
                          <a:pt x="196" y="178"/>
                          <a:pt x="196" y="185"/>
                        </a:cubicBezTo>
                        <a:cubicBezTo>
                          <a:pt x="195" y="214"/>
                          <a:pt x="196" y="243"/>
                          <a:pt x="196" y="272"/>
                        </a:cubicBezTo>
                        <a:cubicBezTo>
                          <a:pt x="197" y="293"/>
                          <a:pt x="202" y="298"/>
                          <a:pt x="223" y="302"/>
                        </a:cubicBezTo>
                        <a:cubicBezTo>
                          <a:pt x="228" y="303"/>
                          <a:pt x="233" y="308"/>
                          <a:pt x="238" y="311"/>
                        </a:cubicBezTo>
                        <a:cubicBezTo>
                          <a:pt x="233" y="313"/>
                          <a:pt x="228" y="318"/>
                          <a:pt x="222" y="318"/>
                        </a:cubicBezTo>
                        <a:cubicBezTo>
                          <a:pt x="203" y="319"/>
                          <a:pt x="183" y="318"/>
                          <a:pt x="163" y="318"/>
                        </a:cubicBezTo>
                        <a:cubicBezTo>
                          <a:pt x="163" y="318"/>
                          <a:pt x="163" y="319"/>
                          <a:pt x="163" y="3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4" name="Freeform 33"/>
                  <p:cNvSpPr/>
                  <p:nvPr/>
                </p:nvSpPr>
                <p:spPr bwMode="auto">
                  <a:xfrm>
                    <a:off x="9063038" y="4845051"/>
                    <a:ext cx="914400" cy="1008063"/>
                  </a:xfrm>
                  <a:custGeom>
                    <a:avLst/>
                    <a:gdLst>
                      <a:gd name="T0" fmla="*/ 146 w 290"/>
                      <a:gd name="T1" fmla="*/ 1 h 319"/>
                      <a:gd name="T2" fmla="*/ 267 w 290"/>
                      <a:gd name="T3" fmla="*/ 0 h 319"/>
                      <a:gd name="T4" fmla="*/ 286 w 290"/>
                      <a:gd name="T5" fmla="*/ 19 h 319"/>
                      <a:gd name="T6" fmla="*/ 290 w 290"/>
                      <a:gd name="T7" fmla="*/ 67 h 319"/>
                      <a:gd name="T8" fmla="*/ 283 w 290"/>
                      <a:gd name="T9" fmla="*/ 85 h 319"/>
                      <a:gd name="T10" fmla="*/ 270 w 290"/>
                      <a:gd name="T11" fmla="*/ 72 h 319"/>
                      <a:gd name="T12" fmla="*/ 257 w 290"/>
                      <a:gd name="T13" fmla="*/ 47 h 319"/>
                      <a:gd name="T14" fmla="*/ 214 w 290"/>
                      <a:gd name="T15" fmla="*/ 30 h 319"/>
                      <a:gd name="T16" fmla="*/ 175 w 290"/>
                      <a:gd name="T17" fmla="*/ 70 h 319"/>
                      <a:gd name="T18" fmla="*/ 175 w 290"/>
                      <a:gd name="T19" fmla="*/ 253 h 319"/>
                      <a:gd name="T20" fmla="*/ 177 w 290"/>
                      <a:gd name="T21" fmla="*/ 272 h 319"/>
                      <a:gd name="T22" fmla="*/ 208 w 290"/>
                      <a:gd name="T23" fmla="*/ 302 h 319"/>
                      <a:gd name="T24" fmla="*/ 220 w 290"/>
                      <a:gd name="T25" fmla="*/ 312 h 319"/>
                      <a:gd name="T26" fmla="*/ 207 w 290"/>
                      <a:gd name="T27" fmla="*/ 318 h 319"/>
                      <a:gd name="T28" fmla="*/ 81 w 290"/>
                      <a:gd name="T29" fmla="*/ 318 h 319"/>
                      <a:gd name="T30" fmla="*/ 68 w 290"/>
                      <a:gd name="T31" fmla="*/ 311 h 319"/>
                      <a:gd name="T32" fmla="*/ 80 w 290"/>
                      <a:gd name="T33" fmla="*/ 303 h 319"/>
                      <a:gd name="T34" fmla="*/ 110 w 290"/>
                      <a:gd name="T35" fmla="*/ 268 h 319"/>
                      <a:gd name="T36" fmla="*/ 110 w 290"/>
                      <a:gd name="T37" fmla="*/ 57 h 319"/>
                      <a:gd name="T38" fmla="*/ 84 w 290"/>
                      <a:gd name="T39" fmla="*/ 30 h 319"/>
                      <a:gd name="T40" fmla="*/ 28 w 290"/>
                      <a:gd name="T41" fmla="*/ 52 h 319"/>
                      <a:gd name="T42" fmla="*/ 16 w 290"/>
                      <a:gd name="T43" fmla="*/ 76 h 319"/>
                      <a:gd name="T44" fmla="*/ 5 w 290"/>
                      <a:gd name="T45" fmla="*/ 84 h 319"/>
                      <a:gd name="T46" fmla="*/ 0 w 290"/>
                      <a:gd name="T47" fmla="*/ 72 h 319"/>
                      <a:gd name="T48" fmla="*/ 3 w 290"/>
                      <a:gd name="T49" fmla="*/ 19 h 319"/>
                      <a:gd name="T50" fmla="*/ 25 w 290"/>
                      <a:gd name="T51" fmla="*/ 0 h 319"/>
                      <a:gd name="T52" fmla="*/ 146 w 290"/>
                      <a:gd name="T53" fmla="*/ 0 h 319"/>
                      <a:gd name="T54" fmla="*/ 146 w 290"/>
                      <a:gd name="T55" fmla="*/ 1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290" h="319">
                        <a:moveTo>
                          <a:pt x="146" y="1"/>
                        </a:moveTo>
                        <a:cubicBezTo>
                          <a:pt x="187" y="1"/>
                          <a:pt x="227" y="1"/>
                          <a:pt x="267" y="0"/>
                        </a:cubicBezTo>
                        <a:cubicBezTo>
                          <a:pt x="281" y="0"/>
                          <a:pt x="285" y="8"/>
                          <a:pt x="286" y="19"/>
                        </a:cubicBezTo>
                        <a:cubicBezTo>
                          <a:pt x="288" y="35"/>
                          <a:pt x="289" y="51"/>
                          <a:pt x="290" y="67"/>
                        </a:cubicBezTo>
                        <a:cubicBezTo>
                          <a:pt x="290" y="73"/>
                          <a:pt x="286" y="79"/>
                          <a:pt x="283" y="85"/>
                        </a:cubicBezTo>
                        <a:cubicBezTo>
                          <a:pt x="279" y="81"/>
                          <a:pt x="273" y="77"/>
                          <a:pt x="270" y="72"/>
                        </a:cubicBezTo>
                        <a:cubicBezTo>
                          <a:pt x="265" y="64"/>
                          <a:pt x="263" y="54"/>
                          <a:pt x="257" y="47"/>
                        </a:cubicBezTo>
                        <a:cubicBezTo>
                          <a:pt x="247" y="33"/>
                          <a:pt x="232" y="29"/>
                          <a:pt x="214" y="30"/>
                        </a:cubicBezTo>
                        <a:cubicBezTo>
                          <a:pt x="173" y="31"/>
                          <a:pt x="175" y="24"/>
                          <a:pt x="175" y="70"/>
                        </a:cubicBezTo>
                        <a:cubicBezTo>
                          <a:pt x="175" y="131"/>
                          <a:pt x="175" y="192"/>
                          <a:pt x="175" y="253"/>
                        </a:cubicBezTo>
                        <a:cubicBezTo>
                          <a:pt x="175" y="259"/>
                          <a:pt x="176" y="266"/>
                          <a:pt x="177" y="272"/>
                        </a:cubicBezTo>
                        <a:cubicBezTo>
                          <a:pt x="180" y="296"/>
                          <a:pt x="183" y="298"/>
                          <a:pt x="208" y="302"/>
                        </a:cubicBezTo>
                        <a:cubicBezTo>
                          <a:pt x="212" y="303"/>
                          <a:pt x="216" y="309"/>
                          <a:pt x="220" y="312"/>
                        </a:cubicBezTo>
                        <a:cubicBezTo>
                          <a:pt x="216" y="314"/>
                          <a:pt x="211" y="318"/>
                          <a:pt x="207" y="318"/>
                        </a:cubicBezTo>
                        <a:cubicBezTo>
                          <a:pt x="165" y="319"/>
                          <a:pt x="123" y="319"/>
                          <a:pt x="81" y="318"/>
                        </a:cubicBezTo>
                        <a:cubicBezTo>
                          <a:pt x="76" y="318"/>
                          <a:pt x="72" y="314"/>
                          <a:pt x="68" y="311"/>
                        </a:cubicBezTo>
                        <a:cubicBezTo>
                          <a:pt x="72" y="309"/>
                          <a:pt x="75" y="304"/>
                          <a:pt x="80" y="303"/>
                        </a:cubicBezTo>
                        <a:cubicBezTo>
                          <a:pt x="109" y="298"/>
                          <a:pt x="110" y="297"/>
                          <a:pt x="110" y="268"/>
                        </a:cubicBezTo>
                        <a:cubicBezTo>
                          <a:pt x="110" y="198"/>
                          <a:pt x="110" y="127"/>
                          <a:pt x="110" y="57"/>
                        </a:cubicBezTo>
                        <a:cubicBezTo>
                          <a:pt x="110" y="30"/>
                          <a:pt x="110" y="31"/>
                          <a:pt x="84" y="30"/>
                        </a:cubicBezTo>
                        <a:cubicBezTo>
                          <a:pt x="60" y="28"/>
                          <a:pt x="41" y="32"/>
                          <a:pt x="28" y="52"/>
                        </a:cubicBezTo>
                        <a:cubicBezTo>
                          <a:pt x="23" y="60"/>
                          <a:pt x="21" y="69"/>
                          <a:pt x="16" y="76"/>
                        </a:cubicBezTo>
                        <a:cubicBezTo>
                          <a:pt x="14" y="80"/>
                          <a:pt x="9" y="82"/>
                          <a:pt x="5" y="84"/>
                        </a:cubicBezTo>
                        <a:cubicBezTo>
                          <a:pt x="3" y="80"/>
                          <a:pt x="0" y="76"/>
                          <a:pt x="0" y="72"/>
                        </a:cubicBezTo>
                        <a:cubicBezTo>
                          <a:pt x="1" y="54"/>
                          <a:pt x="3" y="36"/>
                          <a:pt x="3" y="19"/>
                        </a:cubicBezTo>
                        <a:cubicBezTo>
                          <a:pt x="4" y="4"/>
                          <a:pt x="12" y="0"/>
                          <a:pt x="25" y="0"/>
                        </a:cubicBezTo>
                        <a:cubicBezTo>
                          <a:pt x="65" y="0"/>
                          <a:pt x="106" y="0"/>
                          <a:pt x="146" y="0"/>
                        </a:cubicBezTo>
                        <a:cubicBezTo>
                          <a:pt x="146" y="0"/>
                          <a:pt x="146" y="0"/>
                          <a:pt x="146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5" name="Freeform 34"/>
                  <p:cNvSpPr/>
                  <p:nvPr/>
                </p:nvSpPr>
                <p:spPr bwMode="auto">
                  <a:xfrm>
                    <a:off x="4597400" y="4841876"/>
                    <a:ext cx="1009650" cy="1036638"/>
                  </a:xfrm>
                  <a:custGeom>
                    <a:avLst/>
                    <a:gdLst>
                      <a:gd name="T0" fmla="*/ 69 w 320"/>
                      <a:gd name="T1" fmla="*/ 1 h 328"/>
                      <a:gd name="T2" fmla="*/ 124 w 320"/>
                      <a:gd name="T3" fmla="*/ 1 h 328"/>
                      <a:gd name="T4" fmla="*/ 138 w 320"/>
                      <a:gd name="T5" fmla="*/ 9 h 328"/>
                      <a:gd name="T6" fmla="*/ 127 w 320"/>
                      <a:gd name="T7" fmla="*/ 19 h 328"/>
                      <a:gd name="T8" fmla="*/ 107 w 320"/>
                      <a:gd name="T9" fmla="*/ 47 h 328"/>
                      <a:gd name="T10" fmla="*/ 145 w 320"/>
                      <a:gd name="T11" fmla="*/ 153 h 328"/>
                      <a:gd name="T12" fmla="*/ 169 w 320"/>
                      <a:gd name="T13" fmla="*/ 211 h 328"/>
                      <a:gd name="T14" fmla="*/ 177 w 320"/>
                      <a:gd name="T15" fmla="*/ 222 h 328"/>
                      <a:gd name="T16" fmla="*/ 185 w 320"/>
                      <a:gd name="T17" fmla="*/ 211 h 328"/>
                      <a:gd name="T18" fmla="*/ 226 w 320"/>
                      <a:gd name="T19" fmla="*/ 115 h 328"/>
                      <a:gd name="T20" fmla="*/ 249 w 320"/>
                      <a:gd name="T21" fmla="*/ 52 h 328"/>
                      <a:gd name="T22" fmla="*/ 233 w 320"/>
                      <a:gd name="T23" fmla="*/ 23 h 328"/>
                      <a:gd name="T24" fmla="*/ 222 w 320"/>
                      <a:gd name="T25" fmla="*/ 19 h 328"/>
                      <a:gd name="T26" fmla="*/ 218 w 320"/>
                      <a:gd name="T27" fmla="*/ 7 h 328"/>
                      <a:gd name="T28" fmla="*/ 227 w 320"/>
                      <a:gd name="T29" fmla="*/ 2 h 328"/>
                      <a:gd name="T30" fmla="*/ 303 w 320"/>
                      <a:gd name="T31" fmla="*/ 2 h 328"/>
                      <a:gd name="T32" fmla="*/ 320 w 320"/>
                      <a:gd name="T33" fmla="*/ 9 h 328"/>
                      <a:gd name="T34" fmla="*/ 309 w 320"/>
                      <a:gd name="T35" fmla="*/ 22 h 328"/>
                      <a:gd name="T36" fmla="*/ 273 w 320"/>
                      <a:gd name="T37" fmla="*/ 65 h 328"/>
                      <a:gd name="T38" fmla="*/ 221 w 320"/>
                      <a:gd name="T39" fmla="*/ 193 h 328"/>
                      <a:gd name="T40" fmla="*/ 173 w 320"/>
                      <a:gd name="T41" fmla="*/ 313 h 328"/>
                      <a:gd name="T42" fmla="*/ 158 w 320"/>
                      <a:gd name="T43" fmla="*/ 328 h 328"/>
                      <a:gd name="T44" fmla="*/ 141 w 320"/>
                      <a:gd name="T45" fmla="*/ 314 h 328"/>
                      <a:gd name="T46" fmla="*/ 56 w 320"/>
                      <a:gd name="T47" fmla="*/ 105 h 328"/>
                      <a:gd name="T48" fmla="*/ 34 w 320"/>
                      <a:gd name="T49" fmla="*/ 51 h 328"/>
                      <a:gd name="T50" fmla="*/ 7 w 320"/>
                      <a:gd name="T51" fmla="*/ 20 h 328"/>
                      <a:gd name="T52" fmla="*/ 0 w 320"/>
                      <a:gd name="T53" fmla="*/ 9 h 328"/>
                      <a:gd name="T54" fmla="*/ 12 w 320"/>
                      <a:gd name="T55" fmla="*/ 3 h 328"/>
                      <a:gd name="T56" fmla="*/ 69 w 320"/>
                      <a:gd name="T57" fmla="*/ 2 h 328"/>
                      <a:gd name="T58" fmla="*/ 69 w 320"/>
                      <a:gd name="T59" fmla="*/ 1 h 3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320" h="328">
                        <a:moveTo>
                          <a:pt x="69" y="1"/>
                        </a:moveTo>
                        <a:cubicBezTo>
                          <a:pt x="87" y="1"/>
                          <a:pt x="106" y="0"/>
                          <a:pt x="124" y="1"/>
                        </a:cubicBezTo>
                        <a:cubicBezTo>
                          <a:pt x="129" y="1"/>
                          <a:pt x="133" y="6"/>
                          <a:pt x="138" y="9"/>
                        </a:cubicBezTo>
                        <a:cubicBezTo>
                          <a:pt x="134" y="13"/>
                          <a:pt x="131" y="18"/>
                          <a:pt x="127" y="19"/>
                        </a:cubicBezTo>
                        <a:cubicBezTo>
                          <a:pt x="109" y="23"/>
                          <a:pt x="102" y="30"/>
                          <a:pt x="107" y="47"/>
                        </a:cubicBezTo>
                        <a:cubicBezTo>
                          <a:pt x="118" y="83"/>
                          <a:pt x="132" y="118"/>
                          <a:pt x="145" y="153"/>
                        </a:cubicBezTo>
                        <a:cubicBezTo>
                          <a:pt x="152" y="173"/>
                          <a:pt x="160" y="192"/>
                          <a:pt x="169" y="211"/>
                        </a:cubicBezTo>
                        <a:cubicBezTo>
                          <a:pt x="170" y="215"/>
                          <a:pt x="174" y="219"/>
                          <a:pt x="177" y="222"/>
                        </a:cubicBezTo>
                        <a:cubicBezTo>
                          <a:pt x="180" y="219"/>
                          <a:pt x="184" y="215"/>
                          <a:pt x="185" y="211"/>
                        </a:cubicBezTo>
                        <a:cubicBezTo>
                          <a:pt x="199" y="179"/>
                          <a:pt x="213" y="147"/>
                          <a:pt x="226" y="115"/>
                        </a:cubicBezTo>
                        <a:cubicBezTo>
                          <a:pt x="234" y="94"/>
                          <a:pt x="242" y="73"/>
                          <a:pt x="249" y="52"/>
                        </a:cubicBezTo>
                        <a:cubicBezTo>
                          <a:pt x="254" y="37"/>
                          <a:pt x="248" y="27"/>
                          <a:pt x="233" y="23"/>
                        </a:cubicBezTo>
                        <a:cubicBezTo>
                          <a:pt x="229" y="21"/>
                          <a:pt x="224" y="21"/>
                          <a:pt x="222" y="19"/>
                        </a:cubicBezTo>
                        <a:cubicBezTo>
                          <a:pt x="219" y="16"/>
                          <a:pt x="217" y="11"/>
                          <a:pt x="218" y="7"/>
                        </a:cubicBezTo>
                        <a:cubicBezTo>
                          <a:pt x="218" y="5"/>
                          <a:pt x="224" y="2"/>
                          <a:pt x="227" y="2"/>
                        </a:cubicBezTo>
                        <a:cubicBezTo>
                          <a:pt x="252" y="1"/>
                          <a:pt x="278" y="1"/>
                          <a:pt x="303" y="2"/>
                        </a:cubicBezTo>
                        <a:cubicBezTo>
                          <a:pt x="309" y="2"/>
                          <a:pt x="314" y="6"/>
                          <a:pt x="320" y="9"/>
                        </a:cubicBezTo>
                        <a:cubicBezTo>
                          <a:pt x="316" y="13"/>
                          <a:pt x="313" y="19"/>
                          <a:pt x="309" y="22"/>
                        </a:cubicBezTo>
                        <a:cubicBezTo>
                          <a:pt x="291" y="32"/>
                          <a:pt x="281" y="47"/>
                          <a:pt x="273" y="65"/>
                        </a:cubicBezTo>
                        <a:cubicBezTo>
                          <a:pt x="255" y="108"/>
                          <a:pt x="238" y="150"/>
                          <a:pt x="221" y="193"/>
                        </a:cubicBezTo>
                        <a:cubicBezTo>
                          <a:pt x="205" y="233"/>
                          <a:pt x="190" y="273"/>
                          <a:pt x="173" y="313"/>
                        </a:cubicBezTo>
                        <a:cubicBezTo>
                          <a:pt x="170" y="319"/>
                          <a:pt x="163" y="328"/>
                          <a:pt x="158" y="328"/>
                        </a:cubicBezTo>
                        <a:cubicBezTo>
                          <a:pt x="152" y="327"/>
                          <a:pt x="143" y="320"/>
                          <a:pt x="141" y="314"/>
                        </a:cubicBezTo>
                        <a:cubicBezTo>
                          <a:pt x="112" y="244"/>
                          <a:pt x="84" y="174"/>
                          <a:pt x="56" y="105"/>
                        </a:cubicBezTo>
                        <a:cubicBezTo>
                          <a:pt x="48" y="87"/>
                          <a:pt x="43" y="68"/>
                          <a:pt x="34" y="51"/>
                        </a:cubicBezTo>
                        <a:cubicBezTo>
                          <a:pt x="28" y="39"/>
                          <a:pt x="16" y="30"/>
                          <a:pt x="7" y="20"/>
                        </a:cubicBezTo>
                        <a:cubicBezTo>
                          <a:pt x="5" y="17"/>
                          <a:pt x="3" y="12"/>
                          <a:pt x="0" y="9"/>
                        </a:cubicBezTo>
                        <a:cubicBezTo>
                          <a:pt x="4" y="7"/>
                          <a:pt x="8" y="3"/>
                          <a:pt x="12" y="3"/>
                        </a:cubicBezTo>
                        <a:cubicBezTo>
                          <a:pt x="31" y="2"/>
                          <a:pt x="50" y="2"/>
                          <a:pt x="69" y="2"/>
                        </a:cubicBezTo>
                        <a:cubicBezTo>
                          <a:pt x="69" y="2"/>
                          <a:pt x="69" y="1"/>
                          <a:pt x="69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6" name="Freeform 37"/>
                  <p:cNvSpPr/>
                  <p:nvPr/>
                </p:nvSpPr>
                <p:spPr bwMode="auto">
                  <a:xfrm>
                    <a:off x="8504238" y="4845051"/>
                    <a:ext cx="488950" cy="1008063"/>
                  </a:xfrm>
                  <a:custGeom>
                    <a:avLst/>
                    <a:gdLst>
                      <a:gd name="T0" fmla="*/ 76 w 155"/>
                      <a:gd name="T1" fmla="*/ 319 h 319"/>
                      <a:gd name="T2" fmla="*/ 14 w 155"/>
                      <a:gd name="T3" fmla="*/ 318 h 319"/>
                      <a:gd name="T4" fmla="*/ 1 w 155"/>
                      <a:gd name="T5" fmla="*/ 313 h 319"/>
                      <a:gd name="T6" fmla="*/ 13 w 155"/>
                      <a:gd name="T7" fmla="*/ 302 h 319"/>
                      <a:gd name="T8" fmla="*/ 44 w 155"/>
                      <a:gd name="T9" fmla="*/ 262 h 319"/>
                      <a:gd name="T10" fmla="*/ 44 w 155"/>
                      <a:gd name="T11" fmla="*/ 65 h 319"/>
                      <a:gd name="T12" fmla="*/ 43 w 155"/>
                      <a:gd name="T13" fmla="*/ 50 h 319"/>
                      <a:gd name="T14" fmla="*/ 13 w 155"/>
                      <a:gd name="T15" fmla="*/ 18 h 319"/>
                      <a:gd name="T16" fmla="*/ 0 w 155"/>
                      <a:gd name="T17" fmla="*/ 10 h 319"/>
                      <a:gd name="T18" fmla="*/ 13 w 155"/>
                      <a:gd name="T19" fmla="*/ 1 h 319"/>
                      <a:gd name="T20" fmla="*/ 142 w 155"/>
                      <a:gd name="T21" fmla="*/ 1 h 319"/>
                      <a:gd name="T22" fmla="*/ 155 w 155"/>
                      <a:gd name="T23" fmla="*/ 10 h 319"/>
                      <a:gd name="T24" fmla="*/ 142 w 155"/>
                      <a:gd name="T25" fmla="*/ 18 h 319"/>
                      <a:gd name="T26" fmla="*/ 112 w 155"/>
                      <a:gd name="T27" fmla="*/ 53 h 319"/>
                      <a:gd name="T28" fmla="*/ 112 w 155"/>
                      <a:gd name="T29" fmla="*/ 193 h 319"/>
                      <a:gd name="T30" fmla="*/ 112 w 155"/>
                      <a:gd name="T31" fmla="*/ 272 h 319"/>
                      <a:gd name="T32" fmla="*/ 139 w 155"/>
                      <a:gd name="T33" fmla="*/ 302 h 319"/>
                      <a:gd name="T34" fmla="*/ 154 w 155"/>
                      <a:gd name="T35" fmla="*/ 311 h 319"/>
                      <a:gd name="T36" fmla="*/ 138 w 155"/>
                      <a:gd name="T37" fmla="*/ 318 h 319"/>
                      <a:gd name="T38" fmla="*/ 76 w 155"/>
                      <a:gd name="T39" fmla="*/ 319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55" h="319">
                        <a:moveTo>
                          <a:pt x="76" y="319"/>
                        </a:moveTo>
                        <a:cubicBezTo>
                          <a:pt x="55" y="319"/>
                          <a:pt x="35" y="319"/>
                          <a:pt x="14" y="318"/>
                        </a:cubicBezTo>
                        <a:cubicBezTo>
                          <a:pt x="10" y="318"/>
                          <a:pt x="5" y="315"/>
                          <a:pt x="1" y="313"/>
                        </a:cubicBezTo>
                        <a:cubicBezTo>
                          <a:pt x="5" y="309"/>
                          <a:pt x="8" y="303"/>
                          <a:pt x="13" y="302"/>
                        </a:cubicBezTo>
                        <a:cubicBezTo>
                          <a:pt x="44" y="294"/>
                          <a:pt x="44" y="295"/>
                          <a:pt x="44" y="262"/>
                        </a:cubicBezTo>
                        <a:cubicBezTo>
                          <a:pt x="44" y="197"/>
                          <a:pt x="44" y="131"/>
                          <a:pt x="44" y="65"/>
                        </a:cubicBezTo>
                        <a:cubicBezTo>
                          <a:pt x="44" y="60"/>
                          <a:pt x="44" y="55"/>
                          <a:pt x="43" y="50"/>
                        </a:cubicBezTo>
                        <a:cubicBezTo>
                          <a:pt x="41" y="27"/>
                          <a:pt x="35" y="22"/>
                          <a:pt x="13" y="18"/>
                        </a:cubicBezTo>
                        <a:cubicBezTo>
                          <a:pt x="8" y="18"/>
                          <a:pt x="4" y="13"/>
                          <a:pt x="0" y="10"/>
                        </a:cubicBezTo>
                        <a:cubicBezTo>
                          <a:pt x="4" y="6"/>
                          <a:pt x="9" y="1"/>
                          <a:pt x="13" y="1"/>
                        </a:cubicBezTo>
                        <a:cubicBezTo>
                          <a:pt x="56" y="0"/>
                          <a:pt x="99" y="0"/>
                          <a:pt x="142" y="1"/>
                        </a:cubicBezTo>
                        <a:cubicBezTo>
                          <a:pt x="146" y="1"/>
                          <a:pt x="151" y="7"/>
                          <a:pt x="155" y="10"/>
                        </a:cubicBezTo>
                        <a:cubicBezTo>
                          <a:pt x="151" y="12"/>
                          <a:pt x="147" y="17"/>
                          <a:pt x="142" y="18"/>
                        </a:cubicBezTo>
                        <a:cubicBezTo>
                          <a:pt x="119" y="20"/>
                          <a:pt x="112" y="28"/>
                          <a:pt x="112" y="53"/>
                        </a:cubicBezTo>
                        <a:cubicBezTo>
                          <a:pt x="111" y="100"/>
                          <a:pt x="112" y="146"/>
                          <a:pt x="112" y="193"/>
                        </a:cubicBezTo>
                        <a:cubicBezTo>
                          <a:pt x="112" y="219"/>
                          <a:pt x="111" y="246"/>
                          <a:pt x="112" y="272"/>
                        </a:cubicBezTo>
                        <a:cubicBezTo>
                          <a:pt x="112" y="295"/>
                          <a:pt x="116" y="300"/>
                          <a:pt x="139" y="302"/>
                        </a:cubicBezTo>
                        <a:cubicBezTo>
                          <a:pt x="146" y="302"/>
                          <a:pt x="155" y="301"/>
                          <a:pt x="154" y="311"/>
                        </a:cubicBezTo>
                        <a:cubicBezTo>
                          <a:pt x="153" y="314"/>
                          <a:pt x="144" y="318"/>
                          <a:pt x="138" y="318"/>
                        </a:cubicBezTo>
                        <a:cubicBezTo>
                          <a:pt x="118" y="319"/>
                          <a:pt x="97" y="319"/>
                          <a:pt x="76" y="3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77" name="Freeform 38"/>
                  <p:cNvSpPr/>
                  <p:nvPr/>
                </p:nvSpPr>
                <p:spPr bwMode="auto">
                  <a:xfrm>
                    <a:off x="4038600" y="4841876"/>
                    <a:ext cx="501650" cy="1011238"/>
                  </a:xfrm>
                  <a:custGeom>
                    <a:avLst/>
                    <a:gdLst>
                      <a:gd name="T0" fmla="*/ 81 w 159"/>
                      <a:gd name="T1" fmla="*/ 320 h 320"/>
                      <a:gd name="T2" fmla="*/ 15 w 159"/>
                      <a:gd name="T3" fmla="*/ 319 h 320"/>
                      <a:gd name="T4" fmla="*/ 1 w 159"/>
                      <a:gd name="T5" fmla="*/ 312 h 320"/>
                      <a:gd name="T6" fmla="*/ 13 w 159"/>
                      <a:gd name="T7" fmla="*/ 303 h 320"/>
                      <a:gd name="T8" fmla="*/ 48 w 159"/>
                      <a:gd name="T9" fmla="*/ 259 h 320"/>
                      <a:gd name="T10" fmla="*/ 48 w 159"/>
                      <a:gd name="T11" fmla="*/ 64 h 320"/>
                      <a:gd name="T12" fmla="*/ 11 w 159"/>
                      <a:gd name="T13" fmla="*/ 19 h 320"/>
                      <a:gd name="T14" fmla="*/ 0 w 159"/>
                      <a:gd name="T15" fmla="*/ 9 h 320"/>
                      <a:gd name="T16" fmla="*/ 16 w 159"/>
                      <a:gd name="T17" fmla="*/ 1 h 320"/>
                      <a:gd name="T18" fmla="*/ 113 w 159"/>
                      <a:gd name="T19" fmla="*/ 2 h 320"/>
                      <a:gd name="T20" fmla="*/ 146 w 159"/>
                      <a:gd name="T21" fmla="*/ 2 h 320"/>
                      <a:gd name="T22" fmla="*/ 159 w 159"/>
                      <a:gd name="T23" fmla="*/ 11 h 320"/>
                      <a:gd name="T24" fmla="*/ 147 w 159"/>
                      <a:gd name="T25" fmla="*/ 19 h 320"/>
                      <a:gd name="T26" fmla="*/ 113 w 159"/>
                      <a:gd name="T27" fmla="*/ 60 h 320"/>
                      <a:gd name="T28" fmla="*/ 113 w 159"/>
                      <a:gd name="T29" fmla="*/ 269 h 320"/>
                      <a:gd name="T30" fmla="*/ 143 w 159"/>
                      <a:gd name="T31" fmla="*/ 302 h 320"/>
                      <a:gd name="T32" fmla="*/ 150 w 159"/>
                      <a:gd name="T33" fmla="*/ 304 h 320"/>
                      <a:gd name="T34" fmla="*/ 159 w 159"/>
                      <a:gd name="T35" fmla="*/ 314 h 320"/>
                      <a:gd name="T36" fmla="*/ 148 w 159"/>
                      <a:gd name="T37" fmla="*/ 319 h 320"/>
                      <a:gd name="T38" fmla="*/ 81 w 159"/>
                      <a:gd name="T39" fmla="*/ 320 h 320"/>
                      <a:gd name="T40" fmla="*/ 81 w 159"/>
                      <a:gd name="T41" fmla="*/ 320 h 3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59" h="320">
                        <a:moveTo>
                          <a:pt x="81" y="320"/>
                        </a:moveTo>
                        <a:cubicBezTo>
                          <a:pt x="59" y="320"/>
                          <a:pt x="37" y="320"/>
                          <a:pt x="15" y="319"/>
                        </a:cubicBezTo>
                        <a:cubicBezTo>
                          <a:pt x="10" y="319"/>
                          <a:pt x="5" y="315"/>
                          <a:pt x="1" y="312"/>
                        </a:cubicBezTo>
                        <a:cubicBezTo>
                          <a:pt x="5" y="309"/>
                          <a:pt x="8" y="304"/>
                          <a:pt x="13" y="303"/>
                        </a:cubicBezTo>
                        <a:cubicBezTo>
                          <a:pt x="47" y="295"/>
                          <a:pt x="48" y="295"/>
                          <a:pt x="48" y="259"/>
                        </a:cubicBezTo>
                        <a:cubicBezTo>
                          <a:pt x="48" y="194"/>
                          <a:pt x="48" y="129"/>
                          <a:pt x="48" y="64"/>
                        </a:cubicBezTo>
                        <a:cubicBezTo>
                          <a:pt x="48" y="34"/>
                          <a:pt x="45" y="20"/>
                          <a:pt x="11" y="19"/>
                        </a:cubicBezTo>
                        <a:cubicBezTo>
                          <a:pt x="7" y="18"/>
                          <a:pt x="4" y="13"/>
                          <a:pt x="0" y="9"/>
                        </a:cubicBezTo>
                        <a:cubicBezTo>
                          <a:pt x="5" y="7"/>
                          <a:pt x="10" y="1"/>
                          <a:pt x="16" y="1"/>
                        </a:cubicBezTo>
                        <a:cubicBezTo>
                          <a:pt x="48" y="1"/>
                          <a:pt x="81" y="2"/>
                          <a:pt x="113" y="2"/>
                        </a:cubicBezTo>
                        <a:cubicBezTo>
                          <a:pt x="124" y="2"/>
                          <a:pt x="135" y="0"/>
                          <a:pt x="146" y="2"/>
                        </a:cubicBezTo>
                        <a:cubicBezTo>
                          <a:pt x="151" y="2"/>
                          <a:pt x="155" y="7"/>
                          <a:pt x="159" y="11"/>
                        </a:cubicBezTo>
                        <a:cubicBezTo>
                          <a:pt x="155" y="13"/>
                          <a:pt x="152" y="18"/>
                          <a:pt x="147" y="19"/>
                        </a:cubicBezTo>
                        <a:cubicBezTo>
                          <a:pt x="117" y="24"/>
                          <a:pt x="113" y="28"/>
                          <a:pt x="113" y="60"/>
                        </a:cubicBezTo>
                        <a:cubicBezTo>
                          <a:pt x="113" y="130"/>
                          <a:pt x="113" y="199"/>
                          <a:pt x="113" y="269"/>
                        </a:cubicBezTo>
                        <a:cubicBezTo>
                          <a:pt x="113" y="293"/>
                          <a:pt x="118" y="298"/>
                          <a:pt x="143" y="302"/>
                        </a:cubicBezTo>
                        <a:cubicBezTo>
                          <a:pt x="145" y="303"/>
                          <a:pt x="148" y="303"/>
                          <a:pt x="150" y="304"/>
                        </a:cubicBezTo>
                        <a:cubicBezTo>
                          <a:pt x="153" y="307"/>
                          <a:pt x="156" y="311"/>
                          <a:pt x="159" y="314"/>
                        </a:cubicBezTo>
                        <a:cubicBezTo>
                          <a:pt x="155" y="316"/>
                          <a:pt x="152" y="319"/>
                          <a:pt x="148" y="319"/>
                        </a:cubicBezTo>
                        <a:cubicBezTo>
                          <a:pt x="126" y="320"/>
                          <a:pt x="103" y="320"/>
                          <a:pt x="81" y="320"/>
                        </a:cubicBezTo>
                        <a:cubicBezTo>
                          <a:pt x="81" y="320"/>
                          <a:pt x="81" y="320"/>
                          <a:pt x="81" y="3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zh-CN" alt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367" name="Freeform 39"/>
                <p:cNvSpPr/>
                <p:nvPr/>
              </p:nvSpPr>
              <p:spPr bwMode="auto">
                <a:xfrm>
                  <a:off x="4811713" y="3390901"/>
                  <a:ext cx="492125" cy="1004888"/>
                </a:xfrm>
                <a:custGeom>
                  <a:avLst/>
                  <a:gdLst>
                    <a:gd name="T0" fmla="*/ 77 w 156"/>
                    <a:gd name="T1" fmla="*/ 0 h 318"/>
                    <a:gd name="T2" fmla="*/ 140 w 156"/>
                    <a:gd name="T3" fmla="*/ 1 h 318"/>
                    <a:gd name="T4" fmla="*/ 156 w 156"/>
                    <a:gd name="T5" fmla="*/ 8 h 318"/>
                    <a:gd name="T6" fmla="*/ 141 w 156"/>
                    <a:gd name="T7" fmla="*/ 19 h 318"/>
                    <a:gd name="T8" fmla="*/ 113 w 156"/>
                    <a:gd name="T9" fmla="*/ 51 h 318"/>
                    <a:gd name="T10" fmla="*/ 113 w 156"/>
                    <a:gd name="T11" fmla="*/ 270 h 318"/>
                    <a:gd name="T12" fmla="*/ 141 w 156"/>
                    <a:gd name="T13" fmla="*/ 302 h 318"/>
                    <a:gd name="T14" fmla="*/ 148 w 156"/>
                    <a:gd name="T15" fmla="*/ 303 h 318"/>
                    <a:gd name="T16" fmla="*/ 156 w 156"/>
                    <a:gd name="T17" fmla="*/ 310 h 318"/>
                    <a:gd name="T18" fmla="*/ 148 w 156"/>
                    <a:gd name="T19" fmla="*/ 317 h 318"/>
                    <a:gd name="T20" fmla="*/ 139 w 156"/>
                    <a:gd name="T21" fmla="*/ 318 h 318"/>
                    <a:gd name="T22" fmla="*/ 14 w 156"/>
                    <a:gd name="T23" fmla="*/ 318 h 318"/>
                    <a:gd name="T24" fmla="*/ 0 w 156"/>
                    <a:gd name="T25" fmla="*/ 311 h 318"/>
                    <a:gd name="T26" fmla="*/ 13 w 156"/>
                    <a:gd name="T27" fmla="*/ 302 h 318"/>
                    <a:gd name="T28" fmla="*/ 49 w 156"/>
                    <a:gd name="T29" fmla="*/ 262 h 318"/>
                    <a:gd name="T30" fmla="*/ 49 w 156"/>
                    <a:gd name="T31" fmla="*/ 59 h 318"/>
                    <a:gd name="T32" fmla="*/ 42 w 156"/>
                    <a:gd name="T33" fmla="*/ 32 h 318"/>
                    <a:gd name="T34" fmla="*/ 23 w 156"/>
                    <a:gd name="T35" fmla="*/ 20 h 318"/>
                    <a:gd name="T36" fmla="*/ 11 w 156"/>
                    <a:gd name="T37" fmla="*/ 18 h 318"/>
                    <a:gd name="T38" fmla="*/ 1 w 156"/>
                    <a:gd name="T39" fmla="*/ 7 h 318"/>
                    <a:gd name="T40" fmla="*/ 13 w 156"/>
                    <a:gd name="T41" fmla="*/ 1 h 318"/>
                    <a:gd name="T42" fmla="*/ 77 w 156"/>
                    <a:gd name="T43" fmla="*/ 1 h 318"/>
                    <a:gd name="T44" fmla="*/ 77 w 156"/>
                    <a:gd name="T45" fmla="*/ 0 h 3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6" h="318">
                      <a:moveTo>
                        <a:pt x="77" y="0"/>
                      </a:moveTo>
                      <a:cubicBezTo>
                        <a:pt x="98" y="0"/>
                        <a:pt x="119" y="0"/>
                        <a:pt x="140" y="1"/>
                      </a:cubicBezTo>
                      <a:cubicBezTo>
                        <a:pt x="146" y="1"/>
                        <a:pt x="151" y="6"/>
                        <a:pt x="156" y="8"/>
                      </a:cubicBezTo>
                      <a:cubicBezTo>
                        <a:pt x="151" y="12"/>
                        <a:pt x="146" y="18"/>
                        <a:pt x="141" y="19"/>
                      </a:cubicBezTo>
                      <a:cubicBezTo>
                        <a:pt x="117" y="23"/>
                        <a:pt x="113" y="26"/>
                        <a:pt x="113" y="51"/>
                      </a:cubicBezTo>
                      <a:cubicBezTo>
                        <a:pt x="113" y="124"/>
                        <a:pt x="113" y="197"/>
                        <a:pt x="113" y="270"/>
                      </a:cubicBezTo>
                      <a:cubicBezTo>
                        <a:pt x="113" y="291"/>
                        <a:pt x="119" y="298"/>
                        <a:pt x="141" y="302"/>
                      </a:cubicBezTo>
                      <a:cubicBezTo>
                        <a:pt x="143" y="302"/>
                        <a:pt x="146" y="302"/>
                        <a:pt x="148" y="303"/>
                      </a:cubicBezTo>
                      <a:cubicBezTo>
                        <a:pt x="151" y="305"/>
                        <a:pt x="153" y="308"/>
                        <a:pt x="156" y="310"/>
                      </a:cubicBezTo>
                      <a:cubicBezTo>
                        <a:pt x="153" y="313"/>
                        <a:pt x="151" y="316"/>
                        <a:pt x="148" y="317"/>
                      </a:cubicBezTo>
                      <a:cubicBezTo>
                        <a:pt x="145" y="318"/>
                        <a:pt x="142" y="318"/>
                        <a:pt x="139" y="318"/>
                      </a:cubicBezTo>
                      <a:cubicBezTo>
                        <a:pt x="97" y="318"/>
                        <a:pt x="56" y="318"/>
                        <a:pt x="14" y="318"/>
                      </a:cubicBezTo>
                      <a:cubicBezTo>
                        <a:pt x="9" y="318"/>
                        <a:pt x="5" y="313"/>
                        <a:pt x="0" y="311"/>
                      </a:cubicBezTo>
                      <a:cubicBezTo>
                        <a:pt x="4" y="308"/>
                        <a:pt x="9" y="302"/>
                        <a:pt x="13" y="302"/>
                      </a:cubicBezTo>
                      <a:cubicBezTo>
                        <a:pt x="39" y="302"/>
                        <a:pt x="49" y="282"/>
                        <a:pt x="49" y="262"/>
                      </a:cubicBezTo>
                      <a:cubicBezTo>
                        <a:pt x="49" y="194"/>
                        <a:pt x="49" y="127"/>
                        <a:pt x="49" y="59"/>
                      </a:cubicBezTo>
                      <a:cubicBezTo>
                        <a:pt x="49" y="50"/>
                        <a:pt x="45" y="41"/>
                        <a:pt x="42" y="32"/>
                      </a:cubicBezTo>
                      <a:cubicBezTo>
                        <a:pt x="39" y="23"/>
                        <a:pt x="33" y="19"/>
                        <a:pt x="23" y="20"/>
                      </a:cubicBezTo>
                      <a:cubicBezTo>
                        <a:pt x="19" y="20"/>
                        <a:pt x="14" y="20"/>
                        <a:pt x="11" y="18"/>
                      </a:cubicBezTo>
                      <a:cubicBezTo>
                        <a:pt x="7" y="15"/>
                        <a:pt x="4" y="11"/>
                        <a:pt x="1" y="7"/>
                      </a:cubicBezTo>
                      <a:cubicBezTo>
                        <a:pt x="5" y="5"/>
                        <a:pt x="9" y="1"/>
                        <a:pt x="13" y="1"/>
                      </a:cubicBezTo>
                      <a:cubicBezTo>
                        <a:pt x="34" y="1"/>
                        <a:pt x="56" y="1"/>
                        <a:pt x="77" y="1"/>
                      </a:cubicBezTo>
                      <a:cubicBezTo>
                        <a:pt x="77" y="1"/>
                        <a:pt x="77" y="0"/>
                        <a:pt x="7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41" name="组合 340"/>
              <p:cNvGrpSpPr/>
              <p:nvPr/>
            </p:nvGrpSpPr>
            <p:grpSpPr>
              <a:xfrm>
                <a:off x="-1477663" y="861685"/>
                <a:ext cx="13593763" cy="2382838"/>
                <a:chOff x="-393700" y="609601"/>
                <a:chExt cx="13593763" cy="2382838"/>
              </a:xfrm>
              <a:grpFill/>
            </p:grpSpPr>
            <p:sp>
              <p:nvSpPr>
                <p:cNvPr id="342" name="Freeform 7"/>
                <p:cNvSpPr>
                  <a:spLocks noEditPoints="1"/>
                </p:cNvSpPr>
                <p:nvPr/>
              </p:nvSpPr>
              <p:spPr bwMode="auto">
                <a:xfrm>
                  <a:off x="6197600" y="673101"/>
                  <a:ext cx="2316163" cy="2319338"/>
                </a:xfrm>
                <a:custGeom>
                  <a:avLst/>
                  <a:gdLst>
                    <a:gd name="T0" fmla="*/ 396 w 734"/>
                    <a:gd name="T1" fmla="*/ 366 h 734"/>
                    <a:gd name="T2" fmla="*/ 253 w 734"/>
                    <a:gd name="T3" fmla="*/ 447 h 734"/>
                    <a:gd name="T4" fmla="*/ 163 w 734"/>
                    <a:gd name="T5" fmla="*/ 538 h 734"/>
                    <a:gd name="T6" fmla="*/ 127 w 734"/>
                    <a:gd name="T7" fmla="*/ 642 h 734"/>
                    <a:gd name="T8" fmla="*/ 38 w 734"/>
                    <a:gd name="T9" fmla="*/ 710 h 734"/>
                    <a:gd name="T10" fmla="*/ 72 w 734"/>
                    <a:gd name="T11" fmla="*/ 613 h 734"/>
                    <a:gd name="T12" fmla="*/ 83 w 734"/>
                    <a:gd name="T13" fmla="*/ 584 h 734"/>
                    <a:gd name="T14" fmla="*/ 58 w 734"/>
                    <a:gd name="T15" fmla="*/ 524 h 734"/>
                    <a:gd name="T16" fmla="*/ 75 w 734"/>
                    <a:gd name="T17" fmla="*/ 408 h 734"/>
                    <a:gd name="T18" fmla="*/ 82 w 734"/>
                    <a:gd name="T19" fmla="*/ 389 h 734"/>
                    <a:gd name="T20" fmla="*/ 44 w 734"/>
                    <a:gd name="T21" fmla="*/ 410 h 734"/>
                    <a:gd name="T22" fmla="*/ 8 w 734"/>
                    <a:gd name="T23" fmla="*/ 413 h 734"/>
                    <a:gd name="T24" fmla="*/ 111 w 734"/>
                    <a:gd name="T25" fmla="*/ 321 h 734"/>
                    <a:gd name="T26" fmla="*/ 241 w 734"/>
                    <a:gd name="T27" fmla="*/ 239 h 734"/>
                    <a:gd name="T28" fmla="*/ 222 w 734"/>
                    <a:gd name="T29" fmla="*/ 207 h 734"/>
                    <a:gd name="T30" fmla="*/ 157 w 734"/>
                    <a:gd name="T31" fmla="*/ 228 h 734"/>
                    <a:gd name="T32" fmla="*/ 135 w 734"/>
                    <a:gd name="T33" fmla="*/ 142 h 734"/>
                    <a:gd name="T34" fmla="*/ 267 w 734"/>
                    <a:gd name="T35" fmla="*/ 7 h 734"/>
                    <a:gd name="T36" fmla="*/ 294 w 734"/>
                    <a:gd name="T37" fmla="*/ 65 h 734"/>
                    <a:gd name="T38" fmla="*/ 232 w 734"/>
                    <a:gd name="T39" fmla="*/ 141 h 734"/>
                    <a:gd name="T40" fmla="*/ 308 w 734"/>
                    <a:gd name="T41" fmla="*/ 109 h 734"/>
                    <a:gd name="T42" fmla="*/ 445 w 734"/>
                    <a:gd name="T43" fmla="*/ 58 h 734"/>
                    <a:gd name="T44" fmla="*/ 507 w 734"/>
                    <a:gd name="T45" fmla="*/ 26 h 734"/>
                    <a:gd name="T46" fmla="*/ 539 w 734"/>
                    <a:gd name="T47" fmla="*/ 67 h 734"/>
                    <a:gd name="T48" fmla="*/ 522 w 734"/>
                    <a:gd name="T49" fmla="*/ 110 h 734"/>
                    <a:gd name="T50" fmla="*/ 591 w 734"/>
                    <a:gd name="T51" fmla="*/ 130 h 734"/>
                    <a:gd name="T52" fmla="*/ 512 w 734"/>
                    <a:gd name="T53" fmla="*/ 203 h 734"/>
                    <a:gd name="T54" fmla="*/ 444 w 734"/>
                    <a:gd name="T55" fmla="*/ 249 h 734"/>
                    <a:gd name="T56" fmla="*/ 465 w 734"/>
                    <a:gd name="T57" fmla="*/ 176 h 734"/>
                    <a:gd name="T58" fmla="*/ 468 w 734"/>
                    <a:gd name="T59" fmla="*/ 120 h 734"/>
                    <a:gd name="T60" fmla="*/ 363 w 734"/>
                    <a:gd name="T61" fmla="*/ 151 h 734"/>
                    <a:gd name="T62" fmla="*/ 276 w 734"/>
                    <a:gd name="T63" fmla="*/ 231 h 734"/>
                    <a:gd name="T64" fmla="*/ 297 w 734"/>
                    <a:gd name="T65" fmla="*/ 286 h 734"/>
                    <a:gd name="T66" fmla="*/ 204 w 734"/>
                    <a:gd name="T67" fmla="*/ 339 h 734"/>
                    <a:gd name="T68" fmla="*/ 109 w 734"/>
                    <a:gd name="T69" fmla="*/ 453 h 734"/>
                    <a:gd name="T70" fmla="*/ 114 w 734"/>
                    <a:gd name="T71" fmla="*/ 479 h 734"/>
                    <a:gd name="T72" fmla="*/ 138 w 734"/>
                    <a:gd name="T73" fmla="*/ 440 h 734"/>
                    <a:gd name="T74" fmla="*/ 201 w 734"/>
                    <a:gd name="T75" fmla="*/ 371 h 734"/>
                    <a:gd name="T76" fmla="*/ 372 w 734"/>
                    <a:gd name="T77" fmla="*/ 325 h 734"/>
                    <a:gd name="T78" fmla="*/ 531 w 734"/>
                    <a:gd name="T79" fmla="*/ 369 h 734"/>
                    <a:gd name="T80" fmla="*/ 487 w 734"/>
                    <a:gd name="T81" fmla="*/ 461 h 734"/>
                    <a:gd name="T82" fmla="*/ 415 w 734"/>
                    <a:gd name="T83" fmla="*/ 484 h 734"/>
                    <a:gd name="T84" fmla="*/ 451 w 734"/>
                    <a:gd name="T85" fmla="*/ 585 h 734"/>
                    <a:gd name="T86" fmla="*/ 607 w 734"/>
                    <a:gd name="T87" fmla="*/ 551 h 734"/>
                    <a:gd name="T88" fmla="*/ 671 w 734"/>
                    <a:gd name="T89" fmla="*/ 456 h 734"/>
                    <a:gd name="T90" fmla="*/ 720 w 734"/>
                    <a:gd name="T91" fmla="*/ 465 h 734"/>
                    <a:gd name="T92" fmla="*/ 610 w 734"/>
                    <a:gd name="T93" fmla="*/ 638 h 734"/>
                    <a:gd name="T94" fmla="*/ 477 w 734"/>
                    <a:gd name="T95" fmla="*/ 661 h 734"/>
                    <a:gd name="T96" fmla="*/ 332 w 734"/>
                    <a:gd name="T97" fmla="*/ 552 h 734"/>
                    <a:gd name="T98" fmla="*/ 415 w 734"/>
                    <a:gd name="T99" fmla="*/ 368 h 734"/>
                    <a:gd name="T100" fmla="*/ 421 w 734"/>
                    <a:gd name="T101" fmla="*/ 359 h 734"/>
                    <a:gd name="T102" fmla="*/ 477 w 734"/>
                    <a:gd name="T103" fmla="*/ 392 h 734"/>
                    <a:gd name="T104" fmla="*/ 421 w 734"/>
                    <a:gd name="T105" fmla="*/ 359 h 7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734" h="734">
                      <a:moveTo>
                        <a:pt x="411" y="361"/>
                      </a:moveTo>
                      <a:cubicBezTo>
                        <a:pt x="406" y="362"/>
                        <a:pt x="401" y="363"/>
                        <a:pt x="396" y="366"/>
                      </a:cubicBezTo>
                      <a:cubicBezTo>
                        <a:pt x="368" y="379"/>
                        <a:pt x="340" y="392"/>
                        <a:pt x="313" y="408"/>
                      </a:cubicBezTo>
                      <a:cubicBezTo>
                        <a:pt x="292" y="419"/>
                        <a:pt x="273" y="434"/>
                        <a:pt x="253" y="447"/>
                      </a:cubicBezTo>
                      <a:cubicBezTo>
                        <a:pt x="237" y="458"/>
                        <a:pt x="221" y="472"/>
                        <a:pt x="202" y="479"/>
                      </a:cubicBezTo>
                      <a:cubicBezTo>
                        <a:pt x="174" y="490"/>
                        <a:pt x="167" y="513"/>
                        <a:pt x="163" y="538"/>
                      </a:cubicBezTo>
                      <a:cubicBezTo>
                        <a:pt x="160" y="550"/>
                        <a:pt x="157" y="561"/>
                        <a:pt x="153" y="572"/>
                      </a:cubicBezTo>
                      <a:cubicBezTo>
                        <a:pt x="145" y="596"/>
                        <a:pt x="136" y="619"/>
                        <a:pt x="127" y="642"/>
                      </a:cubicBezTo>
                      <a:cubicBezTo>
                        <a:pt x="120" y="662"/>
                        <a:pt x="116" y="683"/>
                        <a:pt x="106" y="701"/>
                      </a:cubicBezTo>
                      <a:cubicBezTo>
                        <a:pt x="91" y="732"/>
                        <a:pt x="62" y="734"/>
                        <a:pt x="38" y="710"/>
                      </a:cubicBezTo>
                      <a:cubicBezTo>
                        <a:pt x="3" y="674"/>
                        <a:pt x="20" y="647"/>
                        <a:pt x="43" y="619"/>
                      </a:cubicBezTo>
                      <a:cubicBezTo>
                        <a:pt x="50" y="611"/>
                        <a:pt x="61" y="608"/>
                        <a:pt x="72" y="613"/>
                      </a:cubicBezTo>
                      <a:cubicBezTo>
                        <a:pt x="81" y="618"/>
                        <a:pt x="90" y="617"/>
                        <a:pt x="93" y="607"/>
                      </a:cubicBezTo>
                      <a:cubicBezTo>
                        <a:pt x="96" y="598"/>
                        <a:pt x="95" y="589"/>
                        <a:pt x="83" y="584"/>
                      </a:cubicBezTo>
                      <a:cubicBezTo>
                        <a:pt x="66" y="578"/>
                        <a:pt x="65" y="571"/>
                        <a:pt x="66" y="553"/>
                      </a:cubicBezTo>
                      <a:cubicBezTo>
                        <a:pt x="67" y="543"/>
                        <a:pt x="64" y="532"/>
                        <a:pt x="58" y="524"/>
                      </a:cubicBezTo>
                      <a:cubicBezTo>
                        <a:pt x="47" y="507"/>
                        <a:pt x="37" y="489"/>
                        <a:pt x="43" y="469"/>
                      </a:cubicBezTo>
                      <a:cubicBezTo>
                        <a:pt x="49" y="447"/>
                        <a:pt x="56" y="424"/>
                        <a:pt x="75" y="408"/>
                      </a:cubicBezTo>
                      <a:cubicBezTo>
                        <a:pt x="78" y="406"/>
                        <a:pt x="82" y="404"/>
                        <a:pt x="83" y="401"/>
                      </a:cubicBezTo>
                      <a:cubicBezTo>
                        <a:pt x="84" y="397"/>
                        <a:pt x="83" y="393"/>
                        <a:pt x="82" y="389"/>
                      </a:cubicBezTo>
                      <a:cubicBezTo>
                        <a:pt x="79" y="389"/>
                        <a:pt x="75" y="389"/>
                        <a:pt x="72" y="390"/>
                      </a:cubicBezTo>
                      <a:cubicBezTo>
                        <a:pt x="62" y="397"/>
                        <a:pt x="53" y="404"/>
                        <a:pt x="44" y="410"/>
                      </a:cubicBezTo>
                      <a:cubicBezTo>
                        <a:pt x="42" y="412"/>
                        <a:pt x="40" y="415"/>
                        <a:pt x="38" y="415"/>
                      </a:cubicBezTo>
                      <a:cubicBezTo>
                        <a:pt x="28" y="415"/>
                        <a:pt x="14" y="418"/>
                        <a:pt x="8" y="413"/>
                      </a:cubicBezTo>
                      <a:cubicBezTo>
                        <a:pt x="0" y="405"/>
                        <a:pt x="5" y="391"/>
                        <a:pt x="15" y="385"/>
                      </a:cubicBezTo>
                      <a:cubicBezTo>
                        <a:pt x="47" y="363"/>
                        <a:pt x="79" y="342"/>
                        <a:pt x="111" y="321"/>
                      </a:cubicBezTo>
                      <a:cubicBezTo>
                        <a:pt x="131" y="307"/>
                        <a:pt x="151" y="292"/>
                        <a:pt x="172" y="278"/>
                      </a:cubicBezTo>
                      <a:cubicBezTo>
                        <a:pt x="194" y="262"/>
                        <a:pt x="213" y="242"/>
                        <a:pt x="241" y="239"/>
                      </a:cubicBezTo>
                      <a:cubicBezTo>
                        <a:pt x="244" y="239"/>
                        <a:pt x="247" y="231"/>
                        <a:pt x="247" y="230"/>
                      </a:cubicBezTo>
                      <a:cubicBezTo>
                        <a:pt x="239" y="222"/>
                        <a:pt x="232" y="211"/>
                        <a:pt x="222" y="207"/>
                      </a:cubicBezTo>
                      <a:cubicBezTo>
                        <a:pt x="215" y="204"/>
                        <a:pt x="202" y="207"/>
                        <a:pt x="197" y="212"/>
                      </a:cubicBezTo>
                      <a:cubicBezTo>
                        <a:pt x="185" y="223"/>
                        <a:pt x="174" y="235"/>
                        <a:pt x="157" y="228"/>
                      </a:cubicBezTo>
                      <a:cubicBezTo>
                        <a:pt x="138" y="220"/>
                        <a:pt x="128" y="205"/>
                        <a:pt x="124" y="186"/>
                      </a:cubicBezTo>
                      <a:cubicBezTo>
                        <a:pt x="121" y="170"/>
                        <a:pt x="125" y="156"/>
                        <a:pt x="135" y="142"/>
                      </a:cubicBezTo>
                      <a:cubicBezTo>
                        <a:pt x="151" y="121"/>
                        <a:pt x="164" y="97"/>
                        <a:pt x="181" y="76"/>
                      </a:cubicBezTo>
                      <a:cubicBezTo>
                        <a:pt x="203" y="46"/>
                        <a:pt x="231" y="21"/>
                        <a:pt x="267" y="7"/>
                      </a:cubicBezTo>
                      <a:cubicBezTo>
                        <a:pt x="285" y="0"/>
                        <a:pt x="300" y="8"/>
                        <a:pt x="310" y="28"/>
                      </a:cubicBezTo>
                      <a:cubicBezTo>
                        <a:pt x="315" y="40"/>
                        <a:pt x="308" y="56"/>
                        <a:pt x="294" y="65"/>
                      </a:cubicBezTo>
                      <a:cubicBezTo>
                        <a:pt x="269" y="81"/>
                        <a:pt x="247" y="100"/>
                        <a:pt x="233" y="127"/>
                      </a:cubicBezTo>
                      <a:cubicBezTo>
                        <a:pt x="231" y="131"/>
                        <a:pt x="233" y="136"/>
                        <a:pt x="232" y="141"/>
                      </a:cubicBezTo>
                      <a:cubicBezTo>
                        <a:pt x="237" y="139"/>
                        <a:pt x="244" y="138"/>
                        <a:pt x="246" y="134"/>
                      </a:cubicBezTo>
                      <a:cubicBezTo>
                        <a:pt x="260" y="109"/>
                        <a:pt x="282" y="105"/>
                        <a:pt x="308" y="109"/>
                      </a:cubicBezTo>
                      <a:cubicBezTo>
                        <a:pt x="328" y="111"/>
                        <a:pt x="348" y="111"/>
                        <a:pt x="367" y="99"/>
                      </a:cubicBezTo>
                      <a:cubicBezTo>
                        <a:pt x="392" y="84"/>
                        <a:pt x="419" y="72"/>
                        <a:pt x="445" y="58"/>
                      </a:cubicBezTo>
                      <a:cubicBezTo>
                        <a:pt x="452" y="55"/>
                        <a:pt x="458" y="50"/>
                        <a:pt x="464" y="47"/>
                      </a:cubicBezTo>
                      <a:cubicBezTo>
                        <a:pt x="478" y="39"/>
                        <a:pt x="492" y="32"/>
                        <a:pt x="507" y="26"/>
                      </a:cubicBezTo>
                      <a:cubicBezTo>
                        <a:pt x="520" y="21"/>
                        <a:pt x="535" y="25"/>
                        <a:pt x="541" y="36"/>
                      </a:cubicBezTo>
                      <a:cubicBezTo>
                        <a:pt x="546" y="44"/>
                        <a:pt x="542" y="57"/>
                        <a:pt x="539" y="67"/>
                      </a:cubicBezTo>
                      <a:cubicBezTo>
                        <a:pt x="535" y="76"/>
                        <a:pt x="527" y="84"/>
                        <a:pt x="523" y="94"/>
                      </a:cubicBezTo>
                      <a:cubicBezTo>
                        <a:pt x="521" y="98"/>
                        <a:pt x="522" y="105"/>
                        <a:pt x="522" y="110"/>
                      </a:cubicBezTo>
                      <a:cubicBezTo>
                        <a:pt x="528" y="109"/>
                        <a:pt x="534" y="109"/>
                        <a:pt x="538" y="106"/>
                      </a:cubicBezTo>
                      <a:cubicBezTo>
                        <a:pt x="555" y="93"/>
                        <a:pt x="587" y="107"/>
                        <a:pt x="591" y="130"/>
                      </a:cubicBezTo>
                      <a:cubicBezTo>
                        <a:pt x="597" y="161"/>
                        <a:pt x="584" y="177"/>
                        <a:pt x="552" y="180"/>
                      </a:cubicBezTo>
                      <a:cubicBezTo>
                        <a:pt x="536" y="182"/>
                        <a:pt x="522" y="190"/>
                        <a:pt x="512" y="203"/>
                      </a:cubicBezTo>
                      <a:cubicBezTo>
                        <a:pt x="502" y="218"/>
                        <a:pt x="493" y="232"/>
                        <a:pt x="481" y="245"/>
                      </a:cubicBezTo>
                      <a:cubicBezTo>
                        <a:pt x="472" y="256"/>
                        <a:pt x="455" y="256"/>
                        <a:pt x="444" y="249"/>
                      </a:cubicBezTo>
                      <a:cubicBezTo>
                        <a:pt x="432" y="240"/>
                        <a:pt x="427" y="221"/>
                        <a:pt x="431" y="209"/>
                      </a:cubicBezTo>
                      <a:cubicBezTo>
                        <a:pt x="437" y="193"/>
                        <a:pt x="449" y="182"/>
                        <a:pt x="465" y="176"/>
                      </a:cubicBezTo>
                      <a:cubicBezTo>
                        <a:pt x="482" y="169"/>
                        <a:pt x="484" y="160"/>
                        <a:pt x="475" y="144"/>
                      </a:cubicBezTo>
                      <a:cubicBezTo>
                        <a:pt x="471" y="137"/>
                        <a:pt x="469" y="128"/>
                        <a:pt x="468" y="120"/>
                      </a:cubicBezTo>
                      <a:cubicBezTo>
                        <a:pt x="466" y="97"/>
                        <a:pt x="458" y="89"/>
                        <a:pt x="438" y="100"/>
                      </a:cubicBezTo>
                      <a:cubicBezTo>
                        <a:pt x="412" y="114"/>
                        <a:pt x="386" y="132"/>
                        <a:pt x="363" y="151"/>
                      </a:cubicBezTo>
                      <a:cubicBezTo>
                        <a:pt x="341" y="170"/>
                        <a:pt x="322" y="192"/>
                        <a:pt x="301" y="213"/>
                      </a:cubicBezTo>
                      <a:cubicBezTo>
                        <a:pt x="293" y="220"/>
                        <a:pt x="285" y="226"/>
                        <a:pt x="276" y="231"/>
                      </a:cubicBezTo>
                      <a:cubicBezTo>
                        <a:pt x="263" y="238"/>
                        <a:pt x="263" y="240"/>
                        <a:pt x="272" y="251"/>
                      </a:cubicBezTo>
                      <a:cubicBezTo>
                        <a:pt x="282" y="262"/>
                        <a:pt x="290" y="274"/>
                        <a:pt x="297" y="286"/>
                      </a:cubicBezTo>
                      <a:cubicBezTo>
                        <a:pt x="303" y="297"/>
                        <a:pt x="298" y="312"/>
                        <a:pt x="287" y="317"/>
                      </a:cubicBezTo>
                      <a:cubicBezTo>
                        <a:pt x="261" y="331"/>
                        <a:pt x="235" y="342"/>
                        <a:pt x="204" y="339"/>
                      </a:cubicBezTo>
                      <a:cubicBezTo>
                        <a:pt x="180" y="337"/>
                        <a:pt x="146" y="362"/>
                        <a:pt x="137" y="385"/>
                      </a:cubicBezTo>
                      <a:cubicBezTo>
                        <a:pt x="128" y="408"/>
                        <a:pt x="118" y="430"/>
                        <a:pt x="109" y="453"/>
                      </a:cubicBezTo>
                      <a:cubicBezTo>
                        <a:pt x="107" y="458"/>
                        <a:pt x="105" y="463"/>
                        <a:pt x="106" y="468"/>
                      </a:cubicBezTo>
                      <a:cubicBezTo>
                        <a:pt x="107" y="472"/>
                        <a:pt x="110" y="477"/>
                        <a:pt x="114" y="479"/>
                      </a:cubicBezTo>
                      <a:cubicBezTo>
                        <a:pt x="116" y="480"/>
                        <a:pt x="123" y="477"/>
                        <a:pt x="124" y="474"/>
                      </a:cubicBezTo>
                      <a:cubicBezTo>
                        <a:pt x="130" y="463"/>
                        <a:pt x="136" y="452"/>
                        <a:pt x="138" y="440"/>
                      </a:cubicBezTo>
                      <a:cubicBezTo>
                        <a:pt x="142" y="413"/>
                        <a:pt x="155" y="392"/>
                        <a:pt x="173" y="373"/>
                      </a:cubicBezTo>
                      <a:cubicBezTo>
                        <a:pt x="183" y="362"/>
                        <a:pt x="191" y="361"/>
                        <a:pt x="201" y="371"/>
                      </a:cubicBezTo>
                      <a:cubicBezTo>
                        <a:pt x="218" y="389"/>
                        <a:pt x="237" y="389"/>
                        <a:pt x="257" y="379"/>
                      </a:cubicBezTo>
                      <a:cubicBezTo>
                        <a:pt x="296" y="361"/>
                        <a:pt x="333" y="343"/>
                        <a:pt x="372" y="325"/>
                      </a:cubicBezTo>
                      <a:cubicBezTo>
                        <a:pt x="402" y="311"/>
                        <a:pt x="433" y="302"/>
                        <a:pt x="466" y="305"/>
                      </a:cubicBezTo>
                      <a:cubicBezTo>
                        <a:pt x="506" y="309"/>
                        <a:pt x="526" y="334"/>
                        <a:pt x="531" y="369"/>
                      </a:cubicBezTo>
                      <a:cubicBezTo>
                        <a:pt x="532" y="381"/>
                        <a:pt x="525" y="394"/>
                        <a:pt x="519" y="405"/>
                      </a:cubicBezTo>
                      <a:cubicBezTo>
                        <a:pt x="508" y="424"/>
                        <a:pt x="493" y="439"/>
                        <a:pt x="487" y="461"/>
                      </a:cubicBezTo>
                      <a:cubicBezTo>
                        <a:pt x="479" y="485"/>
                        <a:pt x="459" y="490"/>
                        <a:pt x="436" y="476"/>
                      </a:cubicBezTo>
                      <a:cubicBezTo>
                        <a:pt x="425" y="470"/>
                        <a:pt x="419" y="478"/>
                        <a:pt x="415" y="484"/>
                      </a:cubicBezTo>
                      <a:cubicBezTo>
                        <a:pt x="401" y="507"/>
                        <a:pt x="397" y="532"/>
                        <a:pt x="409" y="557"/>
                      </a:cubicBezTo>
                      <a:cubicBezTo>
                        <a:pt x="417" y="575"/>
                        <a:pt x="433" y="586"/>
                        <a:pt x="451" y="585"/>
                      </a:cubicBezTo>
                      <a:cubicBezTo>
                        <a:pt x="481" y="584"/>
                        <a:pt x="512" y="580"/>
                        <a:pt x="541" y="574"/>
                      </a:cubicBezTo>
                      <a:cubicBezTo>
                        <a:pt x="564" y="569"/>
                        <a:pt x="586" y="561"/>
                        <a:pt x="607" y="551"/>
                      </a:cubicBezTo>
                      <a:cubicBezTo>
                        <a:pt x="635" y="538"/>
                        <a:pt x="652" y="517"/>
                        <a:pt x="657" y="485"/>
                      </a:cubicBezTo>
                      <a:cubicBezTo>
                        <a:pt x="659" y="475"/>
                        <a:pt x="664" y="463"/>
                        <a:pt x="671" y="456"/>
                      </a:cubicBezTo>
                      <a:cubicBezTo>
                        <a:pt x="676" y="450"/>
                        <a:pt x="688" y="445"/>
                        <a:pt x="695" y="447"/>
                      </a:cubicBezTo>
                      <a:cubicBezTo>
                        <a:pt x="705" y="449"/>
                        <a:pt x="717" y="457"/>
                        <a:pt x="720" y="465"/>
                      </a:cubicBezTo>
                      <a:cubicBezTo>
                        <a:pt x="734" y="510"/>
                        <a:pt x="729" y="553"/>
                        <a:pt x="695" y="587"/>
                      </a:cubicBezTo>
                      <a:cubicBezTo>
                        <a:pt x="671" y="611"/>
                        <a:pt x="643" y="629"/>
                        <a:pt x="610" y="638"/>
                      </a:cubicBezTo>
                      <a:cubicBezTo>
                        <a:pt x="589" y="643"/>
                        <a:pt x="570" y="653"/>
                        <a:pt x="549" y="656"/>
                      </a:cubicBezTo>
                      <a:cubicBezTo>
                        <a:pt x="525" y="661"/>
                        <a:pt x="501" y="662"/>
                        <a:pt x="477" y="661"/>
                      </a:cubicBezTo>
                      <a:cubicBezTo>
                        <a:pt x="445" y="660"/>
                        <a:pt x="412" y="655"/>
                        <a:pt x="390" y="630"/>
                      </a:cubicBezTo>
                      <a:cubicBezTo>
                        <a:pt x="368" y="606"/>
                        <a:pt x="341" y="581"/>
                        <a:pt x="332" y="552"/>
                      </a:cubicBezTo>
                      <a:cubicBezTo>
                        <a:pt x="315" y="502"/>
                        <a:pt x="322" y="441"/>
                        <a:pt x="373" y="404"/>
                      </a:cubicBezTo>
                      <a:cubicBezTo>
                        <a:pt x="388" y="393"/>
                        <a:pt x="401" y="380"/>
                        <a:pt x="415" y="368"/>
                      </a:cubicBezTo>
                      <a:cubicBezTo>
                        <a:pt x="414" y="365"/>
                        <a:pt x="413" y="363"/>
                        <a:pt x="411" y="361"/>
                      </a:cubicBezTo>
                      <a:close/>
                      <a:moveTo>
                        <a:pt x="421" y="359"/>
                      </a:moveTo>
                      <a:cubicBezTo>
                        <a:pt x="449" y="364"/>
                        <a:pt x="449" y="364"/>
                        <a:pt x="468" y="390"/>
                      </a:cubicBezTo>
                      <a:cubicBezTo>
                        <a:pt x="469" y="392"/>
                        <a:pt x="475" y="393"/>
                        <a:pt x="477" y="392"/>
                      </a:cubicBezTo>
                      <a:cubicBezTo>
                        <a:pt x="485" y="387"/>
                        <a:pt x="480" y="355"/>
                        <a:pt x="471" y="353"/>
                      </a:cubicBezTo>
                      <a:cubicBezTo>
                        <a:pt x="455" y="350"/>
                        <a:pt x="439" y="347"/>
                        <a:pt x="421" y="35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3" name="Freeform 8"/>
                <p:cNvSpPr>
                  <a:spLocks noEditPoints="1"/>
                </p:cNvSpPr>
                <p:nvPr/>
              </p:nvSpPr>
              <p:spPr bwMode="auto">
                <a:xfrm>
                  <a:off x="-393700" y="855663"/>
                  <a:ext cx="1817688" cy="2114550"/>
                </a:xfrm>
                <a:custGeom>
                  <a:avLst/>
                  <a:gdLst>
                    <a:gd name="T0" fmla="*/ 227 w 576"/>
                    <a:gd name="T1" fmla="*/ 594 h 669"/>
                    <a:gd name="T2" fmla="*/ 134 w 576"/>
                    <a:gd name="T3" fmla="*/ 588 h 669"/>
                    <a:gd name="T4" fmla="*/ 92 w 576"/>
                    <a:gd name="T5" fmla="*/ 525 h 669"/>
                    <a:gd name="T6" fmla="*/ 217 w 576"/>
                    <a:gd name="T7" fmla="*/ 468 h 669"/>
                    <a:gd name="T8" fmla="*/ 236 w 576"/>
                    <a:gd name="T9" fmla="*/ 447 h 669"/>
                    <a:gd name="T10" fmla="*/ 154 w 576"/>
                    <a:gd name="T11" fmla="*/ 452 h 669"/>
                    <a:gd name="T12" fmla="*/ 8 w 576"/>
                    <a:gd name="T13" fmla="*/ 459 h 669"/>
                    <a:gd name="T14" fmla="*/ 42 w 576"/>
                    <a:gd name="T15" fmla="*/ 404 h 669"/>
                    <a:gd name="T16" fmla="*/ 46 w 576"/>
                    <a:gd name="T17" fmla="*/ 381 h 669"/>
                    <a:gd name="T18" fmla="*/ 80 w 576"/>
                    <a:gd name="T19" fmla="*/ 263 h 669"/>
                    <a:gd name="T20" fmla="*/ 96 w 576"/>
                    <a:gd name="T21" fmla="*/ 165 h 669"/>
                    <a:gd name="T22" fmla="*/ 252 w 576"/>
                    <a:gd name="T23" fmla="*/ 85 h 669"/>
                    <a:gd name="T24" fmla="*/ 252 w 576"/>
                    <a:gd name="T25" fmla="*/ 67 h 669"/>
                    <a:gd name="T26" fmla="*/ 123 w 576"/>
                    <a:gd name="T27" fmla="*/ 110 h 669"/>
                    <a:gd name="T28" fmla="*/ 130 w 576"/>
                    <a:gd name="T29" fmla="*/ 31 h 669"/>
                    <a:gd name="T30" fmla="*/ 273 w 576"/>
                    <a:gd name="T31" fmla="*/ 16 h 669"/>
                    <a:gd name="T32" fmla="*/ 333 w 576"/>
                    <a:gd name="T33" fmla="*/ 10 h 669"/>
                    <a:gd name="T34" fmla="*/ 441 w 576"/>
                    <a:gd name="T35" fmla="*/ 2 h 669"/>
                    <a:gd name="T36" fmla="*/ 454 w 576"/>
                    <a:gd name="T37" fmla="*/ 61 h 669"/>
                    <a:gd name="T38" fmla="*/ 359 w 576"/>
                    <a:gd name="T39" fmla="*/ 73 h 669"/>
                    <a:gd name="T40" fmla="*/ 337 w 576"/>
                    <a:gd name="T41" fmla="*/ 99 h 669"/>
                    <a:gd name="T42" fmla="*/ 403 w 576"/>
                    <a:gd name="T43" fmla="*/ 99 h 669"/>
                    <a:gd name="T44" fmla="*/ 447 w 576"/>
                    <a:gd name="T45" fmla="*/ 141 h 669"/>
                    <a:gd name="T46" fmla="*/ 362 w 576"/>
                    <a:gd name="T47" fmla="*/ 322 h 669"/>
                    <a:gd name="T48" fmla="*/ 323 w 576"/>
                    <a:gd name="T49" fmla="*/ 344 h 669"/>
                    <a:gd name="T50" fmla="*/ 386 w 576"/>
                    <a:gd name="T51" fmla="*/ 348 h 669"/>
                    <a:gd name="T52" fmla="*/ 576 w 576"/>
                    <a:gd name="T53" fmla="*/ 382 h 669"/>
                    <a:gd name="T54" fmla="*/ 400 w 576"/>
                    <a:gd name="T55" fmla="*/ 415 h 669"/>
                    <a:gd name="T56" fmla="*/ 317 w 576"/>
                    <a:gd name="T57" fmla="*/ 428 h 669"/>
                    <a:gd name="T58" fmla="*/ 331 w 576"/>
                    <a:gd name="T59" fmla="*/ 460 h 669"/>
                    <a:gd name="T60" fmla="*/ 450 w 576"/>
                    <a:gd name="T61" fmla="*/ 468 h 669"/>
                    <a:gd name="T62" fmla="*/ 322 w 576"/>
                    <a:gd name="T63" fmla="*/ 546 h 669"/>
                    <a:gd name="T64" fmla="*/ 292 w 576"/>
                    <a:gd name="T65" fmla="*/ 642 h 669"/>
                    <a:gd name="T66" fmla="*/ 237 w 576"/>
                    <a:gd name="T67" fmla="*/ 650 h 669"/>
                    <a:gd name="T68" fmla="*/ 247 w 576"/>
                    <a:gd name="T69" fmla="*/ 232 h 669"/>
                    <a:gd name="T70" fmla="*/ 240 w 576"/>
                    <a:gd name="T71" fmla="*/ 224 h 669"/>
                    <a:gd name="T72" fmla="*/ 163 w 576"/>
                    <a:gd name="T73" fmla="*/ 302 h 669"/>
                    <a:gd name="T74" fmla="*/ 150 w 576"/>
                    <a:gd name="T75" fmla="*/ 368 h 669"/>
                    <a:gd name="T76" fmla="*/ 226 w 576"/>
                    <a:gd name="T77" fmla="*/ 347 h 669"/>
                    <a:gd name="T78" fmla="*/ 247 w 576"/>
                    <a:gd name="T79" fmla="*/ 232 h 669"/>
                    <a:gd name="T80" fmla="*/ 316 w 576"/>
                    <a:gd name="T81" fmla="*/ 256 h 669"/>
                    <a:gd name="T82" fmla="*/ 317 w 576"/>
                    <a:gd name="T83" fmla="*/ 279 h 669"/>
                    <a:gd name="T84" fmla="*/ 378 w 576"/>
                    <a:gd name="T85" fmla="*/ 257 h 669"/>
                    <a:gd name="T86" fmla="*/ 390 w 576"/>
                    <a:gd name="T87" fmla="*/ 221 h 669"/>
                    <a:gd name="T88" fmla="*/ 358 w 576"/>
                    <a:gd name="T89" fmla="*/ 150 h 669"/>
                    <a:gd name="T90" fmla="*/ 325 w 576"/>
                    <a:gd name="T91" fmla="*/ 178 h 669"/>
                    <a:gd name="T92" fmla="*/ 313 w 576"/>
                    <a:gd name="T93" fmla="*/ 256 h 669"/>
                    <a:gd name="T94" fmla="*/ 179 w 576"/>
                    <a:gd name="T95" fmla="*/ 200 h 669"/>
                    <a:gd name="T96" fmla="*/ 248 w 576"/>
                    <a:gd name="T97" fmla="*/ 149 h 669"/>
                    <a:gd name="T98" fmla="*/ 235 w 576"/>
                    <a:gd name="T99" fmla="*/ 133 h 669"/>
                    <a:gd name="T100" fmla="*/ 156 w 576"/>
                    <a:gd name="T101" fmla="*/ 189 h 669"/>
                    <a:gd name="T102" fmla="*/ 80 w 576"/>
                    <a:gd name="T103" fmla="*/ 331 h 669"/>
                    <a:gd name="T104" fmla="*/ 107 w 576"/>
                    <a:gd name="T105" fmla="*/ 342 h 669"/>
                    <a:gd name="T106" fmla="*/ 128 w 576"/>
                    <a:gd name="T107" fmla="*/ 297 h 669"/>
                    <a:gd name="T108" fmla="*/ 101 w 576"/>
                    <a:gd name="T109" fmla="*/ 305 h 6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576" h="669">
                      <a:moveTo>
                        <a:pt x="227" y="608"/>
                      </a:moveTo>
                      <a:cubicBezTo>
                        <a:pt x="227" y="603"/>
                        <a:pt x="227" y="598"/>
                        <a:pt x="227" y="594"/>
                      </a:cubicBezTo>
                      <a:cubicBezTo>
                        <a:pt x="227" y="568"/>
                        <a:pt x="214" y="561"/>
                        <a:pt x="189" y="573"/>
                      </a:cubicBezTo>
                      <a:cubicBezTo>
                        <a:pt x="172" y="582"/>
                        <a:pt x="154" y="591"/>
                        <a:pt x="134" y="588"/>
                      </a:cubicBezTo>
                      <a:cubicBezTo>
                        <a:pt x="121" y="585"/>
                        <a:pt x="108" y="582"/>
                        <a:pt x="96" y="576"/>
                      </a:cubicBezTo>
                      <a:cubicBezTo>
                        <a:pt x="76" y="566"/>
                        <a:pt x="75" y="540"/>
                        <a:pt x="92" y="525"/>
                      </a:cubicBezTo>
                      <a:cubicBezTo>
                        <a:pt x="115" y="504"/>
                        <a:pt x="144" y="493"/>
                        <a:pt x="173" y="482"/>
                      </a:cubicBezTo>
                      <a:cubicBezTo>
                        <a:pt x="187" y="476"/>
                        <a:pt x="202" y="473"/>
                        <a:pt x="217" y="468"/>
                      </a:cubicBezTo>
                      <a:cubicBezTo>
                        <a:pt x="219" y="467"/>
                        <a:pt x="222" y="467"/>
                        <a:pt x="224" y="465"/>
                      </a:cubicBezTo>
                      <a:cubicBezTo>
                        <a:pt x="228" y="459"/>
                        <a:pt x="232" y="453"/>
                        <a:pt x="236" y="447"/>
                      </a:cubicBezTo>
                      <a:cubicBezTo>
                        <a:pt x="229" y="444"/>
                        <a:pt x="222" y="437"/>
                        <a:pt x="216" y="438"/>
                      </a:cubicBezTo>
                      <a:cubicBezTo>
                        <a:pt x="195" y="441"/>
                        <a:pt x="173" y="445"/>
                        <a:pt x="154" y="452"/>
                      </a:cubicBezTo>
                      <a:cubicBezTo>
                        <a:pt x="111" y="468"/>
                        <a:pt x="66" y="472"/>
                        <a:pt x="21" y="470"/>
                      </a:cubicBezTo>
                      <a:cubicBezTo>
                        <a:pt x="16" y="470"/>
                        <a:pt x="9" y="464"/>
                        <a:pt x="8" y="459"/>
                      </a:cubicBezTo>
                      <a:cubicBezTo>
                        <a:pt x="0" y="436"/>
                        <a:pt x="14" y="411"/>
                        <a:pt x="37" y="405"/>
                      </a:cubicBezTo>
                      <a:cubicBezTo>
                        <a:pt x="39" y="404"/>
                        <a:pt x="40" y="404"/>
                        <a:pt x="42" y="404"/>
                      </a:cubicBezTo>
                      <a:cubicBezTo>
                        <a:pt x="48" y="400"/>
                        <a:pt x="55" y="397"/>
                        <a:pt x="61" y="393"/>
                      </a:cubicBezTo>
                      <a:cubicBezTo>
                        <a:pt x="56" y="389"/>
                        <a:pt x="51" y="384"/>
                        <a:pt x="46" y="381"/>
                      </a:cubicBezTo>
                      <a:cubicBezTo>
                        <a:pt x="34" y="374"/>
                        <a:pt x="28" y="364"/>
                        <a:pt x="25" y="349"/>
                      </a:cubicBezTo>
                      <a:cubicBezTo>
                        <a:pt x="19" y="304"/>
                        <a:pt x="47" y="282"/>
                        <a:pt x="80" y="263"/>
                      </a:cubicBezTo>
                      <a:cubicBezTo>
                        <a:pt x="94" y="255"/>
                        <a:pt x="97" y="248"/>
                        <a:pt x="85" y="237"/>
                      </a:cubicBezTo>
                      <a:cubicBezTo>
                        <a:pt x="63" y="214"/>
                        <a:pt x="74" y="180"/>
                        <a:pt x="96" y="165"/>
                      </a:cubicBezTo>
                      <a:cubicBezTo>
                        <a:pt x="137" y="134"/>
                        <a:pt x="181" y="110"/>
                        <a:pt x="230" y="94"/>
                      </a:cubicBezTo>
                      <a:cubicBezTo>
                        <a:pt x="237" y="91"/>
                        <a:pt x="245" y="89"/>
                        <a:pt x="252" y="85"/>
                      </a:cubicBezTo>
                      <a:cubicBezTo>
                        <a:pt x="255" y="83"/>
                        <a:pt x="260" y="79"/>
                        <a:pt x="260" y="77"/>
                      </a:cubicBezTo>
                      <a:cubicBezTo>
                        <a:pt x="260" y="73"/>
                        <a:pt x="256" y="69"/>
                        <a:pt x="252" y="67"/>
                      </a:cubicBezTo>
                      <a:cubicBezTo>
                        <a:pt x="248" y="66"/>
                        <a:pt x="243" y="66"/>
                        <a:pt x="239" y="68"/>
                      </a:cubicBezTo>
                      <a:cubicBezTo>
                        <a:pt x="200" y="81"/>
                        <a:pt x="160" y="89"/>
                        <a:pt x="123" y="110"/>
                      </a:cubicBezTo>
                      <a:cubicBezTo>
                        <a:pt x="107" y="120"/>
                        <a:pt x="86" y="107"/>
                        <a:pt x="82" y="88"/>
                      </a:cubicBezTo>
                      <a:cubicBezTo>
                        <a:pt x="75" y="58"/>
                        <a:pt x="99" y="30"/>
                        <a:pt x="130" y="31"/>
                      </a:cubicBezTo>
                      <a:cubicBezTo>
                        <a:pt x="152" y="32"/>
                        <a:pt x="174" y="29"/>
                        <a:pt x="196" y="23"/>
                      </a:cubicBezTo>
                      <a:cubicBezTo>
                        <a:pt x="220" y="16"/>
                        <a:pt x="247" y="18"/>
                        <a:pt x="273" y="16"/>
                      </a:cubicBezTo>
                      <a:cubicBezTo>
                        <a:pt x="280" y="16"/>
                        <a:pt x="288" y="16"/>
                        <a:pt x="293" y="12"/>
                      </a:cubicBezTo>
                      <a:cubicBezTo>
                        <a:pt x="306" y="0"/>
                        <a:pt x="319" y="4"/>
                        <a:pt x="333" y="10"/>
                      </a:cubicBezTo>
                      <a:cubicBezTo>
                        <a:pt x="351" y="19"/>
                        <a:pt x="370" y="17"/>
                        <a:pt x="389" y="12"/>
                      </a:cubicBezTo>
                      <a:cubicBezTo>
                        <a:pt x="406" y="8"/>
                        <a:pt x="424" y="3"/>
                        <a:pt x="441" y="2"/>
                      </a:cubicBezTo>
                      <a:cubicBezTo>
                        <a:pt x="457" y="0"/>
                        <a:pt x="473" y="12"/>
                        <a:pt x="476" y="25"/>
                      </a:cubicBezTo>
                      <a:cubicBezTo>
                        <a:pt x="478" y="34"/>
                        <a:pt x="466" y="57"/>
                        <a:pt x="454" y="61"/>
                      </a:cubicBezTo>
                      <a:cubicBezTo>
                        <a:pt x="437" y="66"/>
                        <a:pt x="420" y="69"/>
                        <a:pt x="403" y="71"/>
                      </a:cubicBezTo>
                      <a:cubicBezTo>
                        <a:pt x="389" y="73"/>
                        <a:pt x="374" y="71"/>
                        <a:pt x="359" y="73"/>
                      </a:cubicBezTo>
                      <a:cubicBezTo>
                        <a:pt x="353" y="74"/>
                        <a:pt x="344" y="76"/>
                        <a:pt x="340" y="81"/>
                      </a:cubicBezTo>
                      <a:cubicBezTo>
                        <a:pt x="336" y="85"/>
                        <a:pt x="336" y="93"/>
                        <a:pt x="337" y="99"/>
                      </a:cubicBezTo>
                      <a:cubicBezTo>
                        <a:pt x="338" y="102"/>
                        <a:pt x="346" y="106"/>
                        <a:pt x="350" y="105"/>
                      </a:cubicBezTo>
                      <a:cubicBezTo>
                        <a:pt x="368" y="104"/>
                        <a:pt x="386" y="102"/>
                        <a:pt x="403" y="99"/>
                      </a:cubicBezTo>
                      <a:cubicBezTo>
                        <a:pt x="418" y="97"/>
                        <a:pt x="425" y="105"/>
                        <a:pt x="431" y="116"/>
                      </a:cubicBezTo>
                      <a:cubicBezTo>
                        <a:pt x="436" y="125"/>
                        <a:pt x="441" y="134"/>
                        <a:pt x="447" y="141"/>
                      </a:cubicBezTo>
                      <a:cubicBezTo>
                        <a:pt x="482" y="178"/>
                        <a:pt x="479" y="215"/>
                        <a:pt x="452" y="253"/>
                      </a:cubicBezTo>
                      <a:cubicBezTo>
                        <a:pt x="429" y="285"/>
                        <a:pt x="397" y="306"/>
                        <a:pt x="362" y="322"/>
                      </a:cubicBezTo>
                      <a:cubicBezTo>
                        <a:pt x="356" y="324"/>
                        <a:pt x="348" y="323"/>
                        <a:pt x="340" y="325"/>
                      </a:cubicBezTo>
                      <a:cubicBezTo>
                        <a:pt x="331" y="328"/>
                        <a:pt x="322" y="332"/>
                        <a:pt x="323" y="344"/>
                      </a:cubicBezTo>
                      <a:cubicBezTo>
                        <a:pt x="324" y="352"/>
                        <a:pt x="341" y="357"/>
                        <a:pt x="351" y="355"/>
                      </a:cubicBezTo>
                      <a:cubicBezTo>
                        <a:pt x="362" y="352"/>
                        <a:pt x="374" y="351"/>
                        <a:pt x="386" y="348"/>
                      </a:cubicBezTo>
                      <a:cubicBezTo>
                        <a:pt x="434" y="338"/>
                        <a:pt x="483" y="333"/>
                        <a:pt x="532" y="333"/>
                      </a:cubicBezTo>
                      <a:cubicBezTo>
                        <a:pt x="565" y="333"/>
                        <a:pt x="576" y="345"/>
                        <a:pt x="576" y="382"/>
                      </a:cubicBezTo>
                      <a:cubicBezTo>
                        <a:pt x="575" y="403"/>
                        <a:pt x="551" y="424"/>
                        <a:pt x="528" y="423"/>
                      </a:cubicBezTo>
                      <a:cubicBezTo>
                        <a:pt x="486" y="420"/>
                        <a:pt x="443" y="417"/>
                        <a:pt x="400" y="415"/>
                      </a:cubicBezTo>
                      <a:cubicBezTo>
                        <a:pt x="380" y="414"/>
                        <a:pt x="361" y="414"/>
                        <a:pt x="341" y="416"/>
                      </a:cubicBezTo>
                      <a:cubicBezTo>
                        <a:pt x="333" y="417"/>
                        <a:pt x="322" y="422"/>
                        <a:pt x="317" y="428"/>
                      </a:cubicBezTo>
                      <a:cubicBezTo>
                        <a:pt x="313" y="435"/>
                        <a:pt x="312" y="446"/>
                        <a:pt x="313" y="455"/>
                      </a:cubicBezTo>
                      <a:cubicBezTo>
                        <a:pt x="314" y="457"/>
                        <a:pt x="325" y="461"/>
                        <a:pt x="331" y="460"/>
                      </a:cubicBezTo>
                      <a:cubicBezTo>
                        <a:pt x="357" y="457"/>
                        <a:pt x="383" y="453"/>
                        <a:pt x="408" y="448"/>
                      </a:cubicBezTo>
                      <a:cubicBezTo>
                        <a:pt x="430" y="443"/>
                        <a:pt x="441" y="447"/>
                        <a:pt x="450" y="468"/>
                      </a:cubicBezTo>
                      <a:cubicBezTo>
                        <a:pt x="465" y="500"/>
                        <a:pt x="441" y="536"/>
                        <a:pt x="406" y="538"/>
                      </a:cubicBezTo>
                      <a:cubicBezTo>
                        <a:pt x="378" y="539"/>
                        <a:pt x="350" y="543"/>
                        <a:pt x="322" y="546"/>
                      </a:cubicBezTo>
                      <a:cubicBezTo>
                        <a:pt x="309" y="548"/>
                        <a:pt x="302" y="556"/>
                        <a:pt x="300" y="570"/>
                      </a:cubicBezTo>
                      <a:cubicBezTo>
                        <a:pt x="298" y="594"/>
                        <a:pt x="295" y="618"/>
                        <a:pt x="292" y="642"/>
                      </a:cubicBezTo>
                      <a:cubicBezTo>
                        <a:pt x="290" y="662"/>
                        <a:pt x="278" y="669"/>
                        <a:pt x="260" y="662"/>
                      </a:cubicBezTo>
                      <a:cubicBezTo>
                        <a:pt x="252" y="658"/>
                        <a:pt x="244" y="655"/>
                        <a:pt x="237" y="650"/>
                      </a:cubicBezTo>
                      <a:cubicBezTo>
                        <a:pt x="221" y="639"/>
                        <a:pt x="228" y="622"/>
                        <a:pt x="227" y="608"/>
                      </a:cubicBezTo>
                      <a:close/>
                      <a:moveTo>
                        <a:pt x="247" y="232"/>
                      </a:moveTo>
                      <a:cubicBezTo>
                        <a:pt x="249" y="231"/>
                        <a:pt x="251" y="230"/>
                        <a:pt x="252" y="229"/>
                      </a:cubicBezTo>
                      <a:cubicBezTo>
                        <a:pt x="248" y="227"/>
                        <a:pt x="243" y="222"/>
                        <a:pt x="240" y="224"/>
                      </a:cubicBezTo>
                      <a:cubicBezTo>
                        <a:pt x="222" y="233"/>
                        <a:pt x="204" y="243"/>
                        <a:pt x="186" y="254"/>
                      </a:cubicBezTo>
                      <a:cubicBezTo>
                        <a:pt x="167" y="264"/>
                        <a:pt x="167" y="284"/>
                        <a:pt x="163" y="302"/>
                      </a:cubicBezTo>
                      <a:cubicBezTo>
                        <a:pt x="158" y="321"/>
                        <a:pt x="154" y="340"/>
                        <a:pt x="149" y="359"/>
                      </a:cubicBezTo>
                      <a:cubicBezTo>
                        <a:pt x="149" y="362"/>
                        <a:pt x="148" y="367"/>
                        <a:pt x="150" y="368"/>
                      </a:cubicBezTo>
                      <a:cubicBezTo>
                        <a:pt x="153" y="370"/>
                        <a:pt x="158" y="371"/>
                        <a:pt x="161" y="370"/>
                      </a:cubicBezTo>
                      <a:cubicBezTo>
                        <a:pt x="181" y="358"/>
                        <a:pt x="203" y="351"/>
                        <a:pt x="226" y="347"/>
                      </a:cubicBezTo>
                      <a:cubicBezTo>
                        <a:pt x="234" y="345"/>
                        <a:pt x="245" y="335"/>
                        <a:pt x="246" y="328"/>
                      </a:cubicBezTo>
                      <a:cubicBezTo>
                        <a:pt x="248" y="296"/>
                        <a:pt x="247" y="264"/>
                        <a:pt x="247" y="232"/>
                      </a:cubicBezTo>
                      <a:close/>
                      <a:moveTo>
                        <a:pt x="313" y="256"/>
                      </a:moveTo>
                      <a:cubicBezTo>
                        <a:pt x="314" y="256"/>
                        <a:pt x="315" y="256"/>
                        <a:pt x="316" y="256"/>
                      </a:cubicBezTo>
                      <a:cubicBezTo>
                        <a:pt x="316" y="260"/>
                        <a:pt x="315" y="263"/>
                        <a:pt x="316" y="267"/>
                      </a:cubicBezTo>
                      <a:cubicBezTo>
                        <a:pt x="316" y="271"/>
                        <a:pt x="316" y="275"/>
                        <a:pt x="317" y="279"/>
                      </a:cubicBezTo>
                      <a:cubicBezTo>
                        <a:pt x="323" y="294"/>
                        <a:pt x="330" y="297"/>
                        <a:pt x="344" y="287"/>
                      </a:cubicBezTo>
                      <a:cubicBezTo>
                        <a:pt x="356" y="278"/>
                        <a:pt x="368" y="268"/>
                        <a:pt x="378" y="257"/>
                      </a:cubicBezTo>
                      <a:cubicBezTo>
                        <a:pt x="385" y="251"/>
                        <a:pt x="390" y="242"/>
                        <a:pt x="394" y="234"/>
                      </a:cubicBezTo>
                      <a:cubicBezTo>
                        <a:pt x="395" y="231"/>
                        <a:pt x="393" y="223"/>
                        <a:pt x="390" y="221"/>
                      </a:cubicBezTo>
                      <a:cubicBezTo>
                        <a:pt x="361" y="205"/>
                        <a:pt x="357" y="196"/>
                        <a:pt x="363" y="162"/>
                      </a:cubicBezTo>
                      <a:cubicBezTo>
                        <a:pt x="364" y="158"/>
                        <a:pt x="359" y="149"/>
                        <a:pt x="358" y="150"/>
                      </a:cubicBezTo>
                      <a:cubicBezTo>
                        <a:pt x="348" y="151"/>
                        <a:pt x="338" y="152"/>
                        <a:pt x="330" y="157"/>
                      </a:cubicBezTo>
                      <a:cubicBezTo>
                        <a:pt x="326" y="160"/>
                        <a:pt x="326" y="171"/>
                        <a:pt x="325" y="178"/>
                      </a:cubicBezTo>
                      <a:cubicBezTo>
                        <a:pt x="325" y="188"/>
                        <a:pt x="327" y="199"/>
                        <a:pt x="325" y="209"/>
                      </a:cubicBezTo>
                      <a:cubicBezTo>
                        <a:pt x="322" y="224"/>
                        <a:pt x="317" y="240"/>
                        <a:pt x="313" y="256"/>
                      </a:cubicBezTo>
                      <a:close/>
                      <a:moveTo>
                        <a:pt x="167" y="205"/>
                      </a:moveTo>
                      <a:cubicBezTo>
                        <a:pt x="170" y="204"/>
                        <a:pt x="175" y="203"/>
                        <a:pt x="179" y="200"/>
                      </a:cubicBezTo>
                      <a:cubicBezTo>
                        <a:pt x="195" y="190"/>
                        <a:pt x="211" y="180"/>
                        <a:pt x="226" y="169"/>
                      </a:cubicBezTo>
                      <a:cubicBezTo>
                        <a:pt x="234" y="163"/>
                        <a:pt x="242" y="156"/>
                        <a:pt x="248" y="149"/>
                      </a:cubicBezTo>
                      <a:cubicBezTo>
                        <a:pt x="251" y="145"/>
                        <a:pt x="249" y="138"/>
                        <a:pt x="250" y="133"/>
                      </a:cubicBezTo>
                      <a:cubicBezTo>
                        <a:pt x="245" y="133"/>
                        <a:pt x="239" y="131"/>
                        <a:pt x="235" y="133"/>
                      </a:cubicBezTo>
                      <a:cubicBezTo>
                        <a:pt x="216" y="142"/>
                        <a:pt x="196" y="152"/>
                        <a:pt x="179" y="164"/>
                      </a:cubicBezTo>
                      <a:cubicBezTo>
                        <a:pt x="169" y="170"/>
                        <a:pt x="162" y="179"/>
                        <a:pt x="156" y="189"/>
                      </a:cubicBezTo>
                      <a:cubicBezTo>
                        <a:pt x="150" y="197"/>
                        <a:pt x="154" y="204"/>
                        <a:pt x="167" y="205"/>
                      </a:cubicBezTo>
                      <a:close/>
                      <a:moveTo>
                        <a:pt x="80" y="331"/>
                      </a:moveTo>
                      <a:cubicBezTo>
                        <a:pt x="84" y="337"/>
                        <a:pt x="87" y="343"/>
                        <a:pt x="91" y="345"/>
                      </a:cubicBezTo>
                      <a:cubicBezTo>
                        <a:pt x="96" y="347"/>
                        <a:pt x="103" y="346"/>
                        <a:pt x="107" y="342"/>
                      </a:cubicBezTo>
                      <a:cubicBezTo>
                        <a:pt x="114" y="336"/>
                        <a:pt x="121" y="328"/>
                        <a:pt x="125" y="320"/>
                      </a:cubicBezTo>
                      <a:cubicBezTo>
                        <a:pt x="128" y="313"/>
                        <a:pt x="127" y="305"/>
                        <a:pt x="128" y="297"/>
                      </a:cubicBezTo>
                      <a:cubicBezTo>
                        <a:pt x="121" y="299"/>
                        <a:pt x="114" y="300"/>
                        <a:pt x="108" y="302"/>
                      </a:cubicBezTo>
                      <a:cubicBezTo>
                        <a:pt x="106" y="303"/>
                        <a:pt x="103" y="303"/>
                        <a:pt x="101" y="305"/>
                      </a:cubicBezTo>
                      <a:cubicBezTo>
                        <a:pt x="94" y="313"/>
                        <a:pt x="88" y="321"/>
                        <a:pt x="80" y="33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4" name="Freeform 9"/>
                <p:cNvSpPr>
                  <a:spLocks noEditPoints="1"/>
                </p:cNvSpPr>
                <p:nvPr/>
              </p:nvSpPr>
              <p:spPr bwMode="auto">
                <a:xfrm>
                  <a:off x="4048125" y="839788"/>
                  <a:ext cx="1846263" cy="2085975"/>
                </a:xfrm>
                <a:custGeom>
                  <a:avLst/>
                  <a:gdLst>
                    <a:gd name="T0" fmla="*/ 8 w 585"/>
                    <a:gd name="T1" fmla="*/ 178 h 660"/>
                    <a:gd name="T2" fmla="*/ 30 w 585"/>
                    <a:gd name="T3" fmla="*/ 88 h 660"/>
                    <a:gd name="T4" fmla="*/ 189 w 585"/>
                    <a:gd name="T5" fmla="*/ 35 h 660"/>
                    <a:gd name="T6" fmla="*/ 193 w 585"/>
                    <a:gd name="T7" fmla="*/ 139 h 660"/>
                    <a:gd name="T8" fmla="*/ 141 w 585"/>
                    <a:gd name="T9" fmla="*/ 202 h 660"/>
                    <a:gd name="T10" fmla="*/ 193 w 585"/>
                    <a:gd name="T11" fmla="*/ 185 h 660"/>
                    <a:gd name="T12" fmla="*/ 231 w 585"/>
                    <a:gd name="T13" fmla="*/ 108 h 660"/>
                    <a:gd name="T14" fmla="*/ 438 w 585"/>
                    <a:gd name="T15" fmla="*/ 3 h 660"/>
                    <a:gd name="T16" fmla="*/ 523 w 585"/>
                    <a:gd name="T17" fmla="*/ 35 h 660"/>
                    <a:gd name="T18" fmla="*/ 422 w 585"/>
                    <a:gd name="T19" fmla="*/ 85 h 660"/>
                    <a:gd name="T20" fmla="*/ 422 w 585"/>
                    <a:gd name="T21" fmla="*/ 101 h 660"/>
                    <a:gd name="T22" fmla="*/ 445 w 585"/>
                    <a:gd name="T23" fmla="*/ 157 h 660"/>
                    <a:gd name="T24" fmla="*/ 497 w 585"/>
                    <a:gd name="T25" fmla="*/ 164 h 660"/>
                    <a:gd name="T26" fmla="*/ 585 w 585"/>
                    <a:gd name="T27" fmla="*/ 204 h 660"/>
                    <a:gd name="T28" fmla="*/ 519 w 585"/>
                    <a:gd name="T29" fmla="*/ 358 h 660"/>
                    <a:gd name="T30" fmla="*/ 430 w 585"/>
                    <a:gd name="T31" fmla="*/ 422 h 660"/>
                    <a:gd name="T32" fmla="*/ 415 w 585"/>
                    <a:gd name="T33" fmla="*/ 561 h 660"/>
                    <a:gd name="T34" fmla="*/ 378 w 585"/>
                    <a:gd name="T35" fmla="*/ 660 h 660"/>
                    <a:gd name="T36" fmla="*/ 346 w 585"/>
                    <a:gd name="T37" fmla="*/ 567 h 660"/>
                    <a:gd name="T38" fmla="*/ 345 w 585"/>
                    <a:gd name="T39" fmla="*/ 348 h 660"/>
                    <a:gd name="T40" fmla="*/ 332 w 585"/>
                    <a:gd name="T41" fmla="*/ 296 h 660"/>
                    <a:gd name="T42" fmla="*/ 318 w 585"/>
                    <a:gd name="T43" fmla="*/ 327 h 660"/>
                    <a:gd name="T44" fmla="*/ 290 w 585"/>
                    <a:gd name="T45" fmla="*/ 407 h 660"/>
                    <a:gd name="T46" fmla="*/ 248 w 585"/>
                    <a:gd name="T47" fmla="*/ 339 h 660"/>
                    <a:gd name="T48" fmla="*/ 301 w 585"/>
                    <a:gd name="T49" fmla="*/ 148 h 660"/>
                    <a:gd name="T50" fmla="*/ 326 w 585"/>
                    <a:gd name="T51" fmla="*/ 108 h 660"/>
                    <a:gd name="T52" fmla="*/ 268 w 585"/>
                    <a:gd name="T53" fmla="*/ 141 h 660"/>
                    <a:gd name="T54" fmla="*/ 181 w 585"/>
                    <a:gd name="T55" fmla="*/ 316 h 660"/>
                    <a:gd name="T56" fmla="*/ 159 w 585"/>
                    <a:gd name="T57" fmla="*/ 406 h 660"/>
                    <a:gd name="T58" fmla="*/ 101 w 585"/>
                    <a:gd name="T59" fmla="*/ 389 h 660"/>
                    <a:gd name="T60" fmla="*/ 132 w 585"/>
                    <a:gd name="T61" fmla="*/ 312 h 660"/>
                    <a:gd name="T62" fmla="*/ 116 w 585"/>
                    <a:gd name="T63" fmla="*/ 298 h 660"/>
                    <a:gd name="T64" fmla="*/ 83 w 585"/>
                    <a:gd name="T65" fmla="*/ 300 h 660"/>
                    <a:gd name="T66" fmla="*/ 60 w 585"/>
                    <a:gd name="T67" fmla="*/ 332 h 660"/>
                    <a:gd name="T68" fmla="*/ 72 w 585"/>
                    <a:gd name="T69" fmla="*/ 435 h 660"/>
                    <a:gd name="T70" fmla="*/ 36 w 585"/>
                    <a:gd name="T71" fmla="*/ 445 h 660"/>
                    <a:gd name="T72" fmla="*/ 2 w 585"/>
                    <a:gd name="T73" fmla="*/ 287 h 660"/>
                    <a:gd name="T74" fmla="*/ 64 w 585"/>
                    <a:gd name="T75" fmla="*/ 256 h 660"/>
                    <a:gd name="T76" fmla="*/ 84 w 585"/>
                    <a:gd name="T77" fmla="*/ 255 h 660"/>
                    <a:gd name="T78" fmla="*/ 117 w 585"/>
                    <a:gd name="T79" fmla="*/ 185 h 660"/>
                    <a:gd name="T80" fmla="*/ 127 w 585"/>
                    <a:gd name="T81" fmla="*/ 125 h 660"/>
                    <a:gd name="T82" fmla="*/ 133 w 585"/>
                    <a:gd name="T83" fmla="*/ 94 h 660"/>
                    <a:gd name="T84" fmla="*/ 94 w 585"/>
                    <a:gd name="T85" fmla="*/ 126 h 660"/>
                    <a:gd name="T86" fmla="*/ 60 w 585"/>
                    <a:gd name="T87" fmla="*/ 228 h 660"/>
                    <a:gd name="T88" fmla="*/ 460 w 585"/>
                    <a:gd name="T89" fmla="*/ 320 h 660"/>
                    <a:gd name="T90" fmla="*/ 496 w 585"/>
                    <a:gd name="T91" fmla="*/ 242 h 660"/>
                    <a:gd name="T92" fmla="*/ 432 w 585"/>
                    <a:gd name="T93" fmla="*/ 281 h 660"/>
                    <a:gd name="T94" fmla="*/ 317 w 585"/>
                    <a:gd name="T95" fmla="*/ 221 h 660"/>
                    <a:gd name="T96" fmla="*/ 338 w 585"/>
                    <a:gd name="T97" fmla="*/ 203 h 660"/>
                    <a:gd name="T98" fmla="*/ 366 w 585"/>
                    <a:gd name="T99" fmla="*/ 134 h 660"/>
                    <a:gd name="T100" fmla="*/ 314 w 585"/>
                    <a:gd name="T101" fmla="*/ 204 h 6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585" h="660">
                      <a:moveTo>
                        <a:pt x="2" y="287"/>
                      </a:moveTo>
                      <a:cubicBezTo>
                        <a:pt x="4" y="250"/>
                        <a:pt x="5" y="214"/>
                        <a:pt x="8" y="178"/>
                      </a:cubicBezTo>
                      <a:cubicBezTo>
                        <a:pt x="9" y="166"/>
                        <a:pt x="15" y="154"/>
                        <a:pt x="18" y="142"/>
                      </a:cubicBezTo>
                      <a:cubicBezTo>
                        <a:pt x="22" y="124"/>
                        <a:pt x="28" y="106"/>
                        <a:pt x="30" y="88"/>
                      </a:cubicBezTo>
                      <a:cubicBezTo>
                        <a:pt x="36" y="36"/>
                        <a:pt x="72" y="15"/>
                        <a:pt x="119" y="13"/>
                      </a:cubicBezTo>
                      <a:cubicBezTo>
                        <a:pt x="145" y="12"/>
                        <a:pt x="172" y="12"/>
                        <a:pt x="189" y="35"/>
                      </a:cubicBezTo>
                      <a:cubicBezTo>
                        <a:pt x="196" y="44"/>
                        <a:pt x="202" y="56"/>
                        <a:pt x="202" y="67"/>
                      </a:cubicBezTo>
                      <a:cubicBezTo>
                        <a:pt x="201" y="91"/>
                        <a:pt x="200" y="116"/>
                        <a:pt x="193" y="139"/>
                      </a:cubicBezTo>
                      <a:cubicBezTo>
                        <a:pt x="188" y="160"/>
                        <a:pt x="170" y="175"/>
                        <a:pt x="151" y="188"/>
                      </a:cubicBezTo>
                      <a:cubicBezTo>
                        <a:pt x="147" y="191"/>
                        <a:pt x="145" y="197"/>
                        <a:pt x="141" y="202"/>
                      </a:cubicBezTo>
                      <a:cubicBezTo>
                        <a:pt x="147" y="205"/>
                        <a:pt x="152" y="209"/>
                        <a:pt x="157" y="210"/>
                      </a:cubicBezTo>
                      <a:cubicBezTo>
                        <a:pt x="184" y="212"/>
                        <a:pt x="185" y="211"/>
                        <a:pt x="193" y="185"/>
                      </a:cubicBezTo>
                      <a:cubicBezTo>
                        <a:pt x="195" y="179"/>
                        <a:pt x="199" y="173"/>
                        <a:pt x="203" y="168"/>
                      </a:cubicBezTo>
                      <a:cubicBezTo>
                        <a:pt x="214" y="149"/>
                        <a:pt x="225" y="130"/>
                        <a:pt x="231" y="108"/>
                      </a:cubicBezTo>
                      <a:cubicBezTo>
                        <a:pt x="245" y="52"/>
                        <a:pt x="266" y="37"/>
                        <a:pt x="328" y="25"/>
                      </a:cubicBezTo>
                      <a:cubicBezTo>
                        <a:pt x="365" y="18"/>
                        <a:pt x="401" y="9"/>
                        <a:pt x="438" y="3"/>
                      </a:cubicBezTo>
                      <a:cubicBezTo>
                        <a:pt x="458" y="0"/>
                        <a:pt x="480" y="1"/>
                        <a:pt x="501" y="3"/>
                      </a:cubicBezTo>
                      <a:cubicBezTo>
                        <a:pt x="514" y="3"/>
                        <a:pt x="525" y="21"/>
                        <a:pt x="523" y="35"/>
                      </a:cubicBezTo>
                      <a:cubicBezTo>
                        <a:pt x="520" y="55"/>
                        <a:pt x="499" y="78"/>
                        <a:pt x="476" y="78"/>
                      </a:cubicBezTo>
                      <a:cubicBezTo>
                        <a:pt x="458" y="78"/>
                        <a:pt x="440" y="82"/>
                        <a:pt x="422" y="85"/>
                      </a:cubicBezTo>
                      <a:cubicBezTo>
                        <a:pt x="419" y="86"/>
                        <a:pt x="416" y="91"/>
                        <a:pt x="413" y="94"/>
                      </a:cubicBezTo>
                      <a:cubicBezTo>
                        <a:pt x="416" y="96"/>
                        <a:pt x="418" y="100"/>
                        <a:pt x="422" y="101"/>
                      </a:cubicBezTo>
                      <a:cubicBezTo>
                        <a:pt x="439" y="108"/>
                        <a:pt x="447" y="117"/>
                        <a:pt x="446" y="136"/>
                      </a:cubicBezTo>
                      <a:cubicBezTo>
                        <a:pt x="446" y="143"/>
                        <a:pt x="445" y="150"/>
                        <a:pt x="445" y="157"/>
                      </a:cubicBezTo>
                      <a:cubicBezTo>
                        <a:pt x="443" y="173"/>
                        <a:pt x="450" y="178"/>
                        <a:pt x="465" y="174"/>
                      </a:cubicBezTo>
                      <a:cubicBezTo>
                        <a:pt x="476" y="171"/>
                        <a:pt x="486" y="167"/>
                        <a:pt x="497" y="164"/>
                      </a:cubicBezTo>
                      <a:cubicBezTo>
                        <a:pt x="511" y="161"/>
                        <a:pt x="525" y="156"/>
                        <a:pt x="540" y="155"/>
                      </a:cubicBezTo>
                      <a:cubicBezTo>
                        <a:pt x="574" y="154"/>
                        <a:pt x="585" y="177"/>
                        <a:pt x="585" y="204"/>
                      </a:cubicBezTo>
                      <a:cubicBezTo>
                        <a:pt x="584" y="222"/>
                        <a:pt x="580" y="239"/>
                        <a:pt x="577" y="257"/>
                      </a:cubicBezTo>
                      <a:cubicBezTo>
                        <a:pt x="572" y="299"/>
                        <a:pt x="545" y="329"/>
                        <a:pt x="519" y="358"/>
                      </a:cubicBezTo>
                      <a:cubicBezTo>
                        <a:pt x="511" y="366"/>
                        <a:pt x="499" y="369"/>
                        <a:pt x="489" y="375"/>
                      </a:cubicBezTo>
                      <a:cubicBezTo>
                        <a:pt x="467" y="388"/>
                        <a:pt x="442" y="398"/>
                        <a:pt x="430" y="422"/>
                      </a:cubicBezTo>
                      <a:cubicBezTo>
                        <a:pt x="422" y="437"/>
                        <a:pt x="417" y="455"/>
                        <a:pt x="416" y="473"/>
                      </a:cubicBezTo>
                      <a:cubicBezTo>
                        <a:pt x="414" y="502"/>
                        <a:pt x="416" y="532"/>
                        <a:pt x="415" y="561"/>
                      </a:cubicBezTo>
                      <a:cubicBezTo>
                        <a:pt x="414" y="583"/>
                        <a:pt x="413" y="605"/>
                        <a:pt x="410" y="627"/>
                      </a:cubicBezTo>
                      <a:cubicBezTo>
                        <a:pt x="409" y="646"/>
                        <a:pt x="394" y="660"/>
                        <a:pt x="378" y="660"/>
                      </a:cubicBezTo>
                      <a:cubicBezTo>
                        <a:pt x="360" y="660"/>
                        <a:pt x="351" y="651"/>
                        <a:pt x="350" y="633"/>
                      </a:cubicBezTo>
                      <a:cubicBezTo>
                        <a:pt x="348" y="611"/>
                        <a:pt x="347" y="589"/>
                        <a:pt x="346" y="567"/>
                      </a:cubicBezTo>
                      <a:cubicBezTo>
                        <a:pt x="344" y="534"/>
                        <a:pt x="341" y="500"/>
                        <a:pt x="341" y="466"/>
                      </a:cubicBezTo>
                      <a:cubicBezTo>
                        <a:pt x="341" y="427"/>
                        <a:pt x="345" y="388"/>
                        <a:pt x="345" y="348"/>
                      </a:cubicBezTo>
                      <a:cubicBezTo>
                        <a:pt x="345" y="333"/>
                        <a:pt x="341" y="318"/>
                        <a:pt x="339" y="303"/>
                      </a:cubicBezTo>
                      <a:cubicBezTo>
                        <a:pt x="338" y="300"/>
                        <a:pt x="335" y="296"/>
                        <a:pt x="332" y="296"/>
                      </a:cubicBezTo>
                      <a:cubicBezTo>
                        <a:pt x="330" y="296"/>
                        <a:pt x="325" y="299"/>
                        <a:pt x="324" y="301"/>
                      </a:cubicBezTo>
                      <a:cubicBezTo>
                        <a:pt x="322" y="310"/>
                        <a:pt x="319" y="319"/>
                        <a:pt x="318" y="327"/>
                      </a:cubicBezTo>
                      <a:cubicBezTo>
                        <a:pt x="317" y="343"/>
                        <a:pt x="319" y="358"/>
                        <a:pt x="318" y="374"/>
                      </a:cubicBezTo>
                      <a:cubicBezTo>
                        <a:pt x="317" y="393"/>
                        <a:pt x="307" y="406"/>
                        <a:pt x="290" y="407"/>
                      </a:cubicBezTo>
                      <a:cubicBezTo>
                        <a:pt x="273" y="409"/>
                        <a:pt x="257" y="398"/>
                        <a:pt x="253" y="380"/>
                      </a:cubicBezTo>
                      <a:cubicBezTo>
                        <a:pt x="250" y="366"/>
                        <a:pt x="248" y="352"/>
                        <a:pt x="248" y="339"/>
                      </a:cubicBezTo>
                      <a:cubicBezTo>
                        <a:pt x="247" y="321"/>
                        <a:pt x="248" y="304"/>
                        <a:pt x="248" y="286"/>
                      </a:cubicBezTo>
                      <a:cubicBezTo>
                        <a:pt x="246" y="232"/>
                        <a:pt x="266" y="187"/>
                        <a:pt x="301" y="148"/>
                      </a:cubicBezTo>
                      <a:cubicBezTo>
                        <a:pt x="309" y="139"/>
                        <a:pt x="316" y="131"/>
                        <a:pt x="323" y="123"/>
                      </a:cubicBezTo>
                      <a:cubicBezTo>
                        <a:pt x="325" y="119"/>
                        <a:pt x="325" y="113"/>
                        <a:pt x="326" y="108"/>
                      </a:cubicBezTo>
                      <a:cubicBezTo>
                        <a:pt x="321" y="107"/>
                        <a:pt x="316" y="106"/>
                        <a:pt x="312" y="107"/>
                      </a:cubicBezTo>
                      <a:cubicBezTo>
                        <a:pt x="292" y="112"/>
                        <a:pt x="278" y="125"/>
                        <a:pt x="268" y="141"/>
                      </a:cubicBezTo>
                      <a:cubicBezTo>
                        <a:pt x="248" y="176"/>
                        <a:pt x="228" y="210"/>
                        <a:pt x="210" y="246"/>
                      </a:cubicBezTo>
                      <a:cubicBezTo>
                        <a:pt x="198" y="268"/>
                        <a:pt x="189" y="292"/>
                        <a:pt x="181" y="316"/>
                      </a:cubicBezTo>
                      <a:cubicBezTo>
                        <a:pt x="177" y="326"/>
                        <a:pt x="181" y="340"/>
                        <a:pt x="178" y="351"/>
                      </a:cubicBezTo>
                      <a:cubicBezTo>
                        <a:pt x="173" y="370"/>
                        <a:pt x="167" y="389"/>
                        <a:pt x="159" y="406"/>
                      </a:cubicBezTo>
                      <a:cubicBezTo>
                        <a:pt x="153" y="418"/>
                        <a:pt x="139" y="423"/>
                        <a:pt x="125" y="418"/>
                      </a:cubicBezTo>
                      <a:cubicBezTo>
                        <a:pt x="111" y="413"/>
                        <a:pt x="101" y="403"/>
                        <a:pt x="101" y="389"/>
                      </a:cubicBezTo>
                      <a:cubicBezTo>
                        <a:pt x="101" y="375"/>
                        <a:pt x="105" y="360"/>
                        <a:pt x="111" y="348"/>
                      </a:cubicBezTo>
                      <a:cubicBezTo>
                        <a:pt x="116" y="335"/>
                        <a:pt x="126" y="324"/>
                        <a:pt x="132" y="312"/>
                      </a:cubicBezTo>
                      <a:cubicBezTo>
                        <a:pt x="135" y="307"/>
                        <a:pt x="134" y="300"/>
                        <a:pt x="135" y="293"/>
                      </a:cubicBezTo>
                      <a:cubicBezTo>
                        <a:pt x="128" y="295"/>
                        <a:pt x="122" y="295"/>
                        <a:pt x="116" y="298"/>
                      </a:cubicBezTo>
                      <a:cubicBezTo>
                        <a:pt x="112" y="299"/>
                        <a:pt x="108" y="304"/>
                        <a:pt x="104" y="307"/>
                      </a:cubicBezTo>
                      <a:cubicBezTo>
                        <a:pt x="95" y="313"/>
                        <a:pt x="87" y="312"/>
                        <a:pt x="83" y="300"/>
                      </a:cubicBezTo>
                      <a:cubicBezTo>
                        <a:pt x="79" y="287"/>
                        <a:pt x="72" y="290"/>
                        <a:pt x="69" y="298"/>
                      </a:cubicBezTo>
                      <a:cubicBezTo>
                        <a:pt x="64" y="309"/>
                        <a:pt x="59" y="321"/>
                        <a:pt x="60" y="332"/>
                      </a:cubicBezTo>
                      <a:cubicBezTo>
                        <a:pt x="62" y="360"/>
                        <a:pt x="66" y="388"/>
                        <a:pt x="70" y="415"/>
                      </a:cubicBezTo>
                      <a:cubicBezTo>
                        <a:pt x="71" y="422"/>
                        <a:pt x="72" y="428"/>
                        <a:pt x="72" y="435"/>
                      </a:cubicBezTo>
                      <a:cubicBezTo>
                        <a:pt x="73" y="443"/>
                        <a:pt x="74" y="453"/>
                        <a:pt x="62" y="457"/>
                      </a:cubicBezTo>
                      <a:cubicBezTo>
                        <a:pt x="50" y="461"/>
                        <a:pt x="41" y="456"/>
                        <a:pt x="36" y="445"/>
                      </a:cubicBezTo>
                      <a:cubicBezTo>
                        <a:pt x="28" y="430"/>
                        <a:pt x="22" y="415"/>
                        <a:pt x="15" y="399"/>
                      </a:cubicBezTo>
                      <a:cubicBezTo>
                        <a:pt x="0" y="363"/>
                        <a:pt x="2" y="325"/>
                        <a:pt x="2" y="287"/>
                      </a:cubicBezTo>
                      <a:close/>
                      <a:moveTo>
                        <a:pt x="60" y="228"/>
                      </a:moveTo>
                      <a:cubicBezTo>
                        <a:pt x="61" y="238"/>
                        <a:pt x="61" y="248"/>
                        <a:pt x="64" y="256"/>
                      </a:cubicBezTo>
                      <a:cubicBezTo>
                        <a:pt x="65" y="260"/>
                        <a:pt x="71" y="264"/>
                        <a:pt x="76" y="265"/>
                      </a:cubicBezTo>
                      <a:cubicBezTo>
                        <a:pt x="78" y="265"/>
                        <a:pt x="84" y="258"/>
                        <a:pt x="84" y="255"/>
                      </a:cubicBezTo>
                      <a:cubicBezTo>
                        <a:pt x="83" y="237"/>
                        <a:pt x="92" y="224"/>
                        <a:pt x="106" y="215"/>
                      </a:cubicBezTo>
                      <a:cubicBezTo>
                        <a:pt x="118" y="207"/>
                        <a:pt x="124" y="199"/>
                        <a:pt x="117" y="185"/>
                      </a:cubicBezTo>
                      <a:cubicBezTo>
                        <a:pt x="115" y="182"/>
                        <a:pt x="116" y="178"/>
                        <a:pt x="117" y="175"/>
                      </a:cubicBezTo>
                      <a:cubicBezTo>
                        <a:pt x="120" y="158"/>
                        <a:pt x="123" y="142"/>
                        <a:pt x="127" y="125"/>
                      </a:cubicBezTo>
                      <a:cubicBezTo>
                        <a:pt x="128" y="119"/>
                        <a:pt x="131" y="113"/>
                        <a:pt x="132" y="107"/>
                      </a:cubicBezTo>
                      <a:cubicBezTo>
                        <a:pt x="133" y="103"/>
                        <a:pt x="133" y="98"/>
                        <a:pt x="133" y="94"/>
                      </a:cubicBezTo>
                      <a:cubicBezTo>
                        <a:pt x="129" y="95"/>
                        <a:pt x="122" y="93"/>
                        <a:pt x="119" y="96"/>
                      </a:cubicBezTo>
                      <a:cubicBezTo>
                        <a:pt x="110" y="105"/>
                        <a:pt x="100" y="115"/>
                        <a:pt x="94" y="126"/>
                      </a:cubicBezTo>
                      <a:cubicBezTo>
                        <a:pt x="85" y="145"/>
                        <a:pt x="80" y="164"/>
                        <a:pt x="73" y="184"/>
                      </a:cubicBezTo>
                      <a:cubicBezTo>
                        <a:pt x="68" y="199"/>
                        <a:pt x="64" y="214"/>
                        <a:pt x="60" y="228"/>
                      </a:cubicBezTo>
                      <a:close/>
                      <a:moveTo>
                        <a:pt x="433" y="290"/>
                      </a:moveTo>
                      <a:cubicBezTo>
                        <a:pt x="431" y="314"/>
                        <a:pt x="443" y="327"/>
                        <a:pt x="460" y="320"/>
                      </a:cubicBezTo>
                      <a:cubicBezTo>
                        <a:pt x="486" y="307"/>
                        <a:pt x="503" y="286"/>
                        <a:pt x="511" y="257"/>
                      </a:cubicBezTo>
                      <a:cubicBezTo>
                        <a:pt x="514" y="245"/>
                        <a:pt x="509" y="240"/>
                        <a:pt x="496" y="242"/>
                      </a:cubicBezTo>
                      <a:cubicBezTo>
                        <a:pt x="482" y="244"/>
                        <a:pt x="469" y="248"/>
                        <a:pt x="455" y="250"/>
                      </a:cubicBezTo>
                      <a:cubicBezTo>
                        <a:pt x="435" y="253"/>
                        <a:pt x="429" y="261"/>
                        <a:pt x="432" y="281"/>
                      </a:cubicBezTo>
                      <a:cubicBezTo>
                        <a:pt x="433" y="285"/>
                        <a:pt x="433" y="289"/>
                        <a:pt x="433" y="290"/>
                      </a:cubicBezTo>
                      <a:close/>
                      <a:moveTo>
                        <a:pt x="317" y="221"/>
                      </a:moveTo>
                      <a:cubicBezTo>
                        <a:pt x="319" y="221"/>
                        <a:pt x="321" y="221"/>
                        <a:pt x="322" y="221"/>
                      </a:cubicBezTo>
                      <a:cubicBezTo>
                        <a:pt x="328" y="215"/>
                        <a:pt x="334" y="210"/>
                        <a:pt x="338" y="203"/>
                      </a:cubicBezTo>
                      <a:cubicBezTo>
                        <a:pt x="347" y="185"/>
                        <a:pt x="356" y="167"/>
                        <a:pt x="364" y="150"/>
                      </a:cubicBezTo>
                      <a:cubicBezTo>
                        <a:pt x="366" y="145"/>
                        <a:pt x="366" y="139"/>
                        <a:pt x="366" y="134"/>
                      </a:cubicBezTo>
                      <a:cubicBezTo>
                        <a:pt x="361" y="136"/>
                        <a:pt x="353" y="136"/>
                        <a:pt x="351" y="140"/>
                      </a:cubicBezTo>
                      <a:cubicBezTo>
                        <a:pt x="338" y="161"/>
                        <a:pt x="325" y="182"/>
                        <a:pt x="314" y="204"/>
                      </a:cubicBezTo>
                      <a:cubicBezTo>
                        <a:pt x="312" y="208"/>
                        <a:pt x="316" y="215"/>
                        <a:pt x="317" y="2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5" name="Freeform 10"/>
                <p:cNvSpPr>
                  <a:spLocks noEditPoints="1"/>
                </p:cNvSpPr>
                <p:nvPr/>
              </p:nvSpPr>
              <p:spPr bwMode="auto">
                <a:xfrm>
                  <a:off x="1854200" y="730251"/>
                  <a:ext cx="1852613" cy="2098675"/>
                </a:xfrm>
                <a:custGeom>
                  <a:avLst/>
                  <a:gdLst>
                    <a:gd name="T0" fmla="*/ 164 w 587"/>
                    <a:gd name="T1" fmla="*/ 273 h 664"/>
                    <a:gd name="T2" fmla="*/ 135 w 587"/>
                    <a:gd name="T3" fmla="*/ 375 h 664"/>
                    <a:gd name="T4" fmla="*/ 91 w 587"/>
                    <a:gd name="T5" fmla="*/ 449 h 664"/>
                    <a:gd name="T6" fmla="*/ 61 w 587"/>
                    <a:gd name="T7" fmla="*/ 281 h 664"/>
                    <a:gd name="T8" fmla="*/ 191 w 587"/>
                    <a:gd name="T9" fmla="*/ 170 h 664"/>
                    <a:gd name="T10" fmla="*/ 172 w 587"/>
                    <a:gd name="T11" fmla="*/ 202 h 664"/>
                    <a:gd name="T12" fmla="*/ 247 w 587"/>
                    <a:gd name="T13" fmla="*/ 146 h 664"/>
                    <a:gd name="T14" fmla="*/ 218 w 587"/>
                    <a:gd name="T15" fmla="*/ 114 h 664"/>
                    <a:gd name="T16" fmla="*/ 46 w 587"/>
                    <a:gd name="T17" fmla="*/ 152 h 664"/>
                    <a:gd name="T18" fmla="*/ 124 w 587"/>
                    <a:gd name="T19" fmla="*/ 79 h 664"/>
                    <a:gd name="T20" fmla="*/ 253 w 587"/>
                    <a:gd name="T21" fmla="*/ 60 h 664"/>
                    <a:gd name="T22" fmla="*/ 297 w 587"/>
                    <a:gd name="T23" fmla="*/ 7 h 664"/>
                    <a:gd name="T24" fmla="*/ 370 w 587"/>
                    <a:gd name="T25" fmla="*/ 40 h 664"/>
                    <a:gd name="T26" fmla="*/ 431 w 587"/>
                    <a:gd name="T27" fmla="*/ 49 h 664"/>
                    <a:gd name="T28" fmla="*/ 372 w 587"/>
                    <a:gd name="T29" fmla="*/ 102 h 664"/>
                    <a:gd name="T30" fmla="*/ 314 w 587"/>
                    <a:gd name="T31" fmla="*/ 149 h 664"/>
                    <a:gd name="T32" fmla="*/ 356 w 587"/>
                    <a:gd name="T33" fmla="*/ 146 h 664"/>
                    <a:gd name="T34" fmla="*/ 445 w 587"/>
                    <a:gd name="T35" fmla="*/ 183 h 664"/>
                    <a:gd name="T36" fmla="*/ 388 w 587"/>
                    <a:gd name="T37" fmla="*/ 313 h 664"/>
                    <a:gd name="T38" fmla="*/ 316 w 587"/>
                    <a:gd name="T39" fmla="*/ 390 h 664"/>
                    <a:gd name="T40" fmla="*/ 322 w 587"/>
                    <a:gd name="T41" fmla="*/ 444 h 664"/>
                    <a:gd name="T42" fmla="*/ 418 w 587"/>
                    <a:gd name="T43" fmla="*/ 486 h 664"/>
                    <a:gd name="T44" fmla="*/ 520 w 587"/>
                    <a:gd name="T45" fmla="*/ 504 h 664"/>
                    <a:gd name="T46" fmla="*/ 576 w 587"/>
                    <a:gd name="T47" fmla="*/ 545 h 664"/>
                    <a:gd name="T48" fmla="*/ 498 w 587"/>
                    <a:gd name="T49" fmla="*/ 592 h 664"/>
                    <a:gd name="T50" fmla="*/ 283 w 587"/>
                    <a:gd name="T51" fmla="*/ 499 h 664"/>
                    <a:gd name="T52" fmla="*/ 260 w 587"/>
                    <a:gd name="T53" fmla="*/ 486 h 664"/>
                    <a:gd name="T54" fmla="*/ 253 w 587"/>
                    <a:gd name="T55" fmla="*/ 549 h 664"/>
                    <a:gd name="T56" fmla="*/ 243 w 587"/>
                    <a:gd name="T57" fmla="*/ 659 h 664"/>
                    <a:gd name="T58" fmla="*/ 192 w 587"/>
                    <a:gd name="T59" fmla="*/ 621 h 664"/>
                    <a:gd name="T60" fmla="*/ 178 w 587"/>
                    <a:gd name="T61" fmla="*/ 533 h 664"/>
                    <a:gd name="T62" fmla="*/ 76 w 587"/>
                    <a:gd name="T63" fmla="*/ 635 h 664"/>
                    <a:gd name="T64" fmla="*/ 13 w 587"/>
                    <a:gd name="T65" fmla="*/ 595 h 664"/>
                    <a:gd name="T66" fmla="*/ 139 w 587"/>
                    <a:gd name="T67" fmla="*/ 456 h 664"/>
                    <a:gd name="T68" fmla="*/ 189 w 587"/>
                    <a:gd name="T69" fmla="*/ 391 h 664"/>
                    <a:gd name="T70" fmla="*/ 193 w 587"/>
                    <a:gd name="T71" fmla="*/ 347 h 664"/>
                    <a:gd name="T72" fmla="*/ 187 w 587"/>
                    <a:gd name="T73" fmla="*/ 327 h 664"/>
                    <a:gd name="T74" fmla="*/ 208 w 587"/>
                    <a:gd name="T75" fmla="*/ 257 h 664"/>
                    <a:gd name="T76" fmla="*/ 304 w 587"/>
                    <a:gd name="T77" fmla="*/ 330 h 664"/>
                    <a:gd name="T78" fmla="*/ 362 w 587"/>
                    <a:gd name="T79" fmla="*/ 243 h 664"/>
                    <a:gd name="T80" fmla="*/ 294 w 587"/>
                    <a:gd name="T81" fmla="*/ 223 h 664"/>
                    <a:gd name="T82" fmla="*/ 286 w 587"/>
                    <a:gd name="T83" fmla="*/ 261 h 664"/>
                    <a:gd name="T84" fmla="*/ 295 w 587"/>
                    <a:gd name="T85" fmla="*/ 336 h 6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87" h="664">
                      <a:moveTo>
                        <a:pt x="208" y="257"/>
                      </a:moveTo>
                      <a:cubicBezTo>
                        <a:pt x="186" y="252"/>
                        <a:pt x="172" y="257"/>
                        <a:pt x="164" y="273"/>
                      </a:cubicBezTo>
                      <a:cubicBezTo>
                        <a:pt x="152" y="298"/>
                        <a:pt x="141" y="322"/>
                        <a:pt x="132" y="347"/>
                      </a:cubicBezTo>
                      <a:cubicBezTo>
                        <a:pt x="129" y="355"/>
                        <a:pt x="133" y="366"/>
                        <a:pt x="135" y="375"/>
                      </a:cubicBezTo>
                      <a:cubicBezTo>
                        <a:pt x="139" y="397"/>
                        <a:pt x="143" y="419"/>
                        <a:pt x="132" y="440"/>
                      </a:cubicBezTo>
                      <a:cubicBezTo>
                        <a:pt x="125" y="456"/>
                        <a:pt x="104" y="460"/>
                        <a:pt x="91" y="449"/>
                      </a:cubicBezTo>
                      <a:cubicBezTo>
                        <a:pt x="81" y="441"/>
                        <a:pt x="77" y="432"/>
                        <a:pt x="73" y="419"/>
                      </a:cubicBezTo>
                      <a:cubicBezTo>
                        <a:pt x="59" y="374"/>
                        <a:pt x="60" y="328"/>
                        <a:pt x="61" y="281"/>
                      </a:cubicBezTo>
                      <a:cubicBezTo>
                        <a:pt x="62" y="211"/>
                        <a:pt x="112" y="169"/>
                        <a:pt x="178" y="165"/>
                      </a:cubicBezTo>
                      <a:cubicBezTo>
                        <a:pt x="182" y="165"/>
                        <a:pt x="187" y="168"/>
                        <a:pt x="191" y="170"/>
                      </a:cubicBezTo>
                      <a:cubicBezTo>
                        <a:pt x="189" y="174"/>
                        <a:pt x="187" y="178"/>
                        <a:pt x="184" y="181"/>
                      </a:cubicBezTo>
                      <a:cubicBezTo>
                        <a:pt x="178" y="188"/>
                        <a:pt x="165" y="191"/>
                        <a:pt x="172" y="202"/>
                      </a:cubicBezTo>
                      <a:cubicBezTo>
                        <a:pt x="174" y="205"/>
                        <a:pt x="188" y="202"/>
                        <a:pt x="195" y="200"/>
                      </a:cubicBezTo>
                      <a:cubicBezTo>
                        <a:pt x="222" y="191"/>
                        <a:pt x="235" y="169"/>
                        <a:pt x="247" y="146"/>
                      </a:cubicBezTo>
                      <a:cubicBezTo>
                        <a:pt x="251" y="139"/>
                        <a:pt x="250" y="124"/>
                        <a:pt x="245" y="119"/>
                      </a:cubicBezTo>
                      <a:cubicBezTo>
                        <a:pt x="240" y="113"/>
                        <a:pt x="226" y="113"/>
                        <a:pt x="218" y="114"/>
                      </a:cubicBezTo>
                      <a:cubicBezTo>
                        <a:pt x="178" y="123"/>
                        <a:pt x="142" y="141"/>
                        <a:pt x="110" y="164"/>
                      </a:cubicBezTo>
                      <a:cubicBezTo>
                        <a:pt x="82" y="185"/>
                        <a:pt x="60" y="173"/>
                        <a:pt x="46" y="152"/>
                      </a:cubicBezTo>
                      <a:cubicBezTo>
                        <a:pt x="39" y="141"/>
                        <a:pt x="40" y="131"/>
                        <a:pt x="47" y="122"/>
                      </a:cubicBezTo>
                      <a:cubicBezTo>
                        <a:pt x="67" y="97"/>
                        <a:pt x="87" y="75"/>
                        <a:pt x="124" y="79"/>
                      </a:cubicBezTo>
                      <a:cubicBezTo>
                        <a:pt x="139" y="80"/>
                        <a:pt x="155" y="75"/>
                        <a:pt x="171" y="72"/>
                      </a:cubicBezTo>
                      <a:cubicBezTo>
                        <a:pt x="198" y="68"/>
                        <a:pt x="225" y="64"/>
                        <a:pt x="253" y="60"/>
                      </a:cubicBezTo>
                      <a:cubicBezTo>
                        <a:pt x="256" y="59"/>
                        <a:pt x="262" y="54"/>
                        <a:pt x="262" y="51"/>
                      </a:cubicBezTo>
                      <a:cubicBezTo>
                        <a:pt x="266" y="30"/>
                        <a:pt x="276" y="15"/>
                        <a:pt x="297" y="7"/>
                      </a:cubicBezTo>
                      <a:cubicBezTo>
                        <a:pt x="314" y="0"/>
                        <a:pt x="324" y="2"/>
                        <a:pt x="331" y="20"/>
                      </a:cubicBezTo>
                      <a:cubicBezTo>
                        <a:pt x="339" y="40"/>
                        <a:pt x="348" y="45"/>
                        <a:pt x="370" y="40"/>
                      </a:cubicBezTo>
                      <a:cubicBezTo>
                        <a:pt x="382" y="38"/>
                        <a:pt x="395" y="37"/>
                        <a:pt x="408" y="36"/>
                      </a:cubicBezTo>
                      <a:cubicBezTo>
                        <a:pt x="418" y="35"/>
                        <a:pt x="428" y="37"/>
                        <a:pt x="431" y="49"/>
                      </a:cubicBezTo>
                      <a:cubicBezTo>
                        <a:pt x="434" y="60"/>
                        <a:pt x="436" y="73"/>
                        <a:pt x="424" y="80"/>
                      </a:cubicBezTo>
                      <a:cubicBezTo>
                        <a:pt x="407" y="89"/>
                        <a:pt x="390" y="95"/>
                        <a:pt x="372" y="102"/>
                      </a:cubicBezTo>
                      <a:cubicBezTo>
                        <a:pt x="359" y="106"/>
                        <a:pt x="346" y="108"/>
                        <a:pt x="333" y="112"/>
                      </a:cubicBezTo>
                      <a:cubicBezTo>
                        <a:pt x="318" y="118"/>
                        <a:pt x="311" y="134"/>
                        <a:pt x="314" y="149"/>
                      </a:cubicBezTo>
                      <a:cubicBezTo>
                        <a:pt x="316" y="158"/>
                        <a:pt x="321" y="156"/>
                        <a:pt x="328" y="153"/>
                      </a:cubicBezTo>
                      <a:cubicBezTo>
                        <a:pt x="337" y="150"/>
                        <a:pt x="346" y="147"/>
                        <a:pt x="356" y="146"/>
                      </a:cubicBezTo>
                      <a:cubicBezTo>
                        <a:pt x="372" y="145"/>
                        <a:pt x="389" y="146"/>
                        <a:pt x="406" y="146"/>
                      </a:cubicBezTo>
                      <a:cubicBezTo>
                        <a:pt x="427" y="147"/>
                        <a:pt x="443" y="163"/>
                        <a:pt x="445" y="183"/>
                      </a:cubicBezTo>
                      <a:cubicBezTo>
                        <a:pt x="447" y="221"/>
                        <a:pt x="438" y="255"/>
                        <a:pt x="411" y="283"/>
                      </a:cubicBezTo>
                      <a:cubicBezTo>
                        <a:pt x="402" y="292"/>
                        <a:pt x="395" y="302"/>
                        <a:pt x="388" y="313"/>
                      </a:cubicBezTo>
                      <a:cubicBezTo>
                        <a:pt x="372" y="335"/>
                        <a:pt x="349" y="350"/>
                        <a:pt x="327" y="364"/>
                      </a:cubicBezTo>
                      <a:cubicBezTo>
                        <a:pt x="317" y="371"/>
                        <a:pt x="314" y="378"/>
                        <a:pt x="316" y="390"/>
                      </a:cubicBezTo>
                      <a:cubicBezTo>
                        <a:pt x="318" y="398"/>
                        <a:pt x="315" y="407"/>
                        <a:pt x="312" y="415"/>
                      </a:cubicBezTo>
                      <a:cubicBezTo>
                        <a:pt x="306" y="431"/>
                        <a:pt x="307" y="435"/>
                        <a:pt x="322" y="444"/>
                      </a:cubicBezTo>
                      <a:cubicBezTo>
                        <a:pt x="333" y="450"/>
                        <a:pt x="342" y="459"/>
                        <a:pt x="354" y="463"/>
                      </a:cubicBezTo>
                      <a:cubicBezTo>
                        <a:pt x="375" y="472"/>
                        <a:pt x="396" y="480"/>
                        <a:pt x="418" y="486"/>
                      </a:cubicBezTo>
                      <a:cubicBezTo>
                        <a:pt x="442" y="494"/>
                        <a:pt x="466" y="501"/>
                        <a:pt x="490" y="506"/>
                      </a:cubicBezTo>
                      <a:cubicBezTo>
                        <a:pt x="500" y="508"/>
                        <a:pt x="510" y="505"/>
                        <a:pt x="520" y="504"/>
                      </a:cubicBezTo>
                      <a:cubicBezTo>
                        <a:pt x="525" y="503"/>
                        <a:pt x="531" y="501"/>
                        <a:pt x="534" y="503"/>
                      </a:cubicBezTo>
                      <a:cubicBezTo>
                        <a:pt x="549" y="516"/>
                        <a:pt x="564" y="529"/>
                        <a:pt x="576" y="545"/>
                      </a:cubicBezTo>
                      <a:cubicBezTo>
                        <a:pt x="587" y="561"/>
                        <a:pt x="577" y="583"/>
                        <a:pt x="558" y="589"/>
                      </a:cubicBezTo>
                      <a:cubicBezTo>
                        <a:pt x="538" y="596"/>
                        <a:pt x="519" y="597"/>
                        <a:pt x="498" y="592"/>
                      </a:cubicBezTo>
                      <a:cubicBezTo>
                        <a:pt x="471" y="585"/>
                        <a:pt x="443" y="583"/>
                        <a:pt x="416" y="576"/>
                      </a:cubicBezTo>
                      <a:cubicBezTo>
                        <a:pt x="365" y="562"/>
                        <a:pt x="320" y="537"/>
                        <a:pt x="283" y="499"/>
                      </a:cubicBezTo>
                      <a:cubicBezTo>
                        <a:pt x="280" y="496"/>
                        <a:pt x="278" y="493"/>
                        <a:pt x="274" y="491"/>
                      </a:cubicBezTo>
                      <a:cubicBezTo>
                        <a:pt x="270" y="488"/>
                        <a:pt x="265" y="485"/>
                        <a:pt x="260" y="486"/>
                      </a:cubicBezTo>
                      <a:cubicBezTo>
                        <a:pt x="257" y="487"/>
                        <a:pt x="254" y="494"/>
                        <a:pt x="254" y="498"/>
                      </a:cubicBezTo>
                      <a:cubicBezTo>
                        <a:pt x="253" y="515"/>
                        <a:pt x="253" y="532"/>
                        <a:pt x="253" y="549"/>
                      </a:cubicBezTo>
                      <a:cubicBezTo>
                        <a:pt x="253" y="577"/>
                        <a:pt x="254" y="604"/>
                        <a:pt x="253" y="632"/>
                      </a:cubicBezTo>
                      <a:cubicBezTo>
                        <a:pt x="252" y="642"/>
                        <a:pt x="250" y="656"/>
                        <a:pt x="243" y="659"/>
                      </a:cubicBezTo>
                      <a:cubicBezTo>
                        <a:pt x="234" y="664"/>
                        <a:pt x="220" y="663"/>
                        <a:pt x="209" y="660"/>
                      </a:cubicBezTo>
                      <a:cubicBezTo>
                        <a:pt x="192" y="654"/>
                        <a:pt x="190" y="639"/>
                        <a:pt x="192" y="621"/>
                      </a:cubicBezTo>
                      <a:cubicBezTo>
                        <a:pt x="196" y="593"/>
                        <a:pt x="196" y="565"/>
                        <a:pt x="197" y="537"/>
                      </a:cubicBezTo>
                      <a:cubicBezTo>
                        <a:pt x="197" y="527"/>
                        <a:pt x="187" y="525"/>
                        <a:pt x="178" y="533"/>
                      </a:cubicBezTo>
                      <a:cubicBezTo>
                        <a:pt x="164" y="546"/>
                        <a:pt x="151" y="560"/>
                        <a:pt x="138" y="573"/>
                      </a:cubicBezTo>
                      <a:cubicBezTo>
                        <a:pt x="117" y="594"/>
                        <a:pt x="98" y="616"/>
                        <a:pt x="76" y="635"/>
                      </a:cubicBezTo>
                      <a:cubicBezTo>
                        <a:pt x="60" y="650"/>
                        <a:pt x="40" y="645"/>
                        <a:pt x="22" y="638"/>
                      </a:cubicBezTo>
                      <a:cubicBezTo>
                        <a:pt x="4" y="630"/>
                        <a:pt x="0" y="613"/>
                        <a:pt x="13" y="595"/>
                      </a:cubicBezTo>
                      <a:cubicBezTo>
                        <a:pt x="27" y="575"/>
                        <a:pt x="42" y="556"/>
                        <a:pt x="59" y="539"/>
                      </a:cubicBezTo>
                      <a:cubicBezTo>
                        <a:pt x="85" y="511"/>
                        <a:pt x="114" y="485"/>
                        <a:pt x="139" y="456"/>
                      </a:cubicBezTo>
                      <a:cubicBezTo>
                        <a:pt x="150" y="444"/>
                        <a:pt x="157" y="428"/>
                        <a:pt x="162" y="412"/>
                      </a:cubicBezTo>
                      <a:cubicBezTo>
                        <a:pt x="168" y="394"/>
                        <a:pt x="169" y="391"/>
                        <a:pt x="189" y="391"/>
                      </a:cubicBezTo>
                      <a:cubicBezTo>
                        <a:pt x="199" y="391"/>
                        <a:pt x="203" y="384"/>
                        <a:pt x="197" y="376"/>
                      </a:cubicBezTo>
                      <a:cubicBezTo>
                        <a:pt x="189" y="367"/>
                        <a:pt x="187" y="358"/>
                        <a:pt x="193" y="347"/>
                      </a:cubicBezTo>
                      <a:cubicBezTo>
                        <a:pt x="195" y="344"/>
                        <a:pt x="193" y="339"/>
                        <a:pt x="192" y="335"/>
                      </a:cubicBezTo>
                      <a:cubicBezTo>
                        <a:pt x="191" y="332"/>
                        <a:pt x="189" y="330"/>
                        <a:pt x="187" y="327"/>
                      </a:cubicBezTo>
                      <a:cubicBezTo>
                        <a:pt x="170" y="302"/>
                        <a:pt x="172" y="290"/>
                        <a:pt x="196" y="271"/>
                      </a:cubicBezTo>
                      <a:cubicBezTo>
                        <a:pt x="200" y="268"/>
                        <a:pt x="203" y="263"/>
                        <a:pt x="208" y="257"/>
                      </a:cubicBezTo>
                      <a:close/>
                      <a:moveTo>
                        <a:pt x="295" y="336"/>
                      </a:moveTo>
                      <a:cubicBezTo>
                        <a:pt x="301" y="332"/>
                        <a:pt x="303" y="332"/>
                        <a:pt x="304" y="330"/>
                      </a:cubicBezTo>
                      <a:cubicBezTo>
                        <a:pt x="316" y="317"/>
                        <a:pt x="328" y="303"/>
                        <a:pt x="337" y="289"/>
                      </a:cubicBezTo>
                      <a:cubicBezTo>
                        <a:pt x="347" y="274"/>
                        <a:pt x="356" y="259"/>
                        <a:pt x="362" y="243"/>
                      </a:cubicBezTo>
                      <a:cubicBezTo>
                        <a:pt x="368" y="230"/>
                        <a:pt x="361" y="223"/>
                        <a:pt x="346" y="223"/>
                      </a:cubicBezTo>
                      <a:cubicBezTo>
                        <a:pt x="329" y="222"/>
                        <a:pt x="311" y="223"/>
                        <a:pt x="294" y="223"/>
                      </a:cubicBezTo>
                      <a:cubicBezTo>
                        <a:pt x="280" y="222"/>
                        <a:pt x="275" y="229"/>
                        <a:pt x="277" y="241"/>
                      </a:cubicBezTo>
                      <a:cubicBezTo>
                        <a:pt x="278" y="248"/>
                        <a:pt x="281" y="256"/>
                        <a:pt x="286" y="261"/>
                      </a:cubicBezTo>
                      <a:cubicBezTo>
                        <a:pt x="302" y="274"/>
                        <a:pt x="306" y="289"/>
                        <a:pt x="298" y="308"/>
                      </a:cubicBezTo>
                      <a:cubicBezTo>
                        <a:pt x="294" y="315"/>
                        <a:pt x="296" y="324"/>
                        <a:pt x="295" y="3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6" name="Freeform 11"/>
                <p:cNvSpPr>
                  <a:spLocks noEditPoints="1"/>
                </p:cNvSpPr>
                <p:nvPr/>
              </p:nvSpPr>
              <p:spPr bwMode="auto">
                <a:xfrm>
                  <a:off x="11379200" y="669926"/>
                  <a:ext cx="1820863" cy="1482725"/>
                </a:xfrm>
                <a:custGeom>
                  <a:avLst/>
                  <a:gdLst>
                    <a:gd name="T0" fmla="*/ 463 w 577"/>
                    <a:gd name="T1" fmla="*/ 188 h 469"/>
                    <a:gd name="T2" fmla="*/ 443 w 577"/>
                    <a:gd name="T3" fmla="*/ 236 h 469"/>
                    <a:gd name="T4" fmla="*/ 537 w 577"/>
                    <a:gd name="T5" fmla="*/ 233 h 469"/>
                    <a:gd name="T6" fmla="*/ 551 w 577"/>
                    <a:gd name="T7" fmla="*/ 326 h 469"/>
                    <a:gd name="T8" fmla="*/ 462 w 577"/>
                    <a:gd name="T9" fmla="*/ 291 h 469"/>
                    <a:gd name="T10" fmla="*/ 297 w 577"/>
                    <a:gd name="T11" fmla="*/ 309 h 469"/>
                    <a:gd name="T12" fmla="*/ 111 w 577"/>
                    <a:gd name="T13" fmla="*/ 352 h 469"/>
                    <a:gd name="T14" fmla="*/ 58 w 577"/>
                    <a:gd name="T15" fmla="*/ 389 h 469"/>
                    <a:gd name="T16" fmla="*/ 43 w 577"/>
                    <a:gd name="T17" fmla="*/ 468 h 469"/>
                    <a:gd name="T18" fmla="*/ 2 w 577"/>
                    <a:gd name="T19" fmla="*/ 394 h 469"/>
                    <a:gd name="T20" fmla="*/ 65 w 577"/>
                    <a:gd name="T21" fmla="*/ 280 h 469"/>
                    <a:gd name="T22" fmla="*/ 84 w 577"/>
                    <a:gd name="T23" fmla="*/ 249 h 469"/>
                    <a:gd name="T24" fmla="*/ 113 w 577"/>
                    <a:gd name="T25" fmla="*/ 114 h 469"/>
                    <a:gd name="T26" fmla="*/ 205 w 577"/>
                    <a:gd name="T27" fmla="*/ 38 h 469"/>
                    <a:gd name="T28" fmla="*/ 248 w 577"/>
                    <a:gd name="T29" fmla="*/ 26 h 469"/>
                    <a:gd name="T30" fmla="*/ 316 w 577"/>
                    <a:gd name="T31" fmla="*/ 6 h 469"/>
                    <a:gd name="T32" fmla="*/ 337 w 577"/>
                    <a:gd name="T33" fmla="*/ 40 h 469"/>
                    <a:gd name="T34" fmla="*/ 323 w 577"/>
                    <a:gd name="T35" fmla="*/ 91 h 469"/>
                    <a:gd name="T36" fmla="*/ 388 w 577"/>
                    <a:gd name="T37" fmla="*/ 53 h 469"/>
                    <a:gd name="T38" fmla="*/ 488 w 577"/>
                    <a:gd name="T39" fmla="*/ 49 h 469"/>
                    <a:gd name="T40" fmla="*/ 459 w 577"/>
                    <a:gd name="T41" fmla="*/ 115 h 469"/>
                    <a:gd name="T42" fmla="*/ 455 w 577"/>
                    <a:gd name="T43" fmla="*/ 105 h 469"/>
                    <a:gd name="T44" fmla="*/ 413 w 577"/>
                    <a:gd name="T45" fmla="*/ 89 h 469"/>
                    <a:gd name="T46" fmla="*/ 358 w 577"/>
                    <a:gd name="T47" fmla="*/ 167 h 469"/>
                    <a:gd name="T48" fmla="*/ 339 w 577"/>
                    <a:gd name="T49" fmla="*/ 243 h 469"/>
                    <a:gd name="T50" fmla="*/ 368 w 577"/>
                    <a:gd name="T51" fmla="*/ 227 h 469"/>
                    <a:gd name="T52" fmla="*/ 390 w 577"/>
                    <a:gd name="T53" fmla="*/ 159 h 469"/>
                    <a:gd name="T54" fmla="*/ 422 w 577"/>
                    <a:gd name="T55" fmla="*/ 143 h 469"/>
                    <a:gd name="T56" fmla="*/ 441 w 577"/>
                    <a:gd name="T57" fmla="*/ 147 h 469"/>
                    <a:gd name="T58" fmla="*/ 137 w 577"/>
                    <a:gd name="T59" fmla="*/ 264 h 469"/>
                    <a:gd name="T60" fmla="*/ 139 w 577"/>
                    <a:gd name="T61" fmla="*/ 280 h 469"/>
                    <a:gd name="T62" fmla="*/ 159 w 577"/>
                    <a:gd name="T63" fmla="*/ 213 h 469"/>
                    <a:gd name="T64" fmla="*/ 175 w 577"/>
                    <a:gd name="T65" fmla="*/ 153 h 469"/>
                    <a:gd name="T66" fmla="*/ 163 w 577"/>
                    <a:gd name="T67" fmla="*/ 142 h 469"/>
                    <a:gd name="T68" fmla="*/ 137 w 577"/>
                    <a:gd name="T69" fmla="*/ 264 h 469"/>
                    <a:gd name="T70" fmla="*/ 220 w 577"/>
                    <a:gd name="T71" fmla="*/ 219 h 469"/>
                    <a:gd name="T72" fmla="*/ 237 w 577"/>
                    <a:gd name="T73" fmla="*/ 202 h 469"/>
                    <a:gd name="T74" fmla="*/ 266 w 577"/>
                    <a:gd name="T75" fmla="*/ 142 h 469"/>
                    <a:gd name="T76" fmla="*/ 210 w 577"/>
                    <a:gd name="T77" fmla="*/ 202 h 469"/>
                    <a:gd name="T78" fmla="*/ 269 w 577"/>
                    <a:gd name="T79" fmla="*/ 232 h 469"/>
                    <a:gd name="T80" fmla="*/ 296 w 577"/>
                    <a:gd name="T81" fmla="*/ 189 h 4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77" h="469">
                      <a:moveTo>
                        <a:pt x="501" y="106"/>
                      </a:moveTo>
                      <a:cubicBezTo>
                        <a:pt x="500" y="140"/>
                        <a:pt x="481" y="164"/>
                        <a:pt x="463" y="188"/>
                      </a:cubicBezTo>
                      <a:cubicBezTo>
                        <a:pt x="456" y="198"/>
                        <a:pt x="447" y="206"/>
                        <a:pt x="439" y="215"/>
                      </a:cubicBezTo>
                      <a:cubicBezTo>
                        <a:pt x="431" y="225"/>
                        <a:pt x="431" y="231"/>
                        <a:pt x="443" y="236"/>
                      </a:cubicBezTo>
                      <a:cubicBezTo>
                        <a:pt x="449" y="238"/>
                        <a:pt x="458" y="240"/>
                        <a:pt x="463" y="238"/>
                      </a:cubicBezTo>
                      <a:cubicBezTo>
                        <a:pt x="487" y="227"/>
                        <a:pt x="512" y="231"/>
                        <a:pt x="537" y="233"/>
                      </a:cubicBezTo>
                      <a:cubicBezTo>
                        <a:pt x="555" y="233"/>
                        <a:pt x="571" y="250"/>
                        <a:pt x="574" y="267"/>
                      </a:cubicBezTo>
                      <a:cubicBezTo>
                        <a:pt x="577" y="292"/>
                        <a:pt x="567" y="318"/>
                        <a:pt x="551" y="326"/>
                      </a:cubicBezTo>
                      <a:cubicBezTo>
                        <a:pt x="527" y="339"/>
                        <a:pt x="490" y="325"/>
                        <a:pt x="478" y="301"/>
                      </a:cubicBezTo>
                      <a:cubicBezTo>
                        <a:pt x="476" y="296"/>
                        <a:pt x="468" y="291"/>
                        <a:pt x="462" y="291"/>
                      </a:cubicBezTo>
                      <a:cubicBezTo>
                        <a:pt x="422" y="291"/>
                        <a:pt x="383" y="291"/>
                        <a:pt x="344" y="303"/>
                      </a:cubicBezTo>
                      <a:cubicBezTo>
                        <a:pt x="329" y="307"/>
                        <a:pt x="312" y="306"/>
                        <a:pt x="297" y="309"/>
                      </a:cubicBezTo>
                      <a:cubicBezTo>
                        <a:pt x="266" y="315"/>
                        <a:pt x="235" y="322"/>
                        <a:pt x="205" y="329"/>
                      </a:cubicBezTo>
                      <a:cubicBezTo>
                        <a:pt x="173" y="336"/>
                        <a:pt x="142" y="344"/>
                        <a:pt x="111" y="352"/>
                      </a:cubicBezTo>
                      <a:cubicBezTo>
                        <a:pt x="98" y="355"/>
                        <a:pt x="86" y="359"/>
                        <a:pt x="74" y="364"/>
                      </a:cubicBezTo>
                      <a:cubicBezTo>
                        <a:pt x="63" y="369"/>
                        <a:pt x="58" y="378"/>
                        <a:pt x="58" y="389"/>
                      </a:cubicBezTo>
                      <a:cubicBezTo>
                        <a:pt x="59" y="406"/>
                        <a:pt x="58" y="423"/>
                        <a:pt x="59" y="440"/>
                      </a:cubicBezTo>
                      <a:cubicBezTo>
                        <a:pt x="60" y="454"/>
                        <a:pt x="56" y="467"/>
                        <a:pt x="43" y="468"/>
                      </a:cubicBezTo>
                      <a:cubicBezTo>
                        <a:pt x="33" y="469"/>
                        <a:pt x="20" y="461"/>
                        <a:pt x="14" y="453"/>
                      </a:cubicBezTo>
                      <a:cubicBezTo>
                        <a:pt x="0" y="436"/>
                        <a:pt x="0" y="415"/>
                        <a:pt x="2" y="394"/>
                      </a:cubicBezTo>
                      <a:cubicBezTo>
                        <a:pt x="5" y="362"/>
                        <a:pt x="14" y="331"/>
                        <a:pt x="28" y="301"/>
                      </a:cubicBezTo>
                      <a:cubicBezTo>
                        <a:pt x="36" y="286"/>
                        <a:pt x="48" y="281"/>
                        <a:pt x="65" y="280"/>
                      </a:cubicBezTo>
                      <a:cubicBezTo>
                        <a:pt x="71" y="280"/>
                        <a:pt x="78" y="274"/>
                        <a:pt x="81" y="268"/>
                      </a:cubicBezTo>
                      <a:cubicBezTo>
                        <a:pt x="84" y="263"/>
                        <a:pt x="83" y="256"/>
                        <a:pt x="84" y="249"/>
                      </a:cubicBezTo>
                      <a:cubicBezTo>
                        <a:pt x="90" y="219"/>
                        <a:pt x="96" y="188"/>
                        <a:pt x="102" y="158"/>
                      </a:cubicBezTo>
                      <a:cubicBezTo>
                        <a:pt x="105" y="143"/>
                        <a:pt x="109" y="129"/>
                        <a:pt x="113" y="114"/>
                      </a:cubicBezTo>
                      <a:cubicBezTo>
                        <a:pt x="119" y="90"/>
                        <a:pt x="136" y="74"/>
                        <a:pt x="158" y="70"/>
                      </a:cubicBezTo>
                      <a:cubicBezTo>
                        <a:pt x="180" y="66"/>
                        <a:pt x="192" y="52"/>
                        <a:pt x="205" y="38"/>
                      </a:cubicBezTo>
                      <a:cubicBezTo>
                        <a:pt x="211" y="31"/>
                        <a:pt x="216" y="24"/>
                        <a:pt x="223" y="18"/>
                      </a:cubicBezTo>
                      <a:cubicBezTo>
                        <a:pt x="236" y="8"/>
                        <a:pt x="244" y="11"/>
                        <a:pt x="248" y="26"/>
                      </a:cubicBezTo>
                      <a:cubicBezTo>
                        <a:pt x="254" y="48"/>
                        <a:pt x="259" y="50"/>
                        <a:pt x="276" y="34"/>
                      </a:cubicBezTo>
                      <a:cubicBezTo>
                        <a:pt x="288" y="23"/>
                        <a:pt x="297" y="6"/>
                        <a:pt x="316" y="6"/>
                      </a:cubicBezTo>
                      <a:cubicBezTo>
                        <a:pt x="326" y="6"/>
                        <a:pt x="339" y="8"/>
                        <a:pt x="343" y="14"/>
                      </a:cubicBezTo>
                      <a:cubicBezTo>
                        <a:pt x="346" y="19"/>
                        <a:pt x="341" y="32"/>
                        <a:pt x="337" y="40"/>
                      </a:cubicBezTo>
                      <a:cubicBezTo>
                        <a:pt x="333" y="50"/>
                        <a:pt x="326" y="59"/>
                        <a:pt x="320" y="69"/>
                      </a:cubicBezTo>
                      <a:cubicBezTo>
                        <a:pt x="316" y="77"/>
                        <a:pt x="314" y="84"/>
                        <a:pt x="323" y="91"/>
                      </a:cubicBezTo>
                      <a:cubicBezTo>
                        <a:pt x="332" y="98"/>
                        <a:pt x="343" y="105"/>
                        <a:pt x="352" y="95"/>
                      </a:cubicBezTo>
                      <a:cubicBezTo>
                        <a:pt x="365" y="83"/>
                        <a:pt x="376" y="67"/>
                        <a:pt x="388" y="53"/>
                      </a:cubicBezTo>
                      <a:cubicBezTo>
                        <a:pt x="397" y="41"/>
                        <a:pt x="406" y="28"/>
                        <a:pt x="419" y="20"/>
                      </a:cubicBezTo>
                      <a:cubicBezTo>
                        <a:pt x="447" y="0"/>
                        <a:pt x="481" y="16"/>
                        <a:pt x="488" y="49"/>
                      </a:cubicBezTo>
                      <a:cubicBezTo>
                        <a:pt x="492" y="68"/>
                        <a:pt x="497" y="87"/>
                        <a:pt x="501" y="106"/>
                      </a:cubicBezTo>
                      <a:close/>
                      <a:moveTo>
                        <a:pt x="459" y="115"/>
                      </a:moveTo>
                      <a:cubicBezTo>
                        <a:pt x="457" y="114"/>
                        <a:pt x="456" y="113"/>
                        <a:pt x="455" y="113"/>
                      </a:cubicBezTo>
                      <a:cubicBezTo>
                        <a:pt x="455" y="110"/>
                        <a:pt x="455" y="108"/>
                        <a:pt x="455" y="105"/>
                      </a:cubicBezTo>
                      <a:cubicBezTo>
                        <a:pt x="455" y="92"/>
                        <a:pt x="448" y="82"/>
                        <a:pt x="437" y="79"/>
                      </a:cubicBezTo>
                      <a:cubicBezTo>
                        <a:pt x="430" y="77"/>
                        <a:pt x="420" y="85"/>
                        <a:pt x="413" y="89"/>
                      </a:cubicBezTo>
                      <a:cubicBezTo>
                        <a:pt x="407" y="92"/>
                        <a:pt x="403" y="96"/>
                        <a:pt x="398" y="100"/>
                      </a:cubicBezTo>
                      <a:cubicBezTo>
                        <a:pt x="373" y="115"/>
                        <a:pt x="360" y="139"/>
                        <a:pt x="358" y="167"/>
                      </a:cubicBezTo>
                      <a:cubicBezTo>
                        <a:pt x="357" y="187"/>
                        <a:pt x="353" y="204"/>
                        <a:pt x="341" y="219"/>
                      </a:cubicBezTo>
                      <a:cubicBezTo>
                        <a:pt x="335" y="226"/>
                        <a:pt x="331" y="235"/>
                        <a:pt x="339" y="243"/>
                      </a:cubicBezTo>
                      <a:cubicBezTo>
                        <a:pt x="342" y="247"/>
                        <a:pt x="350" y="250"/>
                        <a:pt x="355" y="249"/>
                      </a:cubicBezTo>
                      <a:cubicBezTo>
                        <a:pt x="365" y="246"/>
                        <a:pt x="369" y="238"/>
                        <a:pt x="368" y="227"/>
                      </a:cubicBezTo>
                      <a:cubicBezTo>
                        <a:pt x="366" y="216"/>
                        <a:pt x="370" y="207"/>
                        <a:pt x="380" y="200"/>
                      </a:cubicBezTo>
                      <a:cubicBezTo>
                        <a:pt x="394" y="189"/>
                        <a:pt x="395" y="174"/>
                        <a:pt x="390" y="159"/>
                      </a:cubicBezTo>
                      <a:cubicBezTo>
                        <a:pt x="385" y="147"/>
                        <a:pt x="386" y="137"/>
                        <a:pt x="397" y="131"/>
                      </a:cubicBezTo>
                      <a:cubicBezTo>
                        <a:pt x="410" y="125"/>
                        <a:pt x="415" y="136"/>
                        <a:pt x="422" y="143"/>
                      </a:cubicBezTo>
                      <a:cubicBezTo>
                        <a:pt x="422" y="144"/>
                        <a:pt x="423" y="145"/>
                        <a:pt x="423" y="146"/>
                      </a:cubicBezTo>
                      <a:cubicBezTo>
                        <a:pt x="428" y="155"/>
                        <a:pt x="436" y="154"/>
                        <a:pt x="441" y="147"/>
                      </a:cubicBezTo>
                      <a:cubicBezTo>
                        <a:pt x="448" y="137"/>
                        <a:pt x="453" y="126"/>
                        <a:pt x="459" y="115"/>
                      </a:cubicBezTo>
                      <a:close/>
                      <a:moveTo>
                        <a:pt x="137" y="264"/>
                      </a:moveTo>
                      <a:cubicBezTo>
                        <a:pt x="135" y="264"/>
                        <a:pt x="133" y="264"/>
                        <a:pt x="131" y="265"/>
                      </a:cubicBezTo>
                      <a:cubicBezTo>
                        <a:pt x="134" y="270"/>
                        <a:pt x="136" y="275"/>
                        <a:pt x="139" y="280"/>
                      </a:cubicBezTo>
                      <a:cubicBezTo>
                        <a:pt x="142" y="277"/>
                        <a:pt x="146" y="276"/>
                        <a:pt x="147" y="273"/>
                      </a:cubicBezTo>
                      <a:cubicBezTo>
                        <a:pt x="154" y="253"/>
                        <a:pt x="164" y="235"/>
                        <a:pt x="159" y="213"/>
                      </a:cubicBezTo>
                      <a:cubicBezTo>
                        <a:pt x="159" y="209"/>
                        <a:pt x="161" y="204"/>
                        <a:pt x="162" y="200"/>
                      </a:cubicBezTo>
                      <a:cubicBezTo>
                        <a:pt x="166" y="184"/>
                        <a:pt x="171" y="168"/>
                        <a:pt x="175" y="153"/>
                      </a:cubicBezTo>
                      <a:cubicBezTo>
                        <a:pt x="176" y="150"/>
                        <a:pt x="175" y="145"/>
                        <a:pt x="173" y="143"/>
                      </a:cubicBezTo>
                      <a:cubicBezTo>
                        <a:pt x="171" y="142"/>
                        <a:pt x="165" y="141"/>
                        <a:pt x="163" y="142"/>
                      </a:cubicBezTo>
                      <a:cubicBezTo>
                        <a:pt x="152" y="152"/>
                        <a:pt x="137" y="159"/>
                        <a:pt x="137" y="176"/>
                      </a:cubicBezTo>
                      <a:cubicBezTo>
                        <a:pt x="136" y="205"/>
                        <a:pt x="137" y="235"/>
                        <a:pt x="137" y="264"/>
                      </a:cubicBezTo>
                      <a:close/>
                      <a:moveTo>
                        <a:pt x="210" y="202"/>
                      </a:moveTo>
                      <a:cubicBezTo>
                        <a:pt x="213" y="207"/>
                        <a:pt x="216" y="213"/>
                        <a:pt x="220" y="219"/>
                      </a:cubicBezTo>
                      <a:cubicBezTo>
                        <a:pt x="225" y="214"/>
                        <a:pt x="231" y="209"/>
                        <a:pt x="236" y="203"/>
                      </a:cubicBezTo>
                      <a:cubicBezTo>
                        <a:pt x="237" y="203"/>
                        <a:pt x="237" y="202"/>
                        <a:pt x="237" y="202"/>
                      </a:cubicBezTo>
                      <a:cubicBezTo>
                        <a:pt x="245" y="187"/>
                        <a:pt x="254" y="172"/>
                        <a:pt x="262" y="157"/>
                      </a:cubicBezTo>
                      <a:cubicBezTo>
                        <a:pt x="264" y="152"/>
                        <a:pt x="264" y="147"/>
                        <a:pt x="266" y="142"/>
                      </a:cubicBezTo>
                      <a:cubicBezTo>
                        <a:pt x="260" y="142"/>
                        <a:pt x="254" y="139"/>
                        <a:pt x="250" y="141"/>
                      </a:cubicBezTo>
                      <a:cubicBezTo>
                        <a:pt x="227" y="154"/>
                        <a:pt x="218" y="176"/>
                        <a:pt x="210" y="202"/>
                      </a:cubicBezTo>
                      <a:close/>
                      <a:moveTo>
                        <a:pt x="296" y="189"/>
                      </a:moveTo>
                      <a:cubicBezTo>
                        <a:pt x="280" y="200"/>
                        <a:pt x="268" y="212"/>
                        <a:pt x="269" y="232"/>
                      </a:cubicBezTo>
                      <a:cubicBezTo>
                        <a:pt x="269" y="235"/>
                        <a:pt x="277" y="242"/>
                        <a:pt x="280" y="241"/>
                      </a:cubicBezTo>
                      <a:cubicBezTo>
                        <a:pt x="299" y="238"/>
                        <a:pt x="309" y="206"/>
                        <a:pt x="296" y="18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7" name="Freeform 12"/>
                <p:cNvSpPr/>
                <p:nvPr/>
              </p:nvSpPr>
              <p:spPr bwMode="auto">
                <a:xfrm>
                  <a:off x="8702675" y="858838"/>
                  <a:ext cx="1938338" cy="1754188"/>
                </a:xfrm>
                <a:custGeom>
                  <a:avLst/>
                  <a:gdLst>
                    <a:gd name="T0" fmla="*/ 501 w 614"/>
                    <a:gd name="T1" fmla="*/ 253 h 555"/>
                    <a:gd name="T2" fmla="*/ 389 w 614"/>
                    <a:gd name="T3" fmla="*/ 280 h 555"/>
                    <a:gd name="T4" fmla="*/ 374 w 614"/>
                    <a:gd name="T5" fmla="*/ 292 h 555"/>
                    <a:gd name="T6" fmla="*/ 316 w 614"/>
                    <a:gd name="T7" fmla="*/ 350 h 555"/>
                    <a:gd name="T8" fmla="*/ 262 w 614"/>
                    <a:gd name="T9" fmla="*/ 406 h 555"/>
                    <a:gd name="T10" fmla="*/ 83 w 614"/>
                    <a:gd name="T11" fmla="*/ 538 h 555"/>
                    <a:gd name="T12" fmla="*/ 18 w 614"/>
                    <a:gd name="T13" fmla="*/ 539 h 555"/>
                    <a:gd name="T14" fmla="*/ 21 w 614"/>
                    <a:gd name="T15" fmla="*/ 491 h 555"/>
                    <a:gd name="T16" fmla="*/ 83 w 614"/>
                    <a:gd name="T17" fmla="*/ 460 h 555"/>
                    <a:gd name="T18" fmla="*/ 166 w 614"/>
                    <a:gd name="T19" fmla="*/ 392 h 555"/>
                    <a:gd name="T20" fmla="*/ 205 w 614"/>
                    <a:gd name="T21" fmla="*/ 349 h 555"/>
                    <a:gd name="T22" fmla="*/ 210 w 614"/>
                    <a:gd name="T23" fmla="*/ 334 h 555"/>
                    <a:gd name="T24" fmla="*/ 196 w 614"/>
                    <a:gd name="T25" fmla="*/ 333 h 555"/>
                    <a:gd name="T26" fmla="*/ 123 w 614"/>
                    <a:gd name="T27" fmla="*/ 297 h 555"/>
                    <a:gd name="T28" fmla="*/ 134 w 614"/>
                    <a:gd name="T29" fmla="*/ 242 h 555"/>
                    <a:gd name="T30" fmla="*/ 201 w 614"/>
                    <a:gd name="T31" fmla="*/ 205 h 555"/>
                    <a:gd name="T32" fmla="*/ 287 w 614"/>
                    <a:gd name="T33" fmla="*/ 191 h 555"/>
                    <a:gd name="T34" fmla="*/ 317 w 614"/>
                    <a:gd name="T35" fmla="*/ 177 h 555"/>
                    <a:gd name="T36" fmla="*/ 394 w 614"/>
                    <a:gd name="T37" fmla="*/ 108 h 555"/>
                    <a:gd name="T38" fmla="*/ 457 w 614"/>
                    <a:gd name="T39" fmla="*/ 47 h 555"/>
                    <a:gd name="T40" fmla="*/ 577 w 614"/>
                    <a:gd name="T41" fmla="*/ 1 h 555"/>
                    <a:gd name="T42" fmla="*/ 610 w 614"/>
                    <a:gd name="T43" fmla="*/ 30 h 555"/>
                    <a:gd name="T44" fmla="*/ 577 w 614"/>
                    <a:gd name="T45" fmla="*/ 104 h 555"/>
                    <a:gd name="T46" fmla="*/ 505 w 614"/>
                    <a:gd name="T47" fmla="*/ 136 h 555"/>
                    <a:gd name="T48" fmla="*/ 472 w 614"/>
                    <a:gd name="T49" fmla="*/ 170 h 555"/>
                    <a:gd name="T50" fmla="*/ 476 w 614"/>
                    <a:gd name="T51" fmla="*/ 180 h 555"/>
                    <a:gd name="T52" fmla="*/ 488 w 614"/>
                    <a:gd name="T53" fmla="*/ 179 h 555"/>
                    <a:gd name="T54" fmla="*/ 543 w 614"/>
                    <a:gd name="T55" fmla="*/ 160 h 555"/>
                    <a:gd name="T56" fmla="*/ 586 w 614"/>
                    <a:gd name="T57" fmla="*/ 187 h 555"/>
                    <a:gd name="T58" fmla="*/ 574 w 614"/>
                    <a:gd name="T59" fmla="*/ 224 h 555"/>
                    <a:gd name="T60" fmla="*/ 502 w 614"/>
                    <a:gd name="T61" fmla="*/ 257 h 555"/>
                    <a:gd name="T62" fmla="*/ 501 w 614"/>
                    <a:gd name="T63" fmla="*/ 253 h 5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614" h="555">
                      <a:moveTo>
                        <a:pt x="501" y="253"/>
                      </a:moveTo>
                      <a:cubicBezTo>
                        <a:pt x="464" y="262"/>
                        <a:pt x="426" y="271"/>
                        <a:pt x="389" y="280"/>
                      </a:cubicBezTo>
                      <a:cubicBezTo>
                        <a:pt x="383" y="282"/>
                        <a:pt x="378" y="287"/>
                        <a:pt x="374" y="292"/>
                      </a:cubicBezTo>
                      <a:cubicBezTo>
                        <a:pt x="354" y="311"/>
                        <a:pt x="335" y="330"/>
                        <a:pt x="316" y="350"/>
                      </a:cubicBezTo>
                      <a:cubicBezTo>
                        <a:pt x="298" y="368"/>
                        <a:pt x="280" y="387"/>
                        <a:pt x="262" y="406"/>
                      </a:cubicBezTo>
                      <a:cubicBezTo>
                        <a:pt x="210" y="460"/>
                        <a:pt x="152" y="507"/>
                        <a:pt x="83" y="538"/>
                      </a:cubicBezTo>
                      <a:cubicBezTo>
                        <a:pt x="62" y="548"/>
                        <a:pt x="40" y="555"/>
                        <a:pt x="18" y="539"/>
                      </a:cubicBezTo>
                      <a:cubicBezTo>
                        <a:pt x="0" y="525"/>
                        <a:pt x="0" y="502"/>
                        <a:pt x="21" y="491"/>
                      </a:cubicBezTo>
                      <a:cubicBezTo>
                        <a:pt x="41" y="480"/>
                        <a:pt x="62" y="470"/>
                        <a:pt x="83" y="460"/>
                      </a:cubicBezTo>
                      <a:cubicBezTo>
                        <a:pt x="116" y="444"/>
                        <a:pt x="142" y="419"/>
                        <a:pt x="166" y="392"/>
                      </a:cubicBezTo>
                      <a:cubicBezTo>
                        <a:pt x="178" y="377"/>
                        <a:pt x="192" y="363"/>
                        <a:pt x="205" y="349"/>
                      </a:cubicBezTo>
                      <a:cubicBezTo>
                        <a:pt x="208" y="345"/>
                        <a:pt x="208" y="339"/>
                        <a:pt x="210" y="334"/>
                      </a:cubicBezTo>
                      <a:cubicBezTo>
                        <a:pt x="205" y="334"/>
                        <a:pt x="201" y="332"/>
                        <a:pt x="196" y="333"/>
                      </a:cubicBezTo>
                      <a:cubicBezTo>
                        <a:pt x="165" y="333"/>
                        <a:pt x="140" y="323"/>
                        <a:pt x="123" y="297"/>
                      </a:cubicBezTo>
                      <a:cubicBezTo>
                        <a:pt x="112" y="282"/>
                        <a:pt x="116" y="255"/>
                        <a:pt x="134" y="242"/>
                      </a:cubicBezTo>
                      <a:cubicBezTo>
                        <a:pt x="154" y="227"/>
                        <a:pt x="178" y="216"/>
                        <a:pt x="201" y="205"/>
                      </a:cubicBezTo>
                      <a:cubicBezTo>
                        <a:pt x="228" y="192"/>
                        <a:pt x="257" y="192"/>
                        <a:pt x="287" y="191"/>
                      </a:cubicBezTo>
                      <a:cubicBezTo>
                        <a:pt x="297" y="191"/>
                        <a:pt x="309" y="184"/>
                        <a:pt x="317" y="177"/>
                      </a:cubicBezTo>
                      <a:cubicBezTo>
                        <a:pt x="344" y="154"/>
                        <a:pt x="369" y="131"/>
                        <a:pt x="394" y="108"/>
                      </a:cubicBezTo>
                      <a:cubicBezTo>
                        <a:pt x="415" y="88"/>
                        <a:pt x="434" y="65"/>
                        <a:pt x="457" y="47"/>
                      </a:cubicBezTo>
                      <a:cubicBezTo>
                        <a:pt x="492" y="20"/>
                        <a:pt x="531" y="2"/>
                        <a:pt x="577" y="1"/>
                      </a:cubicBezTo>
                      <a:cubicBezTo>
                        <a:pt x="597" y="0"/>
                        <a:pt x="607" y="10"/>
                        <a:pt x="610" y="30"/>
                      </a:cubicBezTo>
                      <a:cubicBezTo>
                        <a:pt x="614" y="61"/>
                        <a:pt x="601" y="85"/>
                        <a:pt x="577" y="104"/>
                      </a:cubicBezTo>
                      <a:cubicBezTo>
                        <a:pt x="556" y="121"/>
                        <a:pt x="532" y="131"/>
                        <a:pt x="505" y="136"/>
                      </a:cubicBezTo>
                      <a:cubicBezTo>
                        <a:pt x="492" y="138"/>
                        <a:pt x="473" y="157"/>
                        <a:pt x="472" y="170"/>
                      </a:cubicBezTo>
                      <a:cubicBezTo>
                        <a:pt x="472" y="173"/>
                        <a:pt x="473" y="179"/>
                        <a:pt x="476" y="180"/>
                      </a:cubicBezTo>
                      <a:cubicBezTo>
                        <a:pt x="479" y="182"/>
                        <a:pt x="485" y="181"/>
                        <a:pt x="488" y="179"/>
                      </a:cubicBezTo>
                      <a:cubicBezTo>
                        <a:pt x="504" y="165"/>
                        <a:pt x="521" y="160"/>
                        <a:pt x="543" y="160"/>
                      </a:cubicBezTo>
                      <a:cubicBezTo>
                        <a:pt x="564" y="160"/>
                        <a:pt x="577" y="171"/>
                        <a:pt x="586" y="187"/>
                      </a:cubicBezTo>
                      <a:cubicBezTo>
                        <a:pt x="594" y="202"/>
                        <a:pt x="581" y="214"/>
                        <a:pt x="574" y="224"/>
                      </a:cubicBezTo>
                      <a:cubicBezTo>
                        <a:pt x="562" y="242"/>
                        <a:pt x="524" y="258"/>
                        <a:pt x="502" y="257"/>
                      </a:cubicBezTo>
                      <a:cubicBezTo>
                        <a:pt x="502" y="256"/>
                        <a:pt x="502" y="254"/>
                        <a:pt x="501" y="25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8" name="Freeform 13"/>
                <p:cNvSpPr/>
                <p:nvPr/>
              </p:nvSpPr>
              <p:spPr bwMode="auto">
                <a:xfrm>
                  <a:off x="11758613" y="1719263"/>
                  <a:ext cx="1131888" cy="1235075"/>
                </a:xfrm>
                <a:custGeom>
                  <a:avLst/>
                  <a:gdLst>
                    <a:gd name="T0" fmla="*/ 285 w 359"/>
                    <a:gd name="T1" fmla="*/ 179 h 391"/>
                    <a:gd name="T2" fmla="*/ 245 w 359"/>
                    <a:gd name="T3" fmla="*/ 182 h 391"/>
                    <a:gd name="T4" fmla="*/ 235 w 359"/>
                    <a:gd name="T5" fmla="*/ 197 h 391"/>
                    <a:gd name="T6" fmla="*/ 206 w 359"/>
                    <a:gd name="T7" fmla="*/ 300 h 391"/>
                    <a:gd name="T8" fmla="*/ 131 w 359"/>
                    <a:gd name="T9" fmla="*/ 377 h 391"/>
                    <a:gd name="T10" fmla="*/ 81 w 359"/>
                    <a:gd name="T11" fmla="*/ 386 h 391"/>
                    <a:gd name="T12" fmla="*/ 54 w 359"/>
                    <a:gd name="T13" fmla="*/ 329 h 391"/>
                    <a:gd name="T14" fmla="*/ 83 w 359"/>
                    <a:gd name="T15" fmla="*/ 311 h 391"/>
                    <a:gd name="T16" fmla="*/ 146 w 359"/>
                    <a:gd name="T17" fmla="*/ 267 h 391"/>
                    <a:gd name="T18" fmla="*/ 162 w 359"/>
                    <a:gd name="T19" fmla="*/ 208 h 391"/>
                    <a:gd name="T20" fmla="*/ 146 w 359"/>
                    <a:gd name="T21" fmla="*/ 200 h 391"/>
                    <a:gd name="T22" fmla="*/ 93 w 359"/>
                    <a:gd name="T23" fmla="*/ 217 h 391"/>
                    <a:gd name="T24" fmla="*/ 63 w 359"/>
                    <a:gd name="T25" fmla="*/ 228 h 391"/>
                    <a:gd name="T26" fmla="*/ 7 w 359"/>
                    <a:gd name="T27" fmla="*/ 206 h 391"/>
                    <a:gd name="T28" fmla="*/ 14 w 359"/>
                    <a:gd name="T29" fmla="*/ 179 h 391"/>
                    <a:gd name="T30" fmla="*/ 81 w 359"/>
                    <a:gd name="T31" fmla="*/ 142 h 391"/>
                    <a:gd name="T32" fmla="*/ 144 w 359"/>
                    <a:gd name="T33" fmla="*/ 92 h 391"/>
                    <a:gd name="T34" fmla="*/ 148 w 359"/>
                    <a:gd name="T35" fmla="*/ 84 h 391"/>
                    <a:gd name="T36" fmla="*/ 146 w 359"/>
                    <a:gd name="T37" fmla="*/ 55 h 391"/>
                    <a:gd name="T38" fmla="*/ 124 w 359"/>
                    <a:gd name="T39" fmla="*/ 67 h 391"/>
                    <a:gd name="T40" fmla="*/ 83 w 359"/>
                    <a:gd name="T41" fmla="*/ 101 h 391"/>
                    <a:gd name="T42" fmla="*/ 34 w 359"/>
                    <a:gd name="T43" fmla="*/ 111 h 391"/>
                    <a:gd name="T44" fmla="*/ 15 w 359"/>
                    <a:gd name="T45" fmla="*/ 60 h 391"/>
                    <a:gd name="T46" fmla="*/ 79 w 359"/>
                    <a:gd name="T47" fmla="*/ 23 h 391"/>
                    <a:gd name="T48" fmla="*/ 191 w 359"/>
                    <a:gd name="T49" fmla="*/ 6 h 391"/>
                    <a:gd name="T50" fmla="*/ 259 w 359"/>
                    <a:gd name="T51" fmla="*/ 22 h 391"/>
                    <a:gd name="T52" fmla="*/ 266 w 359"/>
                    <a:gd name="T53" fmla="*/ 68 h 391"/>
                    <a:gd name="T54" fmla="*/ 241 w 359"/>
                    <a:gd name="T55" fmla="*/ 84 h 391"/>
                    <a:gd name="T56" fmla="*/ 202 w 359"/>
                    <a:gd name="T57" fmla="*/ 97 h 391"/>
                    <a:gd name="T58" fmla="*/ 191 w 359"/>
                    <a:gd name="T59" fmla="*/ 113 h 391"/>
                    <a:gd name="T60" fmla="*/ 206 w 359"/>
                    <a:gd name="T61" fmla="*/ 121 h 391"/>
                    <a:gd name="T62" fmla="*/ 274 w 359"/>
                    <a:gd name="T63" fmla="*/ 111 h 391"/>
                    <a:gd name="T64" fmla="*/ 314 w 359"/>
                    <a:gd name="T65" fmla="*/ 102 h 391"/>
                    <a:gd name="T66" fmla="*/ 355 w 359"/>
                    <a:gd name="T67" fmla="*/ 138 h 391"/>
                    <a:gd name="T68" fmla="*/ 331 w 359"/>
                    <a:gd name="T69" fmla="*/ 175 h 391"/>
                    <a:gd name="T70" fmla="*/ 285 w 359"/>
                    <a:gd name="T71" fmla="*/ 182 h 391"/>
                    <a:gd name="T72" fmla="*/ 285 w 359"/>
                    <a:gd name="T73" fmla="*/ 179 h 3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359" h="391">
                      <a:moveTo>
                        <a:pt x="285" y="179"/>
                      </a:moveTo>
                      <a:cubicBezTo>
                        <a:pt x="271" y="180"/>
                        <a:pt x="258" y="181"/>
                        <a:pt x="245" y="182"/>
                      </a:cubicBezTo>
                      <a:cubicBezTo>
                        <a:pt x="236" y="183"/>
                        <a:pt x="233" y="189"/>
                        <a:pt x="235" y="197"/>
                      </a:cubicBezTo>
                      <a:cubicBezTo>
                        <a:pt x="243" y="237"/>
                        <a:pt x="228" y="271"/>
                        <a:pt x="206" y="300"/>
                      </a:cubicBezTo>
                      <a:cubicBezTo>
                        <a:pt x="184" y="328"/>
                        <a:pt x="157" y="353"/>
                        <a:pt x="131" y="377"/>
                      </a:cubicBezTo>
                      <a:cubicBezTo>
                        <a:pt x="117" y="389"/>
                        <a:pt x="99" y="391"/>
                        <a:pt x="81" y="386"/>
                      </a:cubicBezTo>
                      <a:cubicBezTo>
                        <a:pt x="49" y="376"/>
                        <a:pt x="44" y="356"/>
                        <a:pt x="54" y="329"/>
                      </a:cubicBezTo>
                      <a:cubicBezTo>
                        <a:pt x="57" y="320"/>
                        <a:pt x="73" y="311"/>
                        <a:pt x="83" y="311"/>
                      </a:cubicBezTo>
                      <a:cubicBezTo>
                        <a:pt x="114" y="309"/>
                        <a:pt x="130" y="289"/>
                        <a:pt x="146" y="267"/>
                      </a:cubicBezTo>
                      <a:cubicBezTo>
                        <a:pt x="158" y="250"/>
                        <a:pt x="165" y="230"/>
                        <a:pt x="162" y="208"/>
                      </a:cubicBezTo>
                      <a:cubicBezTo>
                        <a:pt x="161" y="196"/>
                        <a:pt x="155" y="193"/>
                        <a:pt x="146" y="200"/>
                      </a:cubicBezTo>
                      <a:cubicBezTo>
                        <a:pt x="130" y="211"/>
                        <a:pt x="114" y="219"/>
                        <a:pt x="93" y="217"/>
                      </a:cubicBezTo>
                      <a:cubicBezTo>
                        <a:pt x="84" y="216"/>
                        <a:pt x="72" y="222"/>
                        <a:pt x="63" y="228"/>
                      </a:cubicBezTo>
                      <a:cubicBezTo>
                        <a:pt x="41" y="240"/>
                        <a:pt x="15" y="231"/>
                        <a:pt x="7" y="206"/>
                      </a:cubicBezTo>
                      <a:cubicBezTo>
                        <a:pt x="3" y="196"/>
                        <a:pt x="6" y="187"/>
                        <a:pt x="14" y="179"/>
                      </a:cubicBezTo>
                      <a:cubicBezTo>
                        <a:pt x="32" y="159"/>
                        <a:pt x="57" y="151"/>
                        <a:pt x="81" y="142"/>
                      </a:cubicBezTo>
                      <a:cubicBezTo>
                        <a:pt x="107" y="132"/>
                        <a:pt x="133" y="122"/>
                        <a:pt x="144" y="92"/>
                      </a:cubicBezTo>
                      <a:cubicBezTo>
                        <a:pt x="145" y="89"/>
                        <a:pt x="148" y="86"/>
                        <a:pt x="148" y="84"/>
                      </a:cubicBezTo>
                      <a:cubicBezTo>
                        <a:pt x="148" y="74"/>
                        <a:pt x="147" y="65"/>
                        <a:pt x="146" y="55"/>
                      </a:cubicBezTo>
                      <a:cubicBezTo>
                        <a:pt x="139" y="59"/>
                        <a:pt x="131" y="62"/>
                        <a:pt x="124" y="67"/>
                      </a:cubicBezTo>
                      <a:cubicBezTo>
                        <a:pt x="110" y="78"/>
                        <a:pt x="97" y="91"/>
                        <a:pt x="83" y="101"/>
                      </a:cubicBezTo>
                      <a:cubicBezTo>
                        <a:pt x="68" y="112"/>
                        <a:pt x="51" y="114"/>
                        <a:pt x="34" y="111"/>
                      </a:cubicBezTo>
                      <a:cubicBezTo>
                        <a:pt x="10" y="105"/>
                        <a:pt x="0" y="80"/>
                        <a:pt x="15" y="60"/>
                      </a:cubicBezTo>
                      <a:cubicBezTo>
                        <a:pt x="31" y="38"/>
                        <a:pt x="54" y="28"/>
                        <a:pt x="79" y="23"/>
                      </a:cubicBezTo>
                      <a:cubicBezTo>
                        <a:pt x="116" y="16"/>
                        <a:pt x="154" y="11"/>
                        <a:pt x="191" y="6"/>
                      </a:cubicBezTo>
                      <a:cubicBezTo>
                        <a:pt x="215" y="3"/>
                        <a:pt x="240" y="0"/>
                        <a:pt x="259" y="22"/>
                      </a:cubicBezTo>
                      <a:cubicBezTo>
                        <a:pt x="272" y="36"/>
                        <a:pt x="272" y="53"/>
                        <a:pt x="266" y="68"/>
                      </a:cubicBezTo>
                      <a:cubicBezTo>
                        <a:pt x="264" y="75"/>
                        <a:pt x="251" y="80"/>
                        <a:pt x="241" y="84"/>
                      </a:cubicBezTo>
                      <a:cubicBezTo>
                        <a:pt x="229" y="89"/>
                        <a:pt x="215" y="91"/>
                        <a:pt x="202" y="97"/>
                      </a:cubicBezTo>
                      <a:cubicBezTo>
                        <a:pt x="197" y="100"/>
                        <a:pt x="195" y="108"/>
                        <a:pt x="191" y="113"/>
                      </a:cubicBezTo>
                      <a:cubicBezTo>
                        <a:pt x="196" y="116"/>
                        <a:pt x="201" y="122"/>
                        <a:pt x="206" y="121"/>
                      </a:cubicBezTo>
                      <a:cubicBezTo>
                        <a:pt x="229" y="119"/>
                        <a:pt x="251" y="115"/>
                        <a:pt x="274" y="111"/>
                      </a:cubicBezTo>
                      <a:cubicBezTo>
                        <a:pt x="287" y="108"/>
                        <a:pt x="301" y="104"/>
                        <a:pt x="314" y="102"/>
                      </a:cubicBezTo>
                      <a:cubicBezTo>
                        <a:pt x="328" y="100"/>
                        <a:pt x="353" y="122"/>
                        <a:pt x="355" y="138"/>
                      </a:cubicBezTo>
                      <a:cubicBezTo>
                        <a:pt x="359" y="159"/>
                        <a:pt x="352" y="170"/>
                        <a:pt x="331" y="175"/>
                      </a:cubicBezTo>
                      <a:cubicBezTo>
                        <a:pt x="316" y="179"/>
                        <a:pt x="300" y="180"/>
                        <a:pt x="285" y="182"/>
                      </a:cubicBezTo>
                      <a:cubicBezTo>
                        <a:pt x="285" y="181"/>
                        <a:pt x="285" y="180"/>
                        <a:pt x="285" y="17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9" name="Freeform 25"/>
                <p:cNvSpPr/>
                <p:nvPr/>
              </p:nvSpPr>
              <p:spPr bwMode="auto">
                <a:xfrm>
                  <a:off x="9864725" y="1873251"/>
                  <a:ext cx="1192213" cy="617538"/>
                </a:xfrm>
                <a:custGeom>
                  <a:avLst/>
                  <a:gdLst>
                    <a:gd name="T0" fmla="*/ 310 w 378"/>
                    <a:gd name="T1" fmla="*/ 185 h 195"/>
                    <a:gd name="T2" fmla="*/ 237 w 378"/>
                    <a:gd name="T3" fmla="*/ 192 h 195"/>
                    <a:gd name="T4" fmla="*/ 102 w 378"/>
                    <a:gd name="T5" fmla="*/ 161 h 195"/>
                    <a:gd name="T6" fmla="*/ 45 w 378"/>
                    <a:gd name="T7" fmla="*/ 128 h 195"/>
                    <a:gd name="T8" fmla="*/ 16 w 378"/>
                    <a:gd name="T9" fmla="*/ 23 h 195"/>
                    <a:gd name="T10" fmla="*/ 56 w 378"/>
                    <a:gd name="T11" fmla="*/ 12 h 195"/>
                    <a:gd name="T12" fmla="*/ 138 w 378"/>
                    <a:gd name="T13" fmla="*/ 65 h 195"/>
                    <a:gd name="T14" fmla="*/ 176 w 378"/>
                    <a:gd name="T15" fmla="*/ 79 h 195"/>
                    <a:gd name="T16" fmla="*/ 274 w 378"/>
                    <a:gd name="T17" fmla="*/ 92 h 195"/>
                    <a:gd name="T18" fmla="*/ 341 w 378"/>
                    <a:gd name="T19" fmla="*/ 105 h 195"/>
                    <a:gd name="T20" fmla="*/ 350 w 378"/>
                    <a:gd name="T21" fmla="*/ 180 h 195"/>
                    <a:gd name="T22" fmla="*/ 311 w 378"/>
                    <a:gd name="T23" fmla="*/ 189 h 195"/>
                    <a:gd name="T24" fmla="*/ 310 w 378"/>
                    <a:gd name="T25" fmla="*/ 185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78" h="195">
                      <a:moveTo>
                        <a:pt x="310" y="185"/>
                      </a:moveTo>
                      <a:cubicBezTo>
                        <a:pt x="286" y="187"/>
                        <a:pt x="262" y="190"/>
                        <a:pt x="237" y="192"/>
                      </a:cubicBezTo>
                      <a:cubicBezTo>
                        <a:pt x="189" y="195"/>
                        <a:pt x="145" y="180"/>
                        <a:pt x="102" y="161"/>
                      </a:cubicBezTo>
                      <a:cubicBezTo>
                        <a:pt x="82" y="153"/>
                        <a:pt x="63" y="141"/>
                        <a:pt x="45" y="128"/>
                      </a:cubicBezTo>
                      <a:cubicBezTo>
                        <a:pt x="11" y="103"/>
                        <a:pt x="0" y="63"/>
                        <a:pt x="16" y="23"/>
                      </a:cubicBezTo>
                      <a:cubicBezTo>
                        <a:pt x="24" y="2"/>
                        <a:pt x="38" y="0"/>
                        <a:pt x="56" y="12"/>
                      </a:cubicBezTo>
                      <a:cubicBezTo>
                        <a:pt x="83" y="31"/>
                        <a:pt x="110" y="49"/>
                        <a:pt x="138" y="65"/>
                      </a:cubicBezTo>
                      <a:cubicBezTo>
                        <a:pt x="150" y="72"/>
                        <a:pt x="163" y="76"/>
                        <a:pt x="176" y="79"/>
                      </a:cubicBezTo>
                      <a:cubicBezTo>
                        <a:pt x="208" y="88"/>
                        <a:pt x="240" y="95"/>
                        <a:pt x="274" y="92"/>
                      </a:cubicBezTo>
                      <a:cubicBezTo>
                        <a:pt x="297" y="91"/>
                        <a:pt x="320" y="95"/>
                        <a:pt x="341" y="105"/>
                      </a:cubicBezTo>
                      <a:cubicBezTo>
                        <a:pt x="372" y="119"/>
                        <a:pt x="378" y="161"/>
                        <a:pt x="350" y="180"/>
                      </a:cubicBezTo>
                      <a:cubicBezTo>
                        <a:pt x="340" y="187"/>
                        <a:pt x="324" y="186"/>
                        <a:pt x="311" y="189"/>
                      </a:cubicBezTo>
                      <a:cubicBezTo>
                        <a:pt x="311" y="187"/>
                        <a:pt x="310" y="186"/>
                        <a:pt x="310" y="1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0" name="Freeform 40"/>
                <p:cNvSpPr/>
                <p:nvPr/>
              </p:nvSpPr>
              <p:spPr bwMode="auto">
                <a:xfrm>
                  <a:off x="20638" y="609601"/>
                  <a:ext cx="384175" cy="255588"/>
                </a:xfrm>
                <a:custGeom>
                  <a:avLst/>
                  <a:gdLst>
                    <a:gd name="T0" fmla="*/ 61 w 122"/>
                    <a:gd name="T1" fmla="*/ 0 h 81"/>
                    <a:gd name="T2" fmla="*/ 116 w 122"/>
                    <a:gd name="T3" fmla="*/ 30 h 81"/>
                    <a:gd name="T4" fmla="*/ 102 w 122"/>
                    <a:gd name="T5" fmla="*/ 68 h 81"/>
                    <a:gd name="T6" fmla="*/ 23 w 122"/>
                    <a:gd name="T7" fmla="*/ 74 h 81"/>
                    <a:gd name="T8" fmla="*/ 7 w 122"/>
                    <a:gd name="T9" fmla="*/ 30 h 81"/>
                    <a:gd name="T10" fmla="*/ 61 w 122"/>
                    <a:gd name="T11" fmla="*/ 0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2" h="81">
                      <a:moveTo>
                        <a:pt x="61" y="0"/>
                      </a:moveTo>
                      <a:cubicBezTo>
                        <a:pt x="91" y="0"/>
                        <a:pt x="108" y="9"/>
                        <a:pt x="116" y="30"/>
                      </a:cubicBezTo>
                      <a:cubicBezTo>
                        <a:pt x="122" y="44"/>
                        <a:pt x="116" y="61"/>
                        <a:pt x="102" y="68"/>
                      </a:cubicBezTo>
                      <a:cubicBezTo>
                        <a:pt x="76" y="79"/>
                        <a:pt x="49" y="81"/>
                        <a:pt x="23" y="74"/>
                      </a:cubicBezTo>
                      <a:cubicBezTo>
                        <a:pt x="7" y="70"/>
                        <a:pt x="0" y="48"/>
                        <a:pt x="7" y="30"/>
                      </a:cubicBezTo>
                      <a:cubicBezTo>
                        <a:pt x="15" y="8"/>
                        <a:pt x="30" y="0"/>
                        <a:pt x="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51" name="Freeform 41"/>
                <p:cNvSpPr/>
                <p:nvPr/>
              </p:nvSpPr>
              <p:spPr bwMode="auto">
                <a:xfrm>
                  <a:off x="550863" y="612776"/>
                  <a:ext cx="428625" cy="230188"/>
                </a:xfrm>
                <a:custGeom>
                  <a:avLst/>
                  <a:gdLst>
                    <a:gd name="T0" fmla="*/ 75 w 136"/>
                    <a:gd name="T1" fmla="*/ 69 h 73"/>
                    <a:gd name="T2" fmla="*/ 29 w 136"/>
                    <a:gd name="T3" fmla="*/ 72 h 73"/>
                    <a:gd name="T4" fmla="*/ 7 w 136"/>
                    <a:gd name="T5" fmla="*/ 62 h 73"/>
                    <a:gd name="T6" fmla="*/ 12 w 136"/>
                    <a:gd name="T7" fmla="*/ 40 h 73"/>
                    <a:gd name="T8" fmla="*/ 79 w 136"/>
                    <a:gd name="T9" fmla="*/ 2 h 73"/>
                    <a:gd name="T10" fmla="*/ 119 w 136"/>
                    <a:gd name="T11" fmla="*/ 11 h 73"/>
                    <a:gd name="T12" fmla="*/ 126 w 136"/>
                    <a:gd name="T13" fmla="*/ 49 h 73"/>
                    <a:gd name="T14" fmla="*/ 75 w 136"/>
                    <a:gd name="T15" fmla="*/ 69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6" h="73">
                      <a:moveTo>
                        <a:pt x="75" y="69"/>
                      </a:moveTo>
                      <a:cubicBezTo>
                        <a:pt x="60" y="70"/>
                        <a:pt x="44" y="73"/>
                        <a:pt x="29" y="72"/>
                      </a:cubicBezTo>
                      <a:cubicBezTo>
                        <a:pt x="21" y="72"/>
                        <a:pt x="12" y="68"/>
                        <a:pt x="7" y="62"/>
                      </a:cubicBezTo>
                      <a:cubicBezTo>
                        <a:pt x="0" y="54"/>
                        <a:pt x="7" y="47"/>
                        <a:pt x="12" y="40"/>
                      </a:cubicBezTo>
                      <a:cubicBezTo>
                        <a:pt x="29" y="17"/>
                        <a:pt x="53" y="6"/>
                        <a:pt x="79" y="2"/>
                      </a:cubicBezTo>
                      <a:cubicBezTo>
                        <a:pt x="92" y="0"/>
                        <a:pt x="107" y="5"/>
                        <a:pt x="119" y="11"/>
                      </a:cubicBezTo>
                      <a:cubicBezTo>
                        <a:pt x="135" y="19"/>
                        <a:pt x="136" y="34"/>
                        <a:pt x="126" y="49"/>
                      </a:cubicBezTo>
                      <a:cubicBezTo>
                        <a:pt x="114" y="68"/>
                        <a:pt x="104" y="72"/>
                        <a:pt x="75" y="6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296" name="组合 295"/>
            <p:cNvGrpSpPr/>
            <p:nvPr/>
          </p:nvGrpSpPr>
          <p:grpSpPr>
            <a:xfrm>
              <a:off x="987425" y="3353428"/>
              <a:ext cx="4174510" cy="4173171"/>
              <a:chOff x="14471650" y="-2432050"/>
              <a:chExt cx="9898062" cy="9894888"/>
            </a:xfrm>
            <a:grpFill/>
          </p:grpSpPr>
          <p:sp>
            <p:nvSpPr>
              <p:cNvPr id="297" name="Freeform 225"/>
              <p:cNvSpPr>
                <a:spLocks noEditPoints="1"/>
              </p:cNvSpPr>
              <p:nvPr/>
            </p:nvSpPr>
            <p:spPr bwMode="auto">
              <a:xfrm>
                <a:off x="14471650" y="-2432050"/>
                <a:ext cx="9898062" cy="9894888"/>
              </a:xfrm>
              <a:custGeom>
                <a:avLst/>
                <a:gdLst>
                  <a:gd name="T0" fmla="*/ 1562 w 3135"/>
                  <a:gd name="T1" fmla="*/ 3133 h 3133"/>
                  <a:gd name="T2" fmla="*/ 3 w 3135"/>
                  <a:gd name="T3" fmla="*/ 1567 h 3133"/>
                  <a:gd name="T4" fmla="*/ 1593 w 3135"/>
                  <a:gd name="T5" fmla="*/ 15 h 3133"/>
                  <a:gd name="T6" fmla="*/ 3123 w 3135"/>
                  <a:gd name="T7" fmla="*/ 1598 h 3133"/>
                  <a:gd name="T8" fmla="*/ 1562 w 3135"/>
                  <a:gd name="T9" fmla="*/ 3133 h 3133"/>
                  <a:gd name="T10" fmla="*/ 61 w 3135"/>
                  <a:gd name="T11" fmla="*/ 1574 h 3133"/>
                  <a:gd name="T12" fmla="*/ 1562 w 3135"/>
                  <a:gd name="T13" fmla="*/ 3074 h 3133"/>
                  <a:gd name="T14" fmla="*/ 3065 w 3135"/>
                  <a:gd name="T15" fmla="*/ 1568 h 3133"/>
                  <a:gd name="T16" fmla="*/ 1561 w 3135"/>
                  <a:gd name="T17" fmla="*/ 73 h 3133"/>
                  <a:gd name="T18" fmla="*/ 61 w 3135"/>
                  <a:gd name="T19" fmla="*/ 1574 h 3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35" h="3133">
                    <a:moveTo>
                      <a:pt x="1562" y="3133"/>
                    </a:moveTo>
                    <a:cubicBezTo>
                      <a:pt x="700" y="3129"/>
                      <a:pt x="0" y="2435"/>
                      <a:pt x="3" y="1567"/>
                    </a:cubicBezTo>
                    <a:cubicBezTo>
                      <a:pt x="6" y="712"/>
                      <a:pt x="703" y="0"/>
                      <a:pt x="1593" y="15"/>
                    </a:cubicBezTo>
                    <a:cubicBezTo>
                      <a:pt x="2428" y="29"/>
                      <a:pt x="3135" y="710"/>
                      <a:pt x="3123" y="1598"/>
                    </a:cubicBezTo>
                    <a:cubicBezTo>
                      <a:pt x="3112" y="2439"/>
                      <a:pt x="2428" y="3129"/>
                      <a:pt x="1562" y="3133"/>
                    </a:cubicBezTo>
                    <a:close/>
                    <a:moveTo>
                      <a:pt x="61" y="1574"/>
                    </a:moveTo>
                    <a:cubicBezTo>
                      <a:pt x="63" y="2407"/>
                      <a:pt x="739" y="3074"/>
                      <a:pt x="1562" y="3074"/>
                    </a:cubicBezTo>
                    <a:cubicBezTo>
                      <a:pt x="2397" y="3074"/>
                      <a:pt x="3068" y="2397"/>
                      <a:pt x="3065" y="1568"/>
                    </a:cubicBezTo>
                    <a:cubicBezTo>
                      <a:pt x="3062" y="739"/>
                      <a:pt x="2387" y="72"/>
                      <a:pt x="1561" y="73"/>
                    </a:cubicBezTo>
                    <a:cubicBezTo>
                      <a:pt x="729" y="74"/>
                      <a:pt x="60" y="751"/>
                      <a:pt x="61" y="15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8" name="Freeform 227"/>
              <p:cNvSpPr>
                <a:spLocks noEditPoints="1"/>
              </p:cNvSpPr>
              <p:nvPr/>
            </p:nvSpPr>
            <p:spPr bwMode="auto">
              <a:xfrm>
                <a:off x="16068675" y="-800100"/>
                <a:ext cx="6673850" cy="6672263"/>
              </a:xfrm>
              <a:custGeom>
                <a:avLst/>
                <a:gdLst>
                  <a:gd name="T0" fmla="*/ 1059 w 2114"/>
                  <a:gd name="T1" fmla="*/ 2111 h 2112"/>
                  <a:gd name="T2" fmla="*/ 2 w 2114"/>
                  <a:gd name="T3" fmla="*/ 1059 h 2112"/>
                  <a:gd name="T4" fmla="*/ 1053 w 2114"/>
                  <a:gd name="T5" fmla="*/ 2 h 2112"/>
                  <a:gd name="T6" fmla="*/ 2113 w 2114"/>
                  <a:gd name="T7" fmla="*/ 1052 h 2112"/>
                  <a:gd name="T8" fmla="*/ 1059 w 2114"/>
                  <a:gd name="T9" fmla="*/ 2111 h 2112"/>
                  <a:gd name="T10" fmla="*/ 2079 w 2114"/>
                  <a:gd name="T11" fmla="*/ 1054 h 2112"/>
                  <a:gd name="T12" fmla="*/ 1061 w 2114"/>
                  <a:gd name="T13" fmla="*/ 36 h 2112"/>
                  <a:gd name="T14" fmla="*/ 36 w 2114"/>
                  <a:gd name="T15" fmla="*/ 1050 h 2112"/>
                  <a:gd name="T16" fmla="*/ 1055 w 2114"/>
                  <a:gd name="T17" fmla="*/ 2077 h 2112"/>
                  <a:gd name="T18" fmla="*/ 2079 w 2114"/>
                  <a:gd name="T19" fmla="*/ 1054 h 2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14" h="2112">
                    <a:moveTo>
                      <a:pt x="1059" y="2111"/>
                    </a:moveTo>
                    <a:cubicBezTo>
                      <a:pt x="477" y="2112"/>
                      <a:pt x="4" y="1641"/>
                      <a:pt x="2" y="1059"/>
                    </a:cubicBezTo>
                    <a:cubicBezTo>
                      <a:pt x="0" y="478"/>
                      <a:pt x="473" y="3"/>
                      <a:pt x="1053" y="2"/>
                    </a:cubicBezTo>
                    <a:cubicBezTo>
                      <a:pt x="1636" y="0"/>
                      <a:pt x="2112" y="472"/>
                      <a:pt x="2113" y="1052"/>
                    </a:cubicBezTo>
                    <a:cubicBezTo>
                      <a:pt x="2114" y="1636"/>
                      <a:pt x="1643" y="2109"/>
                      <a:pt x="1059" y="2111"/>
                    </a:cubicBezTo>
                    <a:close/>
                    <a:moveTo>
                      <a:pt x="2079" y="1054"/>
                    </a:moveTo>
                    <a:cubicBezTo>
                      <a:pt x="2078" y="496"/>
                      <a:pt x="1626" y="39"/>
                      <a:pt x="1061" y="36"/>
                    </a:cubicBezTo>
                    <a:cubicBezTo>
                      <a:pt x="500" y="33"/>
                      <a:pt x="39" y="489"/>
                      <a:pt x="36" y="1050"/>
                    </a:cubicBezTo>
                    <a:cubicBezTo>
                      <a:pt x="33" y="1615"/>
                      <a:pt x="489" y="2075"/>
                      <a:pt x="1055" y="2077"/>
                    </a:cubicBezTo>
                    <a:cubicBezTo>
                      <a:pt x="1615" y="2079"/>
                      <a:pt x="2079" y="1625"/>
                      <a:pt x="2079" y="10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Freeform 228"/>
              <p:cNvSpPr/>
              <p:nvPr/>
            </p:nvSpPr>
            <p:spPr bwMode="auto">
              <a:xfrm>
                <a:off x="19516725" y="-1828800"/>
                <a:ext cx="823912" cy="804863"/>
              </a:xfrm>
              <a:custGeom>
                <a:avLst/>
                <a:gdLst>
                  <a:gd name="T0" fmla="*/ 121 w 261"/>
                  <a:gd name="T1" fmla="*/ 178 h 255"/>
                  <a:gd name="T2" fmla="*/ 139 w 261"/>
                  <a:gd name="T3" fmla="*/ 139 h 255"/>
                  <a:gd name="T4" fmla="*/ 185 w 261"/>
                  <a:gd name="T5" fmla="*/ 32 h 255"/>
                  <a:gd name="T6" fmla="*/ 202 w 261"/>
                  <a:gd name="T7" fmla="*/ 22 h 255"/>
                  <a:gd name="T8" fmla="*/ 206 w 261"/>
                  <a:gd name="T9" fmla="*/ 22 h 255"/>
                  <a:gd name="T10" fmla="*/ 244 w 261"/>
                  <a:gd name="T11" fmla="*/ 70 h 255"/>
                  <a:gd name="T12" fmla="*/ 222 w 261"/>
                  <a:gd name="T13" fmla="*/ 238 h 255"/>
                  <a:gd name="T14" fmla="*/ 195 w 261"/>
                  <a:gd name="T15" fmla="*/ 252 h 255"/>
                  <a:gd name="T16" fmla="*/ 186 w 261"/>
                  <a:gd name="T17" fmla="*/ 232 h 255"/>
                  <a:gd name="T18" fmla="*/ 204 w 261"/>
                  <a:gd name="T19" fmla="*/ 91 h 255"/>
                  <a:gd name="T20" fmla="*/ 204 w 261"/>
                  <a:gd name="T21" fmla="*/ 74 h 255"/>
                  <a:gd name="T22" fmla="*/ 199 w 261"/>
                  <a:gd name="T23" fmla="*/ 74 h 255"/>
                  <a:gd name="T24" fmla="*/ 184 w 261"/>
                  <a:gd name="T25" fmla="*/ 108 h 255"/>
                  <a:gd name="T26" fmla="*/ 129 w 261"/>
                  <a:gd name="T27" fmla="*/ 231 h 255"/>
                  <a:gd name="T28" fmla="*/ 111 w 261"/>
                  <a:gd name="T29" fmla="*/ 241 h 255"/>
                  <a:gd name="T30" fmla="*/ 93 w 261"/>
                  <a:gd name="T31" fmla="*/ 227 h 255"/>
                  <a:gd name="T32" fmla="*/ 78 w 261"/>
                  <a:gd name="T33" fmla="*/ 132 h 255"/>
                  <a:gd name="T34" fmla="*/ 69 w 261"/>
                  <a:gd name="T35" fmla="*/ 68 h 255"/>
                  <a:gd name="T36" fmla="*/ 61 w 261"/>
                  <a:gd name="T37" fmla="*/ 54 h 255"/>
                  <a:gd name="T38" fmla="*/ 53 w 261"/>
                  <a:gd name="T39" fmla="*/ 106 h 255"/>
                  <a:gd name="T40" fmla="*/ 40 w 261"/>
                  <a:gd name="T41" fmla="*/ 215 h 255"/>
                  <a:gd name="T42" fmla="*/ 24 w 261"/>
                  <a:gd name="T43" fmla="*/ 230 h 255"/>
                  <a:gd name="T44" fmla="*/ 3 w 261"/>
                  <a:gd name="T45" fmla="*/ 211 h 255"/>
                  <a:gd name="T46" fmla="*/ 28 w 261"/>
                  <a:gd name="T47" fmla="*/ 12 h 255"/>
                  <a:gd name="T48" fmla="*/ 42 w 261"/>
                  <a:gd name="T49" fmla="*/ 1 h 255"/>
                  <a:gd name="T50" fmla="*/ 69 w 261"/>
                  <a:gd name="T51" fmla="*/ 4 h 255"/>
                  <a:gd name="T52" fmla="*/ 96 w 261"/>
                  <a:gd name="T53" fmla="*/ 31 h 255"/>
                  <a:gd name="T54" fmla="*/ 115 w 261"/>
                  <a:gd name="T55" fmla="*/ 172 h 255"/>
                  <a:gd name="T56" fmla="*/ 117 w 261"/>
                  <a:gd name="T57" fmla="*/ 177 h 255"/>
                  <a:gd name="T58" fmla="*/ 121 w 261"/>
                  <a:gd name="T59" fmla="*/ 178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61" h="255">
                    <a:moveTo>
                      <a:pt x="121" y="178"/>
                    </a:moveTo>
                    <a:cubicBezTo>
                      <a:pt x="127" y="165"/>
                      <a:pt x="133" y="152"/>
                      <a:pt x="139" y="139"/>
                    </a:cubicBezTo>
                    <a:cubicBezTo>
                      <a:pt x="154" y="104"/>
                      <a:pt x="170" y="68"/>
                      <a:pt x="185" y="32"/>
                    </a:cubicBezTo>
                    <a:cubicBezTo>
                      <a:pt x="188" y="24"/>
                      <a:pt x="193" y="20"/>
                      <a:pt x="202" y="22"/>
                    </a:cubicBezTo>
                    <a:cubicBezTo>
                      <a:pt x="203" y="22"/>
                      <a:pt x="205" y="22"/>
                      <a:pt x="206" y="22"/>
                    </a:cubicBezTo>
                    <a:cubicBezTo>
                      <a:pt x="261" y="29"/>
                      <a:pt x="248" y="20"/>
                      <a:pt x="244" y="70"/>
                    </a:cubicBezTo>
                    <a:cubicBezTo>
                      <a:pt x="239" y="126"/>
                      <a:pt x="230" y="182"/>
                      <a:pt x="222" y="238"/>
                    </a:cubicBezTo>
                    <a:cubicBezTo>
                      <a:pt x="220" y="255"/>
                      <a:pt x="219" y="255"/>
                      <a:pt x="195" y="252"/>
                    </a:cubicBezTo>
                    <a:cubicBezTo>
                      <a:pt x="180" y="250"/>
                      <a:pt x="185" y="240"/>
                      <a:pt x="186" y="232"/>
                    </a:cubicBezTo>
                    <a:cubicBezTo>
                      <a:pt x="192" y="185"/>
                      <a:pt x="198" y="138"/>
                      <a:pt x="204" y="91"/>
                    </a:cubicBezTo>
                    <a:cubicBezTo>
                      <a:pt x="205" y="86"/>
                      <a:pt x="204" y="80"/>
                      <a:pt x="204" y="74"/>
                    </a:cubicBezTo>
                    <a:cubicBezTo>
                      <a:pt x="202" y="74"/>
                      <a:pt x="201" y="74"/>
                      <a:pt x="199" y="74"/>
                    </a:cubicBezTo>
                    <a:cubicBezTo>
                      <a:pt x="194" y="85"/>
                      <a:pt x="189" y="96"/>
                      <a:pt x="184" y="108"/>
                    </a:cubicBezTo>
                    <a:cubicBezTo>
                      <a:pt x="165" y="149"/>
                      <a:pt x="147" y="190"/>
                      <a:pt x="129" y="231"/>
                    </a:cubicBezTo>
                    <a:cubicBezTo>
                      <a:pt x="125" y="240"/>
                      <a:pt x="120" y="243"/>
                      <a:pt x="111" y="241"/>
                    </a:cubicBezTo>
                    <a:cubicBezTo>
                      <a:pt x="101" y="240"/>
                      <a:pt x="94" y="238"/>
                      <a:pt x="93" y="227"/>
                    </a:cubicBezTo>
                    <a:cubicBezTo>
                      <a:pt x="88" y="195"/>
                      <a:pt x="83" y="164"/>
                      <a:pt x="78" y="132"/>
                    </a:cubicBezTo>
                    <a:cubicBezTo>
                      <a:pt x="75" y="111"/>
                      <a:pt x="72" y="90"/>
                      <a:pt x="69" y="68"/>
                    </a:cubicBezTo>
                    <a:cubicBezTo>
                      <a:pt x="68" y="63"/>
                      <a:pt x="66" y="58"/>
                      <a:pt x="61" y="54"/>
                    </a:cubicBezTo>
                    <a:cubicBezTo>
                      <a:pt x="59" y="71"/>
                      <a:pt x="56" y="89"/>
                      <a:pt x="53" y="106"/>
                    </a:cubicBezTo>
                    <a:cubicBezTo>
                      <a:pt x="49" y="142"/>
                      <a:pt x="44" y="179"/>
                      <a:pt x="40" y="215"/>
                    </a:cubicBezTo>
                    <a:cubicBezTo>
                      <a:pt x="39" y="225"/>
                      <a:pt x="37" y="233"/>
                      <a:pt x="24" y="230"/>
                    </a:cubicBezTo>
                    <a:cubicBezTo>
                      <a:pt x="13" y="228"/>
                      <a:pt x="0" y="231"/>
                      <a:pt x="3" y="211"/>
                    </a:cubicBezTo>
                    <a:cubicBezTo>
                      <a:pt x="12" y="144"/>
                      <a:pt x="20" y="78"/>
                      <a:pt x="28" y="12"/>
                    </a:cubicBezTo>
                    <a:cubicBezTo>
                      <a:pt x="29" y="2"/>
                      <a:pt x="34" y="0"/>
                      <a:pt x="42" y="1"/>
                    </a:cubicBezTo>
                    <a:cubicBezTo>
                      <a:pt x="51" y="2"/>
                      <a:pt x="60" y="3"/>
                      <a:pt x="69" y="4"/>
                    </a:cubicBezTo>
                    <a:cubicBezTo>
                      <a:pt x="92" y="6"/>
                      <a:pt x="93" y="7"/>
                      <a:pt x="96" y="31"/>
                    </a:cubicBezTo>
                    <a:cubicBezTo>
                      <a:pt x="102" y="78"/>
                      <a:pt x="109" y="125"/>
                      <a:pt x="115" y="172"/>
                    </a:cubicBezTo>
                    <a:cubicBezTo>
                      <a:pt x="116" y="174"/>
                      <a:pt x="117" y="176"/>
                      <a:pt x="117" y="177"/>
                    </a:cubicBezTo>
                    <a:cubicBezTo>
                      <a:pt x="119" y="178"/>
                      <a:pt x="120" y="178"/>
                      <a:pt x="121" y="1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Freeform 229"/>
              <p:cNvSpPr>
                <a:spLocks noEditPoints="1"/>
              </p:cNvSpPr>
              <p:nvPr/>
            </p:nvSpPr>
            <p:spPr bwMode="auto">
              <a:xfrm>
                <a:off x="16802100" y="5627688"/>
                <a:ext cx="920750" cy="963613"/>
              </a:xfrm>
              <a:custGeom>
                <a:avLst/>
                <a:gdLst>
                  <a:gd name="T0" fmla="*/ 156 w 292"/>
                  <a:gd name="T1" fmla="*/ 88 h 305"/>
                  <a:gd name="T2" fmla="*/ 137 w 292"/>
                  <a:gd name="T3" fmla="*/ 88 h 305"/>
                  <a:gd name="T4" fmla="*/ 99 w 292"/>
                  <a:gd name="T5" fmla="*/ 124 h 305"/>
                  <a:gd name="T6" fmla="*/ 91 w 292"/>
                  <a:gd name="T7" fmla="*/ 140 h 305"/>
                  <a:gd name="T8" fmla="*/ 80 w 292"/>
                  <a:gd name="T9" fmla="*/ 147 h 305"/>
                  <a:gd name="T10" fmla="*/ 70 w 292"/>
                  <a:gd name="T11" fmla="*/ 133 h 305"/>
                  <a:gd name="T12" fmla="*/ 79 w 292"/>
                  <a:gd name="T13" fmla="*/ 100 h 305"/>
                  <a:gd name="T14" fmla="*/ 103 w 292"/>
                  <a:gd name="T15" fmla="*/ 62 h 305"/>
                  <a:gd name="T16" fmla="*/ 168 w 292"/>
                  <a:gd name="T17" fmla="*/ 53 h 305"/>
                  <a:gd name="T18" fmla="*/ 161 w 292"/>
                  <a:gd name="T19" fmla="*/ 58 h 305"/>
                  <a:gd name="T20" fmla="*/ 157 w 292"/>
                  <a:gd name="T21" fmla="*/ 64 h 305"/>
                  <a:gd name="T22" fmla="*/ 162 w 292"/>
                  <a:gd name="T23" fmla="*/ 69 h 305"/>
                  <a:gd name="T24" fmla="*/ 203 w 292"/>
                  <a:gd name="T25" fmla="*/ 55 h 305"/>
                  <a:gd name="T26" fmla="*/ 196 w 292"/>
                  <a:gd name="T27" fmla="*/ 39 h 305"/>
                  <a:gd name="T28" fmla="*/ 149 w 292"/>
                  <a:gd name="T29" fmla="*/ 32 h 305"/>
                  <a:gd name="T30" fmla="*/ 123 w 292"/>
                  <a:gd name="T31" fmla="*/ 23 h 305"/>
                  <a:gd name="T32" fmla="*/ 125 w 292"/>
                  <a:gd name="T33" fmla="*/ 9 h 305"/>
                  <a:gd name="T34" fmla="*/ 156 w 292"/>
                  <a:gd name="T35" fmla="*/ 3 h 305"/>
                  <a:gd name="T36" fmla="*/ 211 w 292"/>
                  <a:gd name="T37" fmla="*/ 24 h 305"/>
                  <a:gd name="T38" fmla="*/ 231 w 292"/>
                  <a:gd name="T39" fmla="*/ 22 h 305"/>
                  <a:gd name="T40" fmla="*/ 258 w 292"/>
                  <a:gd name="T41" fmla="*/ 31 h 305"/>
                  <a:gd name="T42" fmla="*/ 275 w 292"/>
                  <a:gd name="T43" fmla="*/ 48 h 305"/>
                  <a:gd name="T44" fmla="*/ 288 w 292"/>
                  <a:gd name="T45" fmla="*/ 63 h 305"/>
                  <a:gd name="T46" fmla="*/ 269 w 292"/>
                  <a:gd name="T47" fmla="*/ 69 h 305"/>
                  <a:gd name="T48" fmla="*/ 243 w 292"/>
                  <a:gd name="T49" fmla="*/ 63 h 305"/>
                  <a:gd name="T50" fmla="*/ 222 w 292"/>
                  <a:gd name="T51" fmla="*/ 76 h 305"/>
                  <a:gd name="T52" fmla="*/ 256 w 292"/>
                  <a:gd name="T53" fmla="*/ 94 h 305"/>
                  <a:gd name="T54" fmla="*/ 263 w 292"/>
                  <a:gd name="T55" fmla="*/ 119 h 305"/>
                  <a:gd name="T56" fmla="*/ 237 w 292"/>
                  <a:gd name="T57" fmla="*/ 144 h 305"/>
                  <a:gd name="T58" fmla="*/ 183 w 292"/>
                  <a:gd name="T59" fmla="*/ 159 h 305"/>
                  <a:gd name="T60" fmla="*/ 163 w 292"/>
                  <a:gd name="T61" fmla="*/ 199 h 305"/>
                  <a:gd name="T62" fmla="*/ 222 w 292"/>
                  <a:gd name="T63" fmla="*/ 260 h 305"/>
                  <a:gd name="T64" fmla="*/ 233 w 292"/>
                  <a:gd name="T65" fmla="*/ 293 h 305"/>
                  <a:gd name="T66" fmla="*/ 208 w 292"/>
                  <a:gd name="T67" fmla="*/ 296 h 305"/>
                  <a:gd name="T68" fmla="*/ 135 w 292"/>
                  <a:gd name="T69" fmla="*/ 206 h 305"/>
                  <a:gd name="T70" fmla="*/ 127 w 292"/>
                  <a:gd name="T71" fmla="*/ 194 h 305"/>
                  <a:gd name="T72" fmla="*/ 117 w 292"/>
                  <a:gd name="T73" fmla="*/ 203 h 305"/>
                  <a:gd name="T74" fmla="*/ 90 w 292"/>
                  <a:gd name="T75" fmla="*/ 247 h 305"/>
                  <a:gd name="T76" fmla="*/ 74 w 292"/>
                  <a:gd name="T77" fmla="*/ 253 h 305"/>
                  <a:gd name="T78" fmla="*/ 70 w 292"/>
                  <a:gd name="T79" fmla="*/ 234 h 305"/>
                  <a:gd name="T80" fmla="*/ 88 w 292"/>
                  <a:gd name="T81" fmla="*/ 207 h 305"/>
                  <a:gd name="T82" fmla="*/ 90 w 292"/>
                  <a:gd name="T83" fmla="*/ 196 h 305"/>
                  <a:gd name="T84" fmla="*/ 78 w 292"/>
                  <a:gd name="T85" fmla="*/ 193 h 305"/>
                  <a:gd name="T86" fmla="*/ 42 w 292"/>
                  <a:gd name="T87" fmla="*/ 204 h 305"/>
                  <a:gd name="T88" fmla="*/ 13 w 292"/>
                  <a:gd name="T89" fmla="*/ 207 h 305"/>
                  <a:gd name="T90" fmla="*/ 1 w 292"/>
                  <a:gd name="T91" fmla="*/ 194 h 305"/>
                  <a:gd name="T92" fmla="*/ 10 w 292"/>
                  <a:gd name="T93" fmla="*/ 181 h 305"/>
                  <a:gd name="T94" fmla="*/ 76 w 292"/>
                  <a:gd name="T95" fmla="*/ 159 h 305"/>
                  <a:gd name="T96" fmla="*/ 104 w 292"/>
                  <a:gd name="T97" fmla="*/ 146 h 305"/>
                  <a:gd name="T98" fmla="*/ 110 w 292"/>
                  <a:gd name="T99" fmla="*/ 142 h 305"/>
                  <a:gd name="T100" fmla="*/ 133 w 292"/>
                  <a:gd name="T101" fmla="*/ 123 h 305"/>
                  <a:gd name="T102" fmla="*/ 158 w 292"/>
                  <a:gd name="T103" fmla="*/ 94 h 305"/>
                  <a:gd name="T104" fmla="*/ 156 w 292"/>
                  <a:gd name="T105" fmla="*/ 88 h 305"/>
                  <a:gd name="T106" fmla="*/ 177 w 292"/>
                  <a:gd name="T107" fmla="*/ 144 h 305"/>
                  <a:gd name="T108" fmla="*/ 222 w 292"/>
                  <a:gd name="T109" fmla="*/ 123 h 305"/>
                  <a:gd name="T110" fmla="*/ 224 w 292"/>
                  <a:gd name="T111" fmla="*/ 113 h 305"/>
                  <a:gd name="T112" fmla="*/ 195 w 292"/>
                  <a:gd name="T113" fmla="*/ 96 h 305"/>
                  <a:gd name="T114" fmla="*/ 186 w 292"/>
                  <a:gd name="T115" fmla="*/ 103 h 305"/>
                  <a:gd name="T116" fmla="*/ 186 w 292"/>
                  <a:gd name="T117" fmla="*/ 106 h 305"/>
                  <a:gd name="T118" fmla="*/ 177 w 292"/>
                  <a:gd name="T119" fmla="*/ 144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92" h="305">
                    <a:moveTo>
                      <a:pt x="156" y="88"/>
                    </a:moveTo>
                    <a:cubicBezTo>
                      <a:pt x="150" y="88"/>
                      <a:pt x="143" y="86"/>
                      <a:pt x="137" y="88"/>
                    </a:cubicBezTo>
                    <a:cubicBezTo>
                      <a:pt x="121" y="96"/>
                      <a:pt x="106" y="106"/>
                      <a:pt x="99" y="124"/>
                    </a:cubicBezTo>
                    <a:cubicBezTo>
                      <a:pt x="97" y="130"/>
                      <a:pt x="95" y="135"/>
                      <a:pt x="91" y="140"/>
                    </a:cubicBezTo>
                    <a:cubicBezTo>
                      <a:pt x="88" y="143"/>
                      <a:pt x="81" y="148"/>
                      <a:pt x="80" y="147"/>
                    </a:cubicBezTo>
                    <a:cubicBezTo>
                      <a:pt x="76" y="143"/>
                      <a:pt x="69" y="137"/>
                      <a:pt x="70" y="133"/>
                    </a:cubicBezTo>
                    <a:cubicBezTo>
                      <a:pt x="71" y="122"/>
                      <a:pt x="75" y="110"/>
                      <a:pt x="79" y="100"/>
                    </a:cubicBezTo>
                    <a:cubicBezTo>
                      <a:pt x="86" y="87"/>
                      <a:pt x="94" y="74"/>
                      <a:pt x="103" y="62"/>
                    </a:cubicBezTo>
                    <a:cubicBezTo>
                      <a:pt x="119" y="42"/>
                      <a:pt x="143" y="40"/>
                      <a:pt x="168" y="53"/>
                    </a:cubicBezTo>
                    <a:cubicBezTo>
                      <a:pt x="165" y="55"/>
                      <a:pt x="162" y="56"/>
                      <a:pt x="161" y="58"/>
                    </a:cubicBezTo>
                    <a:cubicBezTo>
                      <a:pt x="159" y="59"/>
                      <a:pt x="157" y="62"/>
                      <a:pt x="157" y="64"/>
                    </a:cubicBezTo>
                    <a:cubicBezTo>
                      <a:pt x="157" y="66"/>
                      <a:pt x="160" y="68"/>
                      <a:pt x="162" y="69"/>
                    </a:cubicBezTo>
                    <a:cubicBezTo>
                      <a:pt x="174" y="73"/>
                      <a:pt x="196" y="65"/>
                      <a:pt x="203" y="55"/>
                    </a:cubicBezTo>
                    <a:cubicBezTo>
                      <a:pt x="209" y="46"/>
                      <a:pt x="202" y="41"/>
                      <a:pt x="196" y="39"/>
                    </a:cubicBezTo>
                    <a:cubicBezTo>
                      <a:pt x="180" y="36"/>
                      <a:pt x="165" y="34"/>
                      <a:pt x="149" y="32"/>
                    </a:cubicBezTo>
                    <a:cubicBezTo>
                      <a:pt x="139" y="31"/>
                      <a:pt x="128" y="35"/>
                      <a:pt x="123" y="23"/>
                    </a:cubicBezTo>
                    <a:cubicBezTo>
                      <a:pt x="121" y="19"/>
                      <a:pt x="123" y="10"/>
                      <a:pt x="125" y="9"/>
                    </a:cubicBezTo>
                    <a:cubicBezTo>
                      <a:pt x="135" y="5"/>
                      <a:pt x="146" y="0"/>
                      <a:pt x="156" y="3"/>
                    </a:cubicBezTo>
                    <a:cubicBezTo>
                      <a:pt x="175" y="8"/>
                      <a:pt x="193" y="17"/>
                      <a:pt x="211" y="24"/>
                    </a:cubicBezTo>
                    <a:cubicBezTo>
                      <a:pt x="219" y="28"/>
                      <a:pt x="224" y="28"/>
                      <a:pt x="231" y="22"/>
                    </a:cubicBezTo>
                    <a:cubicBezTo>
                      <a:pt x="243" y="11"/>
                      <a:pt x="253" y="16"/>
                      <a:pt x="258" y="31"/>
                    </a:cubicBezTo>
                    <a:cubicBezTo>
                      <a:pt x="260" y="38"/>
                      <a:pt x="268" y="44"/>
                      <a:pt x="275" y="48"/>
                    </a:cubicBezTo>
                    <a:cubicBezTo>
                      <a:pt x="282" y="52"/>
                      <a:pt x="292" y="53"/>
                      <a:pt x="288" y="63"/>
                    </a:cubicBezTo>
                    <a:cubicBezTo>
                      <a:pt x="286" y="67"/>
                      <a:pt x="275" y="70"/>
                      <a:pt x="269" y="69"/>
                    </a:cubicBezTo>
                    <a:cubicBezTo>
                      <a:pt x="260" y="69"/>
                      <a:pt x="252" y="65"/>
                      <a:pt x="243" y="63"/>
                    </a:cubicBezTo>
                    <a:cubicBezTo>
                      <a:pt x="231" y="61"/>
                      <a:pt x="227" y="65"/>
                      <a:pt x="222" y="76"/>
                    </a:cubicBezTo>
                    <a:cubicBezTo>
                      <a:pt x="234" y="82"/>
                      <a:pt x="245" y="88"/>
                      <a:pt x="256" y="94"/>
                    </a:cubicBezTo>
                    <a:cubicBezTo>
                      <a:pt x="267" y="100"/>
                      <a:pt x="271" y="109"/>
                      <a:pt x="263" y="119"/>
                    </a:cubicBezTo>
                    <a:cubicBezTo>
                      <a:pt x="256" y="128"/>
                      <a:pt x="247" y="139"/>
                      <a:pt x="237" y="144"/>
                    </a:cubicBezTo>
                    <a:cubicBezTo>
                      <a:pt x="220" y="151"/>
                      <a:pt x="201" y="155"/>
                      <a:pt x="183" y="159"/>
                    </a:cubicBezTo>
                    <a:cubicBezTo>
                      <a:pt x="165" y="163"/>
                      <a:pt x="153" y="184"/>
                      <a:pt x="163" y="199"/>
                    </a:cubicBezTo>
                    <a:cubicBezTo>
                      <a:pt x="177" y="225"/>
                      <a:pt x="197" y="245"/>
                      <a:pt x="222" y="260"/>
                    </a:cubicBezTo>
                    <a:cubicBezTo>
                      <a:pt x="231" y="266"/>
                      <a:pt x="238" y="285"/>
                      <a:pt x="233" y="293"/>
                    </a:cubicBezTo>
                    <a:cubicBezTo>
                      <a:pt x="226" y="305"/>
                      <a:pt x="216" y="301"/>
                      <a:pt x="208" y="296"/>
                    </a:cubicBezTo>
                    <a:cubicBezTo>
                      <a:pt x="174" y="274"/>
                      <a:pt x="147" y="246"/>
                      <a:pt x="135" y="206"/>
                    </a:cubicBezTo>
                    <a:cubicBezTo>
                      <a:pt x="133" y="202"/>
                      <a:pt x="130" y="198"/>
                      <a:pt x="127" y="194"/>
                    </a:cubicBezTo>
                    <a:cubicBezTo>
                      <a:pt x="124" y="197"/>
                      <a:pt x="119" y="200"/>
                      <a:pt x="117" y="203"/>
                    </a:cubicBezTo>
                    <a:cubicBezTo>
                      <a:pt x="107" y="218"/>
                      <a:pt x="99" y="232"/>
                      <a:pt x="90" y="247"/>
                    </a:cubicBezTo>
                    <a:cubicBezTo>
                      <a:pt x="86" y="253"/>
                      <a:pt x="82" y="259"/>
                      <a:pt x="74" y="253"/>
                    </a:cubicBezTo>
                    <a:cubicBezTo>
                      <a:pt x="67" y="249"/>
                      <a:pt x="64" y="243"/>
                      <a:pt x="70" y="234"/>
                    </a:cubicBezTo>
                    <a:cubicBezTo>
                      <a:pt x="76" y="225"/>
                      <a:pt x="82" y="216"/>
                      <a:pt x="88" y="207"/>
                    </a:cubicBezTo>
                    <a:cubicBezTo>
                      <a:pt x="89" y="204"/>
                      <a:pt x="91" y="197"/>
                      <a:pt x="90" y="196"/>
                    </a:cubicBezTo>
                    <a:cubicBezTo>
                      <a:pt x="87" y="194"/>
                      <a:pt x="82" y="192"/>
                      <a:pt x="78" y="193"/>
                    </a:cubicBezTo>
                    <a:cubicBezTo>
                      <a:pt x="66" y="196"/>
                      <a:pt x="54" y="201"/>
                      <a:pt x="42" y="204"/>
                    </a:cubicBezTo>
                    <a:cubicBezTo>
                      <a:pt x="33" y="206"/>
                      <a:pt x="23" y="208"/>
                      <a:pt x="13" y="207"/>
                    </a:cubicBezTo>
                    <a:cubicBezTo>
                      <a:pt x="8" y="206"/>
                      <a:pt x="2" y="199"/>
                      <a:pt x="1" y="194"/>
                    </a:cubicBezTo>
                    <a:cubicBezTo>
                      <a:pt x="0" y="191"/>
                      <a:pt x="5" y="183"/>
                      <a:pt x="10" y="181"/>
                    </a:cubicBezTo>
                    <a:cubicBezTo>
                      <a:pt x="32" y="173"/>
                      <a:pt x="54" y="167"/>
                      <a:pt x="76" y="159"/>
                    </a:cubicBezTo>
                    <a:cubicBezTo>
                      <a:pt x="86" y="156"/>
                      <a:pt x="95" y="151"/>
                      <a:pt x="104" y="146"/>
                    </a:cubicBezTo>
                    <a:cubicBezTo>
                      <a:pt x="106" y="145"/>
                      <a:pt x="109" y="142"/>
                      <a:pt x="110" y="142"/>
                    </a:cubicBezTo>
                    <a:cubicBezTo>
                      <a:pt x="128" y="148"/>
                      <a:pt x="131" y="133"/>
                      <a:pt x="133" y="123"/>
                    </a:cubicBezTo>
                    <a:cubicBezTo>
                      <a:pt x="136" y="108"/>
                      <a:pt x="140" y="97"/>
                      <a:pt x="158" y="94"/>
                    </a:cubicBezTo>
                    <a:cubicBezTo>
                      <a:pt x="158" y="92"/>
                      <a:pt x="157" y="90"/>
                      <a:pt x="156" y="88"/>
                    </a:cubicBezTo>
                    <a:close/>
                    <a:moveTo>
                      <a:pt x="177" y="144"/>
                    </a:moveTo>
                    <a:cubicBezTo>
                      <a:pt x="193" y="139"/>
                      <a:pt x="210" y="137"/>
                      <a:pt x="222" y="123"/>
                    </a:cubicBezTo>
                    <a:cubicBezTo>
                      <a:pt x="224" y="121"/>
                      <a:pt x="225" y="114"/>
                      <a:pt x="224" y="113"/>
                    </a:cubicBezTo>
                    <a:cubicBezTo>
                      <a:pt x="215" y="107"/>
                      <a:pt x="205" y="101"/>
                      <a:pt x="195" y="96"/>
                    </a:cubicBezTo>
                    <a:cubicBezTo>
                      <a:pt x="193" y="95"/>
                      <a:pt x="189" y="100"/>
                      <a:pt x="186" y="103"/>
                    </a:cubicBezTo>
                    <a:cubicBezTo>
                      <a:pt x="186" y="103"/>
                      <a:pt x="186" y="105"/>
                      <a:pt x="186" y="106"/>
                    </a:cubicBezTo>
                    <a:cubicBezTo>
                      <a:pt x="183" y="118"/>
                      <a:pt x="180" y="130"/>
                      <a:pt x="177" y="1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Freeform 230"/>
              <p:cNvSpPr>
                <a:spLocks noEditPoints="1"/>
              </p:cNvSpPr>
              <p:nvPr/>
            </p:nvSpPr>
            <p:spPr bwMode="auto">
              <a:xfrm>
                <a:off x="15882938" y="4829175"/>
                <a:ext cx="893762" cy="793750"/>
              </a:xfrm>
              <a:custGeom>
                <a:avLst/>
                <a:gdLst>
                  <a:gd name="T0" fmla="*/ 44 w 283"/>
                  <a:gd name="T1" fmla="*/ 91 h 251"/>
                  <a:gd name="T2" fmla="*/ 99 w 283"/>
                  <a:gd name="T3" fmla="*/ 54 h 251"/>
                  <a:gd name="T4" fmla="*/ 187 w 283"/>
                  <a:gd name="T5" fmla="*/ 57 h 251"/>
                  <a:gd name="T6" fmla="*/ 191 w 283"/>
                  <a:gd name="T7" fmla="*/ 47 h 251"/>
                  <a:gd name="T8" fmla="*/ 143 w 283"/>
                  <a:gd name="T9" fmla="*/ 12 h 251"/>
                  <a:gd name="T10" fmla="*/ 206 w 283"/>
                  <a:gd name="T11" fmla="*/ 34 h 251"/>
                  <a:gd name="T12" fmla="*/ 276 w 283"/>
                  <a:gd name="T13" fmla="*/ 105 h 251"/>
                  <a:gd name="T14" fmla="*/ 231 w 283"/>
                  <a:gd name="T15" fmla="*/ 88 h 251"/>
                  <a:gd name="T16" fmla="*/ 222 w 283"/>
                  <a:gd name="T17" fmla="*/ 100 h 251"/>
                  <a:gd name="T18" fmla="*/ 203 w 283"/>
                  <a:gd name="T19" fmla="*/ 166 h 251"/>
                  <a:gd name="T20" fmla="*/ 136 w 283"/>
                  <a:gd name="T21" fmla="*/ 157 h 251"/>
                  <a:gd name="T22" fmla="*/ 192 w 283"/>
                  <a:gd name="T23" fmla="*/ 209 h 251"/>
                  <a:gd name="T24" fmla="*/ 203 w 283"/>
                  <a:gd name="T25" fmla="*/ 239 h 251"/>
                  <a:gd name="T26" fmla="*/ 131 w 283"/>
                  <a:gd name="T27" fmla="*/ 193 h 251"/>
                  <a:gd name="T28" fmla="*/ 100 w 283"/>
                  <a:gd name="T29" fmla="*/ 184 h 251"/>
                  <a:gd name="T30" fmla="*/ 127 w 283"/>
                  <a:gd name="T31" fmla="*/ 213 h 251"/>
                  <a:gd name="T32" fmla="*/ 109 w 283"/>
                  <a:gd name="T33" fmla="*/ 242 h 251"/>
                  <a:gd name="T34" fmla="*/ 52 w 283"/>
                  <a:gd name="T35" fmla="*/ 223 h 251"/>
                  <a:gd name="T36" fmla="*/ 24 w 283"/>
                  <a:gd name="T37" fmla="*/ 234 h 251"/>
                  <a:gd name="T38" fmla="*/ 38 w 283"/>
                  <a:gd name="T39" fmla="*/ 193 h 251"/>
                  <a:gd name="T40" fmla="*/ 10 w 283"/>
                  <a:gd name="T41" fmla="*/ 174 h 251"/>
                  <a:gd name="T42" fmla="*/ 24 w 283"/>
                  <a:gd name="T43" fmla="*/ 147 h 251"/>
                  <a:gd name="T44" fmla="*/ 79 w 283"/>
                  <a:gd name="T45" fmla="*/ 162 h 251"/>
                  <a:gd name="T46" fmla="*/ 20 w 283"/>
                  <a:gd name="T47" fmla="*/ 114 h 251"/>
                  <a:gd name="T48" fmla="*/ 33 w 283"/>
                  <a:gd name="T49" fmla="*/ 93 h 251"/>
                  <a:gd name="T50" fmla="*/ 75 w 283"/>
                  <a:gd name="T51" fmla="*/ 114 h 251"/>
                  <a:gd name="T52" fmla="*/ 116 w 283"/>
                  <a:gd name="T53" fmla="*/ 131 h 251"/>
                  <a:gd name="T54" fmla="*/ 75 w 283"/>
                  <a:gd name="T55" fmla="*/ 114 h 251"/>
                  <a:gd name="T56" fmla="*/ 194 w 283"/>
                  <a:gd name="T57" fmla="*/ 130 h 251"/>
                  <a:gd name="T58" fmla="*/ 204 w 283"/>
                  <a:gd name="T59" fmla="*/ 107 h 251"/>
                  <a:gd name="T60" fmla="*/ 164 w 283"/>
                  <a:gd name="T61" fmla="*/ 125 h 251"/>
                  <a:gd name="T62" fmla="*/ 172 w 283"/>
                  <a:gd name="T63" fmla="*/ 151 h 251"/>
                  <a:gd name="T64" fmla="*/ 173 w 283"/>
                  <a:gd name="T65" fmla="*/ 78 h 251"/>
                  <a:gd name="T66" fmla="*/ 129 w 283"/>
                  <a:gd name="T67" fmla="*/ 63 h 251"/>
                  <a:gd name="T68" fmla="*/ 91 w 283"/>
                  <a:gd name="T69" fmla="*/ 85 h 251"/>
                  <a:gd name="T70" fmla="*/ 66 w 283"/>
                  <a:gd name="T71" fmla="*/ 87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83" h="251">
                    <a:moveTo>
                      <a:pt x="41" y="96"/>
                    </a:moveTo>
                    <a:cubicBezTo>
                      <a:pt x="42" y="94"/>
                      <a:pt x="43" y="92"/>
                      <a:pt x="44" y="91"/>
                    </a:cubicBezTo>
                    <a:cubicBezTo>
                      <a:pt x="48" y="62"/>
                      <a:pt x="54" y="57"/>
                      <a:pt x="83" y="62"/>
                    </a:cubicBezTo>
                    <a:cubicBezTo>
                      <a:pt x="90" y="63"/>
                      <a:pt x="96" y="64"/>
                      <a:pt x="99" y="54"/>
                    </a:cubicBezTo>
                    <a:cubicBezTo>
                      <a:pt x="103" y="41"/>
                      <a:pt x="113" y="36"/>
                      <a:pt x="125" y="39"/>
                    </a:cubicBezTo>
                    <a:cubicBezTo>
                      <a:pt x="146" y="44"/>
                      <a:pt x="166" y="51"/>
                      <a:pt x="187" y="57"/>
                    </a:cubicBezTo>
                    <a:cubicBezTo>
                      <a:pt x="190" y="59"/>
                      <a:pt x="195" y="58"/>
                      <a:pt x="199" y="58"/>
                    </a:cubicBezTo>
                    <a:cubicBezTo>
                      <a:pt x="196" y="54"/>
                      <a:pt x="195" y="49"/>
                      <a:pt x="191" y="47"/>
                    </a:cubicBezTo>
                    <a:cubicBezTo>
                      <a:pt x="180" y="40"/>
                      <a:pt x="167" y="35"/>
                      <a:pt x="155" y="29"/>
                    </a:cubicBezTo>
                    <a:cubicBezTo>
                      <a:pt x="147" y="26"/>
                      <a:pt x="138" y="23"/>
                      <a:pt x="143" y="12"/>
                    </a:cubicBezTo>
                    <a:cubicBezTo>
                      <a:pt x="148" y="2"/>
                      <a:pt x="158" y="0"/>
                      <a:pt x="168" y="6"/>
                    </a:cubicBezTo>
                    <a:cubicBezTo>
                      <a:pt x="181" y="14"/>
                      <a:pt x="194" y="24"/>
                      <a:pt x="206" y="34"/>
                    </a:cubicBezTo>
                    <a:cubicBezTo>
                      <a:pt x="227" y="52"/>
                      <a:pt x="248" y="69"/>
                      <a:pt x="269" y="87"/>
                    </a:cubicBezTo>
                    <a:cubicBezTo>
                      <a:pt x="274" y="92"/>
                      <a:pt x="283" y="97"/>
                      <a:pt x="276" y="105"/>
                    </a:cubicBezTo>
                    <a:cubicBezTo>
                      <a:pt x="272" y="109"/>
                      <a:pt x="261" y="109"/>
                      <a:pt x="255" y="106"/>
                    </a:cubicBezTo>
                    <a:cubicBezTo>
                      <a:pt x="246" y="102"/>
                      <a:pt x="240" y="93"/>
                      <a:pt x="231" y="88"/>
                    </a:cubicBezTo>
                    <a:cubicBezTo>
                      <a:pt x="227" y="86"/>
                      <a:pt x="221" y="88"/>
                      <a:pt x="216" y="88"/>
                    </a:cubicBezTo>
                    <a:cubicBezTo>
                      <a:pt x="218" y="92"/>
                      <a:pt x="219" y="99"/>
                      <a:pt x="222" y="100"/>
                    </a:cubicBezTo>
                    <a:cubicBezTo>
                      <a:pt x="245" y="112"/>
                      <a:pt x="233" y="130"/>
                      <a:pt x="231" y="145"/>
                    </a:cubicBezTo>
                    <a:cubicBezTo>
                      <a:pt x="228" y="159"/>
                      <a:pt x="216" y="166"/>
                      <a:pt x="203" y="166"/>
                    </a:cubicBezTo>
                    <a:cubicBezTo>
                      <a:pt x="186" y="166"/>
                      <a:pt x="168" y="161"/>
                      <a:pt x="151" y="158"/>
                    </a:cubicBezTo>
                    <a:cubicBezTo>
                      <a:pt x="146" y="157"/>
                      <a:pt x="141" y="157"/>
                      <a:pt x="136" y="157"/>
                    </a:cubicBezTo>
                    <a:cubicBezTo>
                      <a:pt x="138" y="162"/>
                      <a:pt x="139" y="168"/>
                      <a:pt x="143" y="171"/>
                    </a:cubicBezTo>
                    <a:cubicBezTo>
                      <a:pt x="159" y="184"/>
                      <a:pt x="176" y="196"/>
                      <a:pt x="192" y="209"/>
                    </a:cubicBezTo>
                    <a:cubicBezTo>
                      <a:pt x="196" y="212"/>
                      <a:pt x="198" y="215"/>
                      <a:pt x="201" y="218"/>
                    </a:cubicBezTo>
                    <a:cubicBezTo>
                      <a:pt x="208" y="224"/>
                      <a:pt x="211" y="232"/>
                      <a:pt x="203" y="239"/>
                    </a:cubicBezTo>
                    <a:cubicBezTo>
                      <a:pt x="195" y="247"/>
                      <a:pt x="186" y="251"/>
                      <a:pt x="176" y="241"/>
                    </a:cubicBezTo>
                    <a:cubicBezTo>
                      <a:pt x="161" y="225"/>
                      <a:pt x="147" y="209"/>
                      <a:pt x="131" y="193"/>
                    </a:cubicBezTo>
                    <a:cubicBezTo>
                      <a:pt x="128" y="189"/>
                      <a:pt x="124" y="184"/>
                      <a:pt x="119" y="183"/>
                    </a:cubicBezTo>
                    <a:cubicBezTo>
                      <a:pt x="113" y="181"/>
                      <a:pt x="107" y="183"/>
                      <a:pt x="100" y="184"/>
                    </a:cubicBezTo>
                    <a:cubicBezTo>
                      <a:pt x="103" y="189"/>
                      <a:pt x="103" y="196"/>
                      <a:pt x="107" y="199"/>
                    </a:cubicBezTo>
                    <a:cubicBezTo>
                      <a:pt x="113" y="205"/>
                      <a:pt x="120" y="208"/>
                      <a:pt x="127" y="213"/>
                    </a:cubicBezTo>
                    <a:cubicBezTo>
                      <a:pt x="135" y="218"/>
                      <a:pt x="140" y="225"/>
                      <a:pt x="134" y="234"/>
                    </a:cubicBezTo>
                    <a:cubicBezTo>
                      <a:pt x="128" y="243"/>
                      <a:pt x="119" y="247"/>
                      <a:pt x="109" y="242"/>
                    </a:cubicBezTo>
                    <a:cubicBezTo>
                      <a:pt x="100" y="237"/>
                      <a:pt x="93" y="229"/>
                      <a:pt x="85" y="223"/>
                    </a:cubicBezTo>
                    <a:cubicBezTo>
                      <a:pt x="71" y="212"/>
                      <a:pt x="64" y="212"/>
                      <a:pt x="52" y="223"/>
                    </a:cubicBezTo>
                    <a:cubicBezTo>
                      <a:pt x="49" y="226"/>
                      <a:pt x="46" y="230"/>
                      <a:pt x="43" y="231"/>
                    </a:cubicBezTo>
                    <a:cubicBezTo>
                      <a:pt x="37" y="233"/>
                      <a:pt x="30" y="233"/>
                      <a:pt x="24" y="234"/>
                    </a:cubicBezTo>
                    <a:cubicBezTo>
                      <a:pt x="24" y="227"/>
                      <a:pt x="22" y="219"/>
                      <a:pt x="25" y="213"/>
                    </a:cubicBezTo>
                    <a:cubicBezTo>
                      <a:pt x="27" y="206"/>
                      <a:pt x="33" y="199"/>
                      <a:pt x="38" y="193"/>
                    </a:cubicBezTo>
                    <a:cubicBezTo>
                      <a:pt x="31" y="189"/>
                      <a:pt x="24" y="184"/>
                      <a:pt x="18" y="180"/>
                    </a:cubicBezTo>
                    <a:cubicBezTo>
                      <a:pt x="15" y="178"/>
                      <a:pt x="11" y="177"/>
                      <a:pt x="10" y="174"/>
                    </a:cubicBezTo>
                    <a:cubicBezTo>
                      <a:pt x="6" y="166"/>
                      <a:pt x="0" y="157"/>
                      <a:pt x="2" y="150"/>
                    </a:cubicBezTo>
                    <a:cubicBezTo>
                      <a:pt x="5" y="140"/>
                      <a:pt x="16" y="144"/>
                      <a:pt x="24" y="147"/>
                    </a:cubicBezTo>
                    <a:cubicBezTo>
                      <a:pt x="37" y="152"/>
                      <a:pt x="50" y="158"/>
                      <a:pt x="63" y="162"/>
                    </a:cubicBezTo>
                    <a:cubicBezTo>
                      <a:pt x="68" y="164"/>
                      <a:pt x="73" y="162"/>
                      <a:pt x="79" y="162"/>
                    </a:cubicBezTo>
                    <a:cubicBezTo>
                      <a:pt x="76" y="157"/>
                      <a:pt x="74" y="150"/>
                      <a:pt x="70" y="147"/>
                    </a:cubicBezTo>
                    <a:cubicBezTo>
                      <a:pt x="53" y="136"/>
                      <a:pt x="36" y="126"/>
                      <a:pt x="20" y="114"/>
                    </a:cubicBezTo>
                    <a:cubicBezTo>
                      <a:pt x="15" y="111"/>
                      <a:pt x="14" y="102"/>
                      <a:pt x="11" y="96"/>
                    </a:cubicBezTo>
                    <a:cubicBezTo>
                      <a:pt x="18" y="95"/>
                      <a:pt x="25" y="94"/>
                      <a:pt x="33" y="93"/>
                    </a:cubicBezTo>
                    <a:cubicBezTo>
                      <a:pt x="35" y="93"/>
                      <a:pt x="38" y="95"/>
                      <a:pt x="41" y="96"/>
                    </a:cubicBezTo>
                    <a:close/>
                    <a:moveTo>
                      <a:pt x="75" y="114"/>
                    </a:moveTo>
                    <a:cubicBezTo>
                      <a:pt x="86" y="120"/>
                      <a:pt x="96" y="126"/>
                      <a:pt x="106" y="131"/>
                    </a:cubicBezTo>
                    <a:cubicBezTo>
                      <a:pt x="109" y="132"/>
                      <a:pt x="114" y="133"/>
                      <a:pt x="116" y="131"/>
                    </a:cubicBezTo>
                    <a:cubicBezTo>
                      <a:pt x="128" y="121"/>
                      <a:pt x="140" y="111"/>
                      <a:pt x="152" y="101"/>
                    </a:cubicBezTo>
                    <a:cubicBezTo>
                      <a:pt x="126" y="82"/>
                      <a:pt x="111" y="85"/>
                      <a:pt x="75" y="114"/>
                    </a:cubicBezTo>
                    <a:close/>
                    <a:moveTo>
                      <a:pt x="172" y="151"/>
                    </a:moveTo>
                    <a:cubicBezTo>
                      <a:pt x="185" y="148"/>
                      <a:pt x="200" y="152"/>
                      <a:pt x="194" y="130"/>
                    </a:cubicBezTo>
                    <a:cubicBezTo>
                      <a:pt x="194" y="127"/>
                      <a:pt x="198" y="123"/>
                      <a:pt x="200" y="119"/>
                    </a:cubicBezTo>
                    <a:cubicBezTo>
                      <a:pt x="202" y="115"/>
                      <a:pt x="203" y="111"/>
                      <a:pt x="204" y="107"/>
                    </a:cubicBezTo>
                    <a:cubicBezTo>
                      <a:pt x="199" y="106"/>
                      <a:pt x="193" y="104"/>
                      <a:pt x="190" y="106"/>
                    </a:cubicBezTo>
                    <a:cubicBezTo>
                      <a:pt x="180" y="111"/>
                      <a:pt x="171" y="117"/>
                      <a:pt x="164" y="125"/>
                    </a:cubicBezTo>
                    <a:cubicBezTo>
                      <a:pt x="159" y="130"/>
                      <a:pt x="157" y="137"/>
                      <a:pt x="154" y="143"/>
                    </a:cubicBezTo>
                    <a:cubicBezTo>
                      <a:pt x="160" y="146"/>
                      <a:pt x="166" y="148"/>
                      <a:pt x="172" y="151"/>
                    </a:cubicBezTo>
                    <a:close/>
                    <a:moveTo>
                      <a:pt x="129" y="63"/>
                    </a:moveTo>
                    <a:cubicBezTo>
                      <a:pt x="135" y="73"/>
                      <a:pt x="165" y="83"/>
                      <a:pt x="173" y="78"/>
                    </a:cubicBezTo>
                    <a:cubicBezTo>
                      <a:pt x="175" y="77"/>
                      <a:pt x="176" y="68"/>
                      <a:pt x="175" y="68"/>
                    </a:cubicBezTo>
                    <a:cubicBezTo>
                      <a:pt x="161" y="62"/>
                      <a:pt x="146" y="56"/>
                      <a:pt x="129" y="63"/>
                    </a:cubicBezTo>
                    <a:close/>
                    <a:moveTo>
                      <a:pt x="77" y="97"/>
                    </a:moveTo>
                    <a:cubicBezTo>
                      <a:pt x="82" y="92"/>
                      <a:pt x="87" y="89"/>
                      <a:pt x="91" y="85"/>
                    </a:cubicBezTo>
                    <a:cubicBezTo>
                      <a:pt x="87" y="83"/>
                      <a:pt x="82" y="79"/>
                      <a:pt x="78" y="79"/>
                    </a:cubicBezTo>
                    <a:cubicBezTo>
                      <a:pt x="74" y="79"/>
                      <a:pt x="70" y="84"/>
                      <a:pt x="66" y="87"/>
                    </a:cubicBezTo>
                    <a:cubicBezTo>
                      <a:pt x="69" y="90"/>
                      <a:pt x="72" y="93"/>
                      <a:pt x="77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Freeform 231"/>
              <p:cNvSpPr>
                <a:spLocks noEditPoints="1"/>
              </p:cNvSpPr>
              <p:nvPr/>
            </p:nvSpPr>
            <p:spPr bwMode="auto">
              <a:xfrm>
                <a:off x="18229263" y="6057900"/>
                <a:ext cx="839787" cy="960438"/>
              </a:xfrm>
              <a:custGeom>
                <a:avLst/>
                <a:gdLst>
                  <a:gd name="T0" fmla="*/ 209 w 266"/>
                  <a:gd name="T1" fmla="*/ 71 h 304"/>
                  <a:gd name="T2" fmla="*/ 210 w 266"/>
                  <a:gd name="T3" fmla="*/ 101 h 304"/>
                  <a:gd name="T4" fmla="*/ 221 w 266"/>
                  <a:gd name="T5" fmla="*/ 114 h 304"/>
                  <a:gd name="T6" fmla="*/ 243 w 266"/>
                  <a:gd name="T7" fmla="*/ 113 h 304"/>
                  <a:gd name="T8" fmla="*/ 262 w 266"/>
                  <a:gd name="T9" fmla="*/ 136 h 304"/>
                  <a:gd name="T10" fmla="*/ 206 w 266"/>
                  <a:gd name="T11" fmla="*/ 196 h 304"/>
                  <a:gd name="T12" fmla="*/ 159 w 266"/>
                  <a:gd name="T13" fmla="*/ 241 h 304"/>
                  <a:gd name="T14" fmla="*/ 147 w 266"/>
                  <a:gd name="T15" fmla="*/ 282 h 304"/>
                  <a:gd name="T16" fmla="*/ 141 w 266"/>
                  <a:gd name="T17" fmla="*/ 296 h 304"/>
                  <a:gd name="T18" fmla="*/ 126 w 266"/>
                  <a:gd name="T19" fmla="*/ 304 h 304"/>
                  <a:gd name="T20" fmla="*/ 120 w 266"/>
                  <a:gd name="T21" fmla="*/ 289 h 304"/>
                  <a:gd name="T22" fmla="*/ 133 w 266"/>
                  <a:gd name="T23" fmla="*/ 225 h 304"/>
                  <a:gd name="T24" fmla="*/ 149 w 266"/>
                  <a:gd name="T25" fmla="*/ 164 h 304"/>
                  <a:gd name="T26" fmla="*/ 148 w 266"/>
                  <a:gd name="T27" fmla="*/ 148 h 304"/>
                  <a:gd name="T28" fmla="*/ 143 w 266"/>
                  <a:gd name="T29" fmla="*/ 147 h 304"/>
                  <a:gd name="T30" fmla="*/ 134 w 266"/>
                  <a:gd name="T31" fmla="*/ 172 h 304"/>
                  <a:gd name="T32" fmla="*/ 118 w 266"/>
                  <a:gd name="T33" fmla="*/ 187 h 304"/>
                  <a:gd name="T34" fmla="*/ 108 w 266"/>
                  <a:gd name="T35" fmla="*/ 166 h 304"/>
                  <a:gd name="T36" fmla="*/ 157 w 266"/>
                  <a:gd name="T37" fmla="*/ 80 h 304"/>
                  <a:gd name="T38" fmla="*/ 169 w 266"/>
                  <a:gd name="T39" fmla="*/ 69 h 304"/>
                  <a:gd name="T40" fmla="*/ 136 w 266"/>
                  <a:gd name="T41" fmla="*/ 75 h 304"/>
                  <a:gd name="T42" fmla="*/ 81 w 266"/>
                  <a:gd name="T43" fmla="*/ 138 h 304"/>
                  <a:gd name="T44" fmla="*/ 66 w 266"/>
                  <a:gd name="T45" fmla="*/ 168 h 304"/>
                  <a:gd name="T46" fmla="*/ 47 w 266"/>
                  <a:gd name="T47" fmla="*/ 172 h 304"/>
                  <a:gd name="T48" fmla="*/ 46 w 266"/>
                  <a:gd name="T49" fmla="*/ 153 h 304"/>
                  <a:gd name="T50" fmla="*/ 58 w 266"/>
                  <a:gd name="T51" fmla="*/ 138 h 304"/>
                  <a:gd name="T52" fmla="*/ 66 w 266"/>
                  <a:gd name="T53" fmla="*/ 125 h 304"/>
                  <a:gd name="T54" fmla="*/ 39 w 266"/>
                  <a:gd name="T55" fmla="*/ 119 h 304"/>
                  <a:gd name="T56" fmla="*/ 30 w 266"/>
                  <a:gd name="T57" fmla="*/ 126 h 304"/>
                  <a:gd name="T58" fmla="*/ 23 w 266"/>
                  <a:gd name="T59" fmla="*/ 159 h 304"/>
                  <a:gd name="T60" fmla="*/ 18 w 266"/>
                  <a:gd name="T61" fmla="*/ 182 h 304"/>
                  <a:gd name="T62" fmla="*/ 12 w 266"/>
                  <a:gd name="T63" fmla="*/ 183 h 304"/>
                  <a:gd name="T64" fmla="*/ 6 w 266"/>
                  <a:gd name="T65" fmla="*/ 167 h 304"/>
                  <a:gd name="T66" fmla="*/ 20 w 266"/>
                  <a:gd name="T67" fmla="*/ 81 h 304"/>
                  <a:gd name="T68" fmla="*/ 50 w 266"/>
                  <a:gd name="T69" fmla="*/ 21 h 304"/>
                  <a:gd name="T70" fmla="*/ 115 w 266"/>
                  <a:gd name="T71" fmla="*/ 22 h 304"/>
                  <a:gd name="T72" fmla="*/ 99 w 266"/>
                  <a:gd name="T73" fmla="*/ 72 h 304"/>
                  <a:gd name="T74" fmla="*/ 77 w 266"/>
                  <a:gd name="T75" fmla="*/ 85 h 304"/>
                  <a:gd name="T76" fmla="*/ 103 w 266"/>
                  <a:gd name="T77" fmla="*/ 88 h 304"/>
                  <a:gd name="T78" fmla="*/ 139 w 266"/>
                  <a:gd name="T79" fmla="*/ 44 h 304"/>
                  <a:gd name="T80" fmla="*/ 158 w 266"/>
                  <a:gd name="T81" fmla="*/ 36 h 304"/>
                  <a:gd name="T82" fmla="*/ 240 w 266"/>
                  <a:gd name="T83" fmla="*/ 41 h 304"/>
                  <a:gd name="T84" fmla="*/ 255 w 266"/>
                  <a:gd name="T85" fmla="*/ 55 h 304"/>
                  <a:gd name="T86" fmla="*/ 238 w 266"/>
                  <a:gd name="T87" fmla="*/ 70 h 304"/>
                  <a:gd name="T88" fmla="*/ 209 w 266"/>
                  <a:gd name="T89" fmla="*/ 71 h 304"/>
                  <a:gd name="T90" fmla="*/ 90 w 266"/>
                  <a:gd name="T91" fmla="*/ 39 h 304"/>
                  <a:gd name="T92" fmla="*/ 46 w 266"/>
                  <a:gd name="T93" fmla="*/ 79 h 304"/>
                  <a:gd name="T94" fmla="*/ 43 w 266"/>
                  <a:gd name="T95" fmla="*/ 105 h 304"/>
                  <a:gd name="T96" fmla="*/ 90 w 266"/>
                  <a:gd name="T97" fmla="*/ 39 h 304"/>
                  <a:gd name="T98" fmla="*/ 209 w 266"/>
                  <a:gd name="T99" fmla="*/ 138 h 304"/>
                  <a:gd name="T100" fmla="*/ 188 w 266"/>
                  <a:gd name="T101" fmla="*/ 163 h 304"/>
                  <a:gd name="T102" fmla="*/ 197 w 266"/>
                  <a:gd name="T103" fmla="*/ 173 h 304"/>
                  <a:gd name="T104" fmla="*/ 227 w 266"/>
                  <a:gd name="T105" fmla="*/ 150 h 304"/>
                  <a:gd name="T106" fmla="*/ 209 w 266"/>
                  <a:gd name="T107" fmla="*/ 138 h 304"/>
                  <a:gd name="T108" fmla="*/ 179 w 266"/>
                  <a:gd name="T109" fmla="*/ 83 h 304"/>
                  <a:gd name="T110" fmla="*/ 150 w 266"/>
                  <a:gd name="T111" fmla="*/ 114 h 304"/>
                  <a:gd name="T112" fmla="*/ 179 w 266"/>
                  <a:gd name="T113" fmla="*/ 83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66" h="304">
                    <a:moveTo>
                      <a:pt x="209" y="71"/>
                    </a:moveTo>
                    <a:cubicBezTo>
                      <a:pt x="209" y="83"/>
                      <a:pt x="211" y="92"/>
                      <a:pt x="210" y="101"/>
                    </a:cubicBezTo>
                    <a:cubicBezTo>
                      <a:pt x="208" y="111"/>
                      <a:pt x="212" y="114"/>
                      <a:pt x="221" y="114"/>
                    </a:cubicBezTo>
                    <a:cubicBezTo>
                      <a:pt x="228" y="113"/>
                      <a:pt x="236" y="112"/>
                      <a:pt x="243" y="113"/>
                    </a:cubicBezTo>
                    <a:cubicBezTo>
                      <a:pt x="258" y="113"/>
                      <a:pt x="266" y="122"/>
                      <a:pt x="262" y="136"/>
                    </a:cubicBezTo>
                    <a:cubicBezTo>
                      <a:pt x="254" y="166"/>
                      <a:pt x="237" y="189"/>
                      <a:pt x="206" y="196"/>
                    </a:cubicBezTo>
                    <a:cubicBezTo>
                      <a:pt x="181" y="202"/>
                      <a:pt x="165" y="215"/>
                      <a:pt x="159" y="241"/>
                    </a:cubicBezTo>
                    <a:cubicBezTo>
                      <a:pt x="156" y="255"/>
                      <a:pt x="151" y="268"/>
                      <a:pt x="147" y="282"/>
                    </a:cubicBezTo>
                    <a:cubicBezTo>
                      <a:pt x="145" y="287"/>
                      <a:pt x="144" y="292"/>
                      <a:pt x="141" y="296"/>
                    </a:cubicBezTo>
                    <a:cubicBezTo>
                      <a:pt x="137" y="299"/>
                      <a:pt x="131" y="301"/>
                      <a:pt x="126" y="304"/>
                    </a:cubicBezTo>
                    <a:cubicBezTo>
                      <a:pt x="124" y="299"/>
                      <a:pt x="119" y="293"/>
                      <a:pt x="120" y="289"/>
                    </a:cubicBezTo>
                    <a:cubicBezTo>
                      <a:pt x="123" y="267"/>
                      <a:pt x="128" y="246"/>
                      <a:pt x="133" y="225"/>
                    </a:cubicBezTo>
                    <a:cubicBezTo>
                      <a:pt x="138" y="204"/>
                      <a:pt x="144" y="184"/>
                      <a:pt x="149" y="164"/>
                    </a:cubicBezTo>
                    <a:cubicBezTo>
                      <a:pt x="150" y="159"/>
                      <a:pt x="149" y="153"/>
                      <a:pt x="148" y="148"/>
                    </a:cubicBezTo>
                    <a:cubicBezTo>
                      <a:pt x="147" y="147"/>
                      <a:pt x="145" y="147"/>
                      <a:pt x="143" y="147"/>
                    </a:cubicBezTo>
                    <a:cubicBezTo>
                      <a:pt x="140" y="155"/>
                      <a:pt x="137" y="164"/>
                      <a:pt x="134" y="172"/>
                    </a:cubicBezTo>
                    <a:cubicBezTo>
                      <a:pt x="131" y="180"/>
                      <a:pt x="128" y="189"/>
                      <a:pt x="118" y="187"/>
                    </a:cubicBezTo>
                    <a:cubicBezTo>
                      <a:pt x="107" y="184"/>
                      <a:pt x="107" y="175"/>
                      <a:pt x="108" y="166"/>
                    </a:cubicBezTo>
                    <a:cubicBezTo>
                      <a:pt x="112" y="130"/>
                      <a:pt x="124" y="99"/>
                      <a:pt x="157" y="80"/>
                    </a:cubicBezTo>
                    <a:cubicBezTo>
                      <a:pt x="161" y="77"/>
                      <a:pt x="165" y="73"/>
                      <a:pt x="169" y="69"/>
                    </a:cubicBezTo>
                    <a:cubicBezTo>
                      <a:pt x="155" y="60"/>
                      <a:pt x="144" y="67"/>
                      <a:pt x="136" y="75"/>
                    </a:cubicBezTo>
                    <a:cubicBezTo>
                      <a:pt x="117" y="95"/>
                      <a:pt x="98" y="116"/>
                      <a:pt x="81" y="138"/>
                    </a:cubicBezTo>
                    <a:cubicBezTo>
                      <a:pt x="74" y="147"/>
                      <a:pt x="72" y="158"/>
                      <a:pt x="66" y="168"/>
                    </a:cubicBezTo>
                    <a:cubicBezTo>
                      <a:pt x="62" y="174"/>
                      <a:pt x="54" y="180"/>
                      <a:pt x="47" y="172"/>
                    </a:cubicBezTo>
                    <a:cubicBezTo>
                      <a:pt x="44" y="168"/>
                      <a:pt x="44" y="159"/>
                      <a:pt x="46" y="153"/>
                    </a:cubicBezTo>
                    <a:cubicBezTo>
                      <a:pt x="48" y="147"/>
                      <a:pt x="54" y="143"/>
                      <a:pt x="58" y="138"/>
                    </a:cubicBezTo>
                    <a:cubicBezTo>
                      <a:pt x="62" y="134"/>
                      <a:pt x="64" y="129"/>
                      <a:pt x="66" y="125"/>
                    </a:cubicBezTo>
                    <a:cubicBezTo>
                      <a:pt x="56" y="123"/>
                      <a:pt x="48" y="120"/>
                      <a:pt x="39" y="119"/>
                    </a:cubicBezTo>
                    <a:cubicBezTo>
                      <a:pt x="36" y="119"/>
                      <a:pt x="31" y="123"/>
                      <a:pt x="30" y="126"/>
                    </a:cubicBezTo>
                    <a:cubicBezTo>
                      <a:pt x="27" y="137"/>
                      <a:pt x="25" y="148"/>
                      <a:pt x="23" y="159"/>
                    </a:cubicBezTo>
                    <a:cubicBezTo>
                      <a:pt x="21" y="167"/>
                      <a:pt x="20" y="174"/>
                      <a:pt x="18" y="182"/>
                    </a:cubicBezTo>
                    <a:cubicBezTo>
                      <a:pt x="16" y="182"/>
                      <a:pt x="14" y="183"/>
                      <a:pt x="12" y="183"/>
                    </a:cubicBezTo>
                    <a:cubicBezTo>
                      <a:pt x="10" y="178"/>
                      <a:pt x="8" y="173"/>
                      <a:pt x="6" y="167"/>
                    </a:cubicBezTo>
                    <a:cubicBezTo>
                      <a:pt x="0" y="137"/>
                      <a:pt x="9" y="109"/>
                      <a:pt x="20" y="81"/>
                    </a:cubicBezTo>
                    <a:cubicBezTo>
                      <a:pt x="28" y="60"/>
                      <a:pt x="39" y="40"/>
                      <a:pt x="50" y="21"/>
                    </a:cubicBezTo>
                    <a:cubicBezTo>
                      <a:pt x="62" y="0"/>
                      <a:pt x="103" y="1"/>
                      <a:pt x="115" y="22"/>
                    </a:cubicBezTo>
                    <a:cubicBezTo>
                      <a:pt x="121" y="33"/>
                      <a:pt x="112" y="62"/>
                      <a:pt x="99" y="72"/>
                    </a:cubicBezTo>
                    <a:cubicBezTo>
                      <a:pt x="92" y="77"/>
                      <a:pt x="84" y="80"/>
                      <a:pt x="77" y="85"/>
                    </a:cubicBezTo>
                    <a:cubicBezTo>
                      <a:pt x="86" y="99"/>
                      <a:pt x="93" y="100"/>
                      <a:pt x="103" y="88"/>
                    </a:cubicBezTo>
                    <a:cubicBezTo>
                      <a:pt x="114" y="73"/>
                      <a:pt x="126" y="58"/>
                      <a:pt x="139" y="44"/>
                    </a:cubicBezTo>
                    <a:cubicBezTo>
                      <a:pt x="143" y="40"/>
                      <a:pt x="152" y="35"/>
                      <a:pt x="158" y="36"/>
                    </a:cubicBezTo>
                    <a:cubicBezTo>
                      <a:pt x="186" y="36"/>
                      <a:pt x="213" y="38"/>
                      <a:pt x="240" y="41"/>
                    </a:cubicBezTo>
                    <a:cubicBezTo>
                      <a:pt x="246" y="42"/>
                      <a:pt x="250" y="50"/>
                      <a:pt x="255" y="55"/>
                    </a:cubicBezTo>
                    <a:cubicBezTo>
                      <a:pt x="250" y="60"/>
                      <a:pt x="245" y="68"/>
                      <a:pt x="238" y="70"/>
                    </a:cubicBezTo>
                    <a:cubicBezTo>
                      <a:pt x="228" y="73"/>
                      <a:pt x="217" y="71"/>
                      <a:pt x="209" y="71"/>
                    </a:cubicBezTo>
                    <a:close/>
                    <a:moveTo>
                      <a:pt x="90" y="39"/>
                    </a:moveTo>
                    <a:cubicBezTo>
                      <a:pt x="61" y="41"/>
                      <a:pt x="56" y="63"/>
                      <a:pt x="46" y="79"/>
                    </a:cubicBezTo>
                    <a:cubicBezTo>
                      <a:pt x="40" y="86"/>
                      <a:pt x="35" y="96"/>
                      <a:pt x="43" y="105"/>
                    </a:cubicBezTo>
                    <a:cubicBezTo>
                      <a:pt x="71" y="92"/>
                      <a:pt x="76" y="65"/>
                      <a:pt x="90" y="39"/>
                    </a:cubicBezTo>
                    <a:close/>
                    <a:moveTo>
                      <a:pt x="209" y="138"/>
                    </a:moveTo>
                    <a:cubicBezTo>
                      <a:pt x="195" y="140"/>
                      <a:pt x="187" y="149"/>
                      <a:pt x="188" y="163"/>
                    </a:cubicBezTo>
                    <a:cubicBezTo>
                      <a:pt x="188" y="167"/>
                      <a:pt x="193" y="173"/>
                      <a:pt x="197" y="173"/>
                    </a:cubicBezTo>
                    <a:cubicBezTo>
                      <a:pt x="209" y="175"/>
                      <a:pt x="230" y="159"/>
                      <a:pt x="227" y="150"/>
                    </a:cubicBezTo>
                    <a:cubicBezTo>
                      <a:pt x="225" y="144"/>
                      <a:pt x="215" y="142"/>
                      <a:pt x="209" y="138"/>
                    </a:cubicBezTo>
                    <a:close/>
                    <a:moveTo>
                      <a:pt x="179" y="83"/>
                    </a:moveTo>
                    <a:cubicBezTo>
                      <a:pt x="162" y="89"/>
                      <a:pt x="150" y="102"/>
                      <a:pt x="150" y="114"/>
                    </a:cubicBezTo>
                    <a:cubicBezTo>
                      <a:pt x="164" y="112"/>
                      <a:pt x="177" y="98"/>
                      <a:pt x="179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3" name="Freeform 232"/>
              <p:cNvSpPr/>
              <p:nvPr/>
            </p:nvSpPr>
            <p:spPr bwMode="auto">
              <a:xfrm>
                <a:off x="22067838" y="-388937"/>
                <a:ext cx="906462" cy="855663"/>
              </a:xfrm>
              <a:custGeom>
                <a:avLst/>
                <a:gdLst>
                  <a:gd name="T0" fmla="*/ 131 w 287"/>
                  <a:gd name="T1" fmla="*/ 205 h 271"/>
                  <a:gd name="T2" fmla="*/ 176 w 287"/>
                  <a:gd name="T3" fmla="*/ 170 h 271"/>
                  <a:gd name="T4" fmla="*/ 253 w 287"/>
                  <a:gd name="T5" fmla="*/ 108 h 271"/>
                  <a:gd name="T6" fmla="*/ 277 w 287"/>
                  <a:gd name="T7" fmla="*/ 112 h 271"/>
                  <a:gd name="T8" fmla="*/ 276 w 287"/>
                  <a:gd name="T9" fmla="*/ 137 h 271"/>
                  <a:gd name="T10" fmla="*/ 129 w 287"/>
                  <a:gd name="T11" fmla="*/ 253 h 271"/>
                  <a:gd name="T12" fmla="*/ 89 w 287"/>
                  <a:gd name="T13" fmla="*/ 248 h 271"/>
                  <a:gd name="T14" fmla="*/ 87 w 287"/>
                  <a:gd name="T15" fmla="*/ 215 h 271"/>
                  <a:gd name="T16" fmla="*/ 158 w 287"/>
                  <a:gd name="T17" fmla="*/ 82 h 271"/>
                  <a:gd name="T18" fmla="*/ 164 w 287"/>
                  <a:gd name="T19" fmla="*/ 68 h 271"/>
                  <a:gd name="T20" fmla="*/ 160 w 287"/>
                  <a:gd name="T21" fmla="*/ 65 h 271"/>
                  <a:gd name="T22" fmla="*/ 123 w 287"/>
                  <a:gd name="T23" fmla="*/ 94 h 271"/>
                  <a:gd name="T24" fmla="*/ 37 w 287"/>
                  <a:gd name="T25" fmla="*/ 164 h 271"/>
                  <a:gd name="T26" fmla="*/ 19 w 287"/>
                  <a:gd name="T27" fmla="*/ 160 h 271"/>
                  <a:gd name="T28" fmla="*/ 13 w 287"/>
                  <a:gd name="T29" fmla="*/ 136 h 271"/>
                  <a:gd name="T30" fmla="*/ 173 w 287"/>
                  <a:gd name="T31" fmla="*/ 7 h 271"/>
                  <a:gd name="T32" fmla="*/ 193 w 287"/>
                  <a:gd name="T33" fmla="*/ 10 h 271"/>
                  <a:gd name="T34" fmla="*/ 199 w 287"/>
                  <a:gd name="T35" fmla="*/ 66 h 271"/>
                  <a:gd name="T36" fmla="*/ 134 w 287"/>
                  <a:gd name="T37" fmla="*/ 187 h 271"/>
                  <a:gd name="T38" fmla="*/ 127 w 287"/>
                  <a:gd name="T39" fmla="*/ 202 h 271"/>
                  <a:gd name="T40" fmla="*/ 131 w 287"/>
                  <a:gd name="T41" fmla="*/ 205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7" h="271">
                    <a:moveTo>
                      <a:pt x="131" y="205"/>
                    </a:moveTo>
                    <a:cubicBezTo>
                      <a:pt x="146" y="194"/>
                      <a:pt x="161" y="182"/>
                      <a:pt x="176" y="170"/>
                    </a:cubicBezTo>
                    <a:cubicBezTo>
                      <a:pt x="202" y="149"/>
                      <a:pt x="228" y="129"/>
                      <a:pt x="253" y="108"/>
                    </a:cubicBezTo>
                    <a:cubicBezTo>
                      <a:pt x="264" y="97"/>
                      <a:pt x="269" y="104"/>
                      <a:pt x="277" y="112"/>
                    </a:cubicBezTo>
                    <a:cubicBezTo>
                      <a:pt x="285" y="121"/>
                      <a:pt x="287" y="128"/>
                      <a:pt x="276" y="137"/>
                    </a:cubicBezTo>
                    <a:cubicBezTo>
                      <a:pt x="227" y="176"/>
                      <a:pt x="178" y="215"/>
                      <a:pt x="129" y="253"/>
                    </a:cubicBezTo>
                    <a:cubicBezTo>
                      <a:pt x="107" y="271"/>
                      <a:pt x="108" y="270"/>
                      <a:pt x="89" y="248"/>
                    </a:cubicBezTo>
                    <a:cubicBezTo>
                      <a:pt x="80" y="237"/>
                      <a:pt x="79" y="228"/>
                      <a:pt x="87" y="215"/>
                    </a:cubicBezTo>
                    <a:cubicBezTo>
                      <a:pt x="111" y="171"/>
                      <a:pt x="135" y="126"/>
                      <a:pt x="158" y="82"/>
                    </a:cubicBezTo>
                    <a:cubicBezTo>
                      <a:pt x="161" y="77"/>
                      <a:pt x="162" y="72"/>
                      <a:pt x="164" y="68"/>
                    </a:cubicBezTo>
                    <a:cubicBezTo>
                      <a:pt x="162" y="67"/>
                      <a:pt x="161" y="66"/>
                      <a:pt x="160" y="65"/>
                    </a:cubicBezTo>
                    <a:cubicBezTo>
                      <a:pt x="148" y="75"/>
                      <a:pt x="135" y="84"/>
                      <a:pt x="123" y="94"/>
                    </a:cubicBezTo>
                    <a:cubicBezTo>
                      <a:pt x="94" y="117"/>
                      <a:pt x="66" y="140"/>
                      <a:pt x="37" y="164"/>
                    </a:cubicBezTo>
                    <a:cubicBezTo>
                      <a:pt x="29" y="171"/>
                      <a:pt x="23" y="168"/>
                      <a:pt x="19" y="160"/>
                    </a:cubicBezTo>
                    <a:cubicBezTo>
                      <a:pt x="15" y="153"/>
                      <a:pt x="0" y="147"/>
                      <a:pt x="13" y="136"/>
                    </a:cubicBezTo>
                    <a:cubicBezTo>
                      <a:pt x="66" y="93"/>
                      <a:pt x="120" y="50"/>
                      <a:pt x="173" y="7"/>
                    </a:cubicBezTo>
                    <a:cubicBezTo>
                      <a:pt x="182" y="0"/>
                      <a:pt x="186" y="2"/>
                      <a:pt x="193" y="10"/>
                    </a:cubicBezTo>
                    <a:cubicBezTo>
                      <a:pt x="214" y="36"/>
                      <a:pt x="214" y="36"/>
                      <a:pt x="199" y="66"/>
                    </a:cubicBezTo>
                    <a:cubicBezTo>
                      <a:pt x="177" y="107"/>
                      <a:pt x="156" y="147"/>
                      <a:pt x="134" y="187"/>
                    </a:cubicBezTo>
                    <a:cubicBezTo>
                      <a:pt x="132" y="192"/>
                      <a:pt x="129" y="197"/>
                      <a:pt x="127" y="202"/>
                    </a:cubicBezTo>
                    <a:cubicBezTo>
                      <a:pt x="128" y="203"/>
                      <a:pt x="130" y="204"/>
                      <a:pt x="131" y="2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4" name="Freeform 233"/>
              <p:cNvSpPr/>
              <p:nvPr/>
            </p:nvSpPr>
            <p:spPr bwMode="auto">
              <a:xfrm>
                <a:off x="17345025" y="-1531937"/>
                <a:ext cx="766762" cy="874713"/>
              </a:xfrm>
              <a:custGeom>
                <a:avLst/>
                <a:gdLst>
                  <a:gd name="T0" fmla="*/ 57 w 243"/>
                  <a:gd name="T1" fmla="*/ 107 h 277"/>
                  <a:gd name="T2" fmla="*/ 128 w 243"/>
                  <a:gd name="T3" fmla="*/ 261 h 277"/>
                  <a:gd name="T4" fmla="*/ 95 w 243"/>
                  <a:gd name="T5" fmla="*/ 277 h 277"/>
                  <a:gd name="T6" fmla="*/ 64 w 243"/>
                  <a:gd name="T7" fmla="*/ 211 h 277"/>
                  <a:gd name="T8" fmla="*/ 6 w 243"/>
                  <a:gd name="T9" fmla="*/ 85 h 277"/>
                  <a:gd name="T10" fmla="*/ 16 w 243"/>
                  <a:gd name="T11" fmla="*/ 60 h 277"/>
                  <a:gd name="T12" fmla="*/ 28 w 243"/>
                  <a:gd name="T13" fmla="*/ 55 h 277"/>
                  <a:gd name="T14" fmla="*/ 57 w 243"/>
                  <a:gd name="T15" fmla="*/ 60 h 277"/>
                  <a:gd name="T16" fmla="*/ 171 w 243"/>
                  <a:gd name="T17" fmla="*/ 164 h 277"/>
                  <a:gd name="T18" fmla="*/ 184 w 243"/>
                  <a:gd name="T19" fmla="*/ 170 h 277"/>
                  <a:gd name="T20" fmla="*/ 181 w 243"/>
                  <a:gd name="T21" fmla="*/ 158 h 277"/>
                  <a:gd name="T22" fmla="*/ 125 w 243"/>
                  <a:gd name="T23" fmla="*/ 37 h 277"/>
                  <a:gd name="T24" fmla="*/ 135 w 243"/>
                  <a:gd name="T25" fmla="*/ 5 h 277"/>
                  <a:gd name="T26" fmla="*/ 156 w 243"/>
                  <a:gd name="T27" fmla="*/ 14 h 277"/>
                  <a:gd name="T28" fmla="*/ 239 w 243"/>
                  <a:gd name="T29" fmla="*/ 194 h 277"/>
                  <a:gd name="T30" fmla="*/ 232 w 243"/>
                  <a:gd name="T31" fmla="*/ 214 h 277"/>
                  <a:gd name="T32" fmla="*/ 175 w 243"/>
                  <a:gd name="T33" fmla="*/ 205 h 277"/>
                  <a:gd name="T34" fmla="*/ 70 w 243"/>
                  <a:gd name="T35" fmla="*/ 110 h 277"/>
                  <a:gd name="T36" fmla="*/ 62 w 243"/>
                  <a:gd name="T37" fmla="*/ 104 h 277"/>
                  <a:gd name="T38" fmla="*/ 57 w 243"/>
                  <a:gd name="T39" fmla="*/ 10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43" h="277">
                    <a:moveTo>
                      <a:pt x="57" y="107"/>
                    </a:moveTo>
                    <a:cubicBezTo>
                      <a:pt x="81" y="158"/>
                      <a:pt x="104" y="209"/>
                      <a:pt x="128" y="261"/>
                    </a:cubicBezTo>
                    <a:cubicBezTo>
                      <a:pt x="116" y="267"/>
                      <a:pt x="106" y="271"/>
                      <a:pt x="95" y="277"/>
                    </a:cubicBezTo>
                    <a:cubicBezTo>
                      <a:pt x="84" y="254"/>
                      <a:pt x="74" y="233"/>
                      <a:pt x="64" y="211"/>
                    </a:cubicBezTo>
                    <a:cubicBezTo>
                      <a:pt x="45" y="169"/>
                      <a:pt x="26" y="127"/>
                      <a:pt x="6" y="85"/>
                    </a:cubicBezTo>
                    <a:cubicBezTo>
                      <a:pt x="0" y="72"/>
                      <a:pt x="1" y="64"/>
                      <a:pt x="16" y="60"/>
                    </a:cubicBezTo>
                    <a:cubicBezTo>
                      <a:pt x="20" y="59"/>
                      <a:pt x="24" y="57"/>
                      <a:pt x="28" y="55"/>
                    </a:cubicBezTo>
                    <a:cubicBezTo>
                      <a:pt x="39" y="48"/>
                      <a:pt x="48" y="51"/>
                      <a:pt x="57" y="60"/>
                    </a:cubicBezTo>
                    <a:cubicBezTo>
                      <a:pt x="95" y="95"/>
                      <a:pt x="133" y="129"/>
                      <a:pt x="171" y="164"/>
                    </a:cubicBezTo>
                    <a:cubicBezTo>
                      <a:pt x="174" y="167"/>
                      <a:pt x="178" y="169"/>
                      <a:pt x="184" y="170"/>
                    </a:cubicBezTo>
                    <a:cubicBezTo>
                      <a:pt x="183" y="166"/>
                      <a:pt x="183" y="162"/>
                      <a:pt x="181" y="158"/>
                    </a:cubicBezTo>
                    <a:cubicBezTo>
                      <a:pt x="162" y="117"/>
                      <a:pt x="144" y="77"/>
                      <a:pt x="125" y="37"/>
                    </a:cubicBezTo>
                    <a:cubicBezTo>
                      <a:pt x="115" y="15"/>
                      <a:pt x="115" y="15"/>
                      <a:pt x="135" y="5"/>
                    </a:cubicBezTo>
                    <a:cubicBezTo>
                      <a:pt x="146" y="0"/>
                      <a:pt x="151" y="3"/>
                      <a:pt x="156" y="14"/>
                    </a:cubicBezTo>
                    <a:cubicBezTo>
                      <a:pt x="183" y="75"/>
                      <a:pt x="211" y="134"/>
                      <a:pt x="239" y="194"/>
                    </a:cubicBezTo>
                    <a:cubicBezTo>
                      <a:pt x="243" y="203"/>
                      <a:pt x="243" y="209"/>
                      <a:pt x="232" y="214"/>
                    </a:cubicBezTo>
                    <a:cubicBezTo>
                      <a:pt x="200" y="229"/>
                      <a:pt x="201" y="229"/>
                      <a:pt x="175" y="205"/>
                    </a:cubicBezTo>
                    <a:cubicBezTo>
                      <a:pt x="140" y="174"/>
                      <a:pt x="105" y="142"/>
                      <a:pt x="70" y="110"/>
                    </a:cubicBezTo>
                    <a:cubicBezTo>
                      <a:pt x="67" y="108"/>
                      <a:pt x="64" y="106"/>
                      <a:pt x="62" y="104"/>
                    </a:cubicBezTo>
                    <a:cubicBezTo>
                      <a:pt x="60" y="105"/>
                      <a:pt x="59" y="106"/>
                      <a:pt x="5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Freeform 234"/>
              <p:cNvSpPr/>
              <p:nvPr/>
            </p:nvSpPr>
            <p:spPr bwMode="auto">
              <a:xfrm>
                <a:off x="15898813" y="-490537"/>
                <a:ext cx="871537" cy="879475"/>
              </a:xfrm>
              <a:custGeom>
                <a:avLst/>
                <a:gdLst>
                  <a:gd name="T0" fmla="*/ 69 w 276"/>
                  <a:gd name="T1" fmla="*/ 141 h 278"/>
                  <a:gd name="T2" fmla="*/ 105 w 276"/>
                  <a:gd name="T3" fmla="*/ 172 h 278"/>
                  <a:gd name="T4" fmla="*/ 184 w 276"/>
                  <a:gd name="T5" fmla="*/ 239 h 278"/>
                  <a:gd name="T6" fmla="*/ 189 w 276"/>
                  <a:gd name="T7" fmla="*/ 261 h 278"/>
                  <a:gd name="T8" fmla="*/ 161 w 276"/>
                  <a:gd name="T9" fmla="*/ 267 h 278"/>
                  <a:gd name="T10" fmla="*/ 73 w 276"/>
                  <a:gd name="T11" fmla="*/ 193 h 278"/>
                  <a:gd name="T12" fmla="*/ 9 w 276"/>
                  <a:gd name="T13" fmla="*/ 139 h 278"/>
                  <a:gd name="T14" fmla="*/ 8 w 276"/>
                  <a:gd name="T15" fmla="*/ 118 h 278"/>
                  <a:gd name="T16" fmla="*/ 61 w 276"/>
                  <a:gd name="T17" fmla="*/ 102 h 278"/>
                  <a:gd name="T18" fmla="*/ 199 w 276"/>
                  <a:gd name="T19" fmla="*/ 145 h 278"/>
                  <a:gd name="T20" fmla="*/ 210 w 276"/>
                  <a:gd name="T21" fmla="*/ 147 h 278"/>
                  <a:gd name="T22" fmla="*/ 212 w 276"/>
                  <a:gd name="T23" fmla="*/ 143 h 278"/>
                  <a:gd name="T24" fmla="*/ 157 w 276"/>
                  <a:gd name="T25" fmla="*/ 95 h 278"/>
                  <a:gd name="T26" fmla="*/ 92 w 276"/>
                  <a:gd name="T27" fmla="*/ 40 h 278"/>
                  <a:gd name="T28" fmla="*/ 91 w 276"/>
                  <a:gd name="T29" fmla="*/ 21 h 278"/>
                  <a:gd name="T30" fmla="*/ 115 w 276"/>
                  <a:gd name="T31" fmla="*/ 12 h 278"/>
                  <a:gd name="T32" fmla="*/ 272 w 276"/>
                  <a:gd name="T33" fmla="*/ 147 h 278"/>
                  <a:gd name="T34" fmla="*/ 274 w 276"/>
                  <a:gd name="T35" fmla="*/ 160 h 278"/>
                  <a:gd name="T36" fmla="*/ 253 w 276"/>
                  <a:gd name="T37" fmla="*/ 185 h 278"/>
                  <a:gd name="T38" fmla="*/ 241 w 276"/>
                  <a:gd name="T39" fmla="*/ 187 h 278"/>
                  <a:gd name="T40" fmla="*/ 144 w 276"/>
                  <a:gd name="T41" fmla="*/ 157 h 278"/>
                  <a:gd name="T42" fmla="*/ 78 w 276"/>
                  <a:gd name="T43" fmla="*/ 137 h 278"/>
                  <a:gd name="T44" fmla="*/ 71 w 276"/>
                  <a:gd name="T45" fmla="*/ 137 h 278"/>
                  <a:gd name="T46" fmla="*/ 69 w 276"/>
                  <a:gd name="T47" fmla="*/ 141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6" h="278">
                    <a:moveTo>
                      <a:pt x="69" y="141"/>
                    </a:moveTo>
                    <a:cubicBezTo>
                      <a:pt x="81" y="151"/>
                      <a:pt x="93" y="161"/>
                      <a:pt x="105" y="172"/>
                    </a:cubicBezTo>
                    <a:cubicBezTo>
                      <a:pt x="131" y="194"/>
                      <a:pt x="158" y="217"/>
                      <a:pt x="184" y="239"/>
                    </a:cubicBezTo>
                    <a:cubicBezTo>
                      <a:pt x="192" y="246"/>
                      <a:pt x="198" y="250"/>
                      <a:pt x="189" y="261"/>
                    </a:cubicBezTo>
                    <a:cubicBezTo>
                      <a:pt x="175" y="277"/>
                      <a:pt x="175" y="278"/>
                      <a:pt x="161" y="267"/>
                    </a:cubicBezTo>
                    <a:cubicBezTo>
                      <a:pt x="132" y="243"/>
                      <a:pt x="103" y="218"/>
                      <a:pt x="73" y="193"/>
                    </a:cubicBezTo>
                    <a:cubicBezTo>
                      <a:pt x="52" y="175"/>
                      <a:pt x="31" y="157"/>
                      <a:pt x="9" y="139"/>
                    </a:cubicBezTo>
                    <a:cubicBezTo>
                      <a:pt x="1" y="132"/>
                      <a:pt x="0" y="127"/>
                      <a:pt x="8" y="118"/>
                    </a:cubicBezTo>
                    <a:cubicBezTo>
                      <a:pt x="34" y="88"/>
                      <a:pt x="28" y="92"/>
                      <a:pt x="61" y="102"/>
                    </a:cubicBezTo>
                    <a:cubicBezTo>
                      <a:pt x="107" y="116"/>
                      <a:pt x="153" y="131"/>
                      <a:pt x="199" y="145"/>
                    </a:cubicBezTo>
                    <a:cubicBezTo>
                      <a:pt x="202" y="146"/>
                      <a:pt x="206" y="146"/>
                      <a:pt x="210" y="147"/>
                    </a:cubicBezTo>
                    <a:cubicBezTo>
                      <a:pt x="211" y="145"/>
                      <a:pt x="212" y="144"/>
                      <a:pt x="212" y="143"/>
                    </a:cubicBezTo>
                    <a:cubicBezTo>
                      <a:pt x="194" y="127"/>
                      <a:pt x="176" y="111"/>
                      <a:pt x="157" y="95"/>
                    </a:cubicBezTo>
                    <a:cubicBezTo>
                      <a:pt x="136" y="77"/>
                      <a:pt x="114" y="58"/>
                      <a:pt x="92" y="40"/>
                    </a:cubicBezTo>
                    <a:cubicBezTo>
                      <a:pt x="84" y="34"/>
                      <a:pt x="82" y="28"/>
                      <a:pt x="91" y="21"/>
                    </a:cubicBezTo>
                    <a:cubicBezTo>
                      <a:pt x="98" y="16"/>
                      <a:pt x="101" y="0"/>
                      <a:pt x="115" y="12"/>
                    </a:cubicBezTo>
                    <a:cubicBezTo>
                      <a:pt x="167" y="57"/>
                      <a:pt x="220" y="102"/>
                      <a:pt x="272" y="147"/>
                    </a:cubicBezTo>
                    <a:cubicBezTo>
                      <a:pt x="275" y="149"/>
                      <a:pt x="276" y="157"/>
                      <a:pt x="274" y="160"/>
                    </a:cubicBezTo>
                    <a:cubicBezTo>
                      <a:pt x="268" y="169"/>
                      <a:pt x="261" y="177"/>
                      <a:pt x="253" y="185"/>
                    </a:cubicBezTo>
                    <a:cubicBezTo>
                      <a:pt x="250" y="187"/>
                      <a:pt x="244" y="188"/>
                      <a:pt x="241" y="187"/>
                    </a:cubicBezTo>
                    <a:cubicBezTo>
                      <a:pt x="208" y="178"/>
                      <a:pt x="176" y="167"/>
                      <a:pt x="144" y="157"/>
                    </a:cubicBezTo>
                    <a:cubicBezTo>
                      <a:pt x="122" y="150"/>
                      <a:pt x="100" y="143"/>
                      <a:pt x="78" y="137"/>
                    </a:cubicBezTo>
                    <a:cubicBezTo>
                      <a:pt x="76" y="136"/>
                      <a:pt x="73" y="137"/>
                      <a:pt x="71" y="137"/>
                    </a:cubicBezTo>
                    <a:cubicBezTo>
                      <a:pt x="70" y="138"/>
                      <a:pt x="70" y="139"/>
                      <a:pt x="69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6" name="Freeform 235"/>
              <p:cNvSpPr>
                <a:spLocks noEditPoints="1"/>
              </p:cNvSpPr>
              <p:nvPr/>
            </p:nvSpPr>
            <p:spPr bwMode="auto">
              <a:xfrm>
                <a:off x="23004463" y="1831975"/>
                <a:ext cx="755650" cy="555625"/>
              </a:xfrm>
              <a:custGeom>
                <a:avLst/>
                <a:gdLst>
                  <a:gd name="T0" fmla="*/ 18 w 239"/>
                  <a:gd name="T1" fmla="*/ 176 h 176"/>
                  <a:gd name="T2" fmla="*/ 13 w 239"/>
                  <a:gd name="T3" fmla="*/ 140 h 176"/>
                  <a:gd name="T4" fmla="*/ 23 w 239"/>
                  <a:gd name="T5" fmla="*/ 128 h 176"/>
                  <a:gd name="T6" fmla="*/ 88 w 239"/>
                  <a:gd name="T7" fmla="*/ 100 h 176"/>
                  <a:gd name="T8" fmla="*/ 104 w 239"/>
                  <a:gd name="T9" fmla="*/ 72 h 176"/>
                  <a:gd name="T10" fmla="*/ 87 w 239"/>
                  <a:gd name="T11" fmla="*/ 57 h 176"/>
                  <a:gd name="T12" fmla="*/ 23 w 239"/>
                  <a:gd name="T13" fmla="*/ 66 h 176"/>
                  <a:gd name="T14" fmla="*/ 2 w 239"/>
                  <a:gd name="T15" fmla="*/ 50 h 176"/>
                  <a:gd name="T16" fmla="*/ 24 w 239"/>
                  <a:gd name="T17" fmla="*/ 24 h 176"/>
                  <a:gd name="T18" fmla="*/ 214 w 239"/>
                  <a:gd name="T19" fmla="*/ 2 h 176"/>
                  <a:gd name="T20" fmla="*/ 230 w 239"/>
                  <a:gd name="T21" fmla="*/ 13 h 176"/>
                  <a:gd name="T22" fmla="*/ 237 w 239"/>
                  <a:gd name="T23" fmla="*/ 83 h 176"/>
                  <a:gd name="T24" fmla="*/ 155 w 239"/>
                  <a:gd name="T25" fmla="*/ 141 h 176"/>
                  <a:gd name="T26" fmla="*/ 125 w 239"/>
                  <a:gd name="T27" fmla="*/ 117 h 176"/>
                  <a:gd name="T28" fmla="*/ 18 w 239"/>
                  <a:gd name="T29" fmla="*/ 176 h 176"/>
                  <a:gd name="T30" fmla="*/ 204 w 239"/>
                  <a:gd name="T31" fmla="*/ 68 h 176"/>
                  <a:gd name="T32" fmla="*/ 192 w 239"/>
                  <a:gd name="T33" fmla="*/ 46 h 176"/>
                  <a:gd name="T34" fmla="*/ 145 w 239"/>
                  <a:gd name="T35" fmla="*/ 51 h 176"/>
                  <a:gd name="T36" fmla="*/ 135 w 239"/>
                  <a:gd name="T37" fmla="*/ 58 h 176"/>
                  <a:gd name="T38" fmla="*/ 148 w 239"/>
                  <a:gd name="T39" fmla="*/ 96 h 176"/>
                  <a:gd name="T40" fmla="*/ 188 w 239"/>
                  <a:gd name="T41" fmla="*/ 101 h 176"/>
                  <a:gd name="T42" fmla="*/ 204 w 239"/>
                  <a:gd name="T43" fmla="*/ 68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9" h="176">
                    <a:moveTo>
                      <a:pt x="18" y="176"/>
                    </a:moveTo>
                    <a:cubicBezTo>
                      <a:pt x="16" y="161"/>
                      <a:pt x="13" y="151"/>
                      <a:pt x="13" y="140"/>
                    </a:cubicBezTo>
                    <a:cubicBezTo>
                      <a:pt x="13" y="136"/>
                      <a:pt x="19" y="130"/>
                      <a:pt x="23" y="128"/>
                    </a:cubicBezTo>
                    <a:cubicBezTo>
                      <a:pt x="44" y="118"/>
                      <a:pt x="66" y="109"/>
                      <a:pt x="88" y="100"/>
                    </a:cubicBezTo>
                    <a:cubicBezTo>
                      <a:pt x="100" y="94"/>
                      <a:pt x="104" y="85"/>
                      <a:pt x="104" y="72"/>
                    </a:cubicBezTo>
                    <a:cubicBezTo>
                      <a:pt x="105" y="60"/>
                      <a:pt x="100" y="55"/>
                      <a:pt x="87" y="57"/>
                    </a:cubicBezTo>
                    <a:cubicBezTo>
                      <a:pt x="66" y="60"/>
                      <a:pt x="45" y="62"/>
                      <a:pt x="23" y="66"/>
                    </a:cubicBezTo>
                    <a:cubicBezTo>
                      <a:pt x="6" y="68"/>
                      <a:pt x="4" y="67"/>
                      <a:pt x="2" y="50"/>
                    </a:cubicBezTo>
                    <a:cubicBezTo>
                      <a:pt x="0" y="27"/>
                      <a:pt x="0" y="27"/>
                      <a:pt x="24" y="24"/>
                    </a:cubicBezTo>
                    <a:cubicBezTo>
                      <a:pt x="87" y="17"/>
                      <a:pt x="151" y="9"/>
                      <a:pt x="214" y="2"/>
                    </a:cubicBezTo>
                    <a:cubicBezTo>
                      <a:pt x="224" y="0"/>
                      <a:pt x="229" y="3"/>
                      <a:pt x="230" y="13"/>
                    </a:cubicBezTo>
                    <a:cubicBezTo>
                      <a:pt x="232" y="37"/>
                      <a:pt x="236" y="60"/>
                      <a:pt x="237" y="83"/>
                    </a:cubicBezTo>
                    <a:cubicBezTo>
                      <a:pt x="239" y="140"/>
                      <a:pt x="188" y="155"/>
                      <a:pt x="155" y="141"/>
                    </a:cubicBezTo>
                    <a:cubicBezTo>
                      <a:pt x="144" y="136"/>
                      <a:pt x="135" y="125"/>
                      <a:pt x="125" y="117"/>
                    </a:cubicBezTo>
                    <a:cubicBezTo>
                      <a:pt x="95" y="145"/>
                      <a:pt x="55" y="155"/>
                      <a:pt x="18" y="176"/>
                    </a:cubicBezTo>
                    <a:close/>
                    <a:moveTo>
                      <a:pt x="204" y="68"/>
                    </a:moveTo>
                    <a:cubicBezTo>
                      <a:pt x="200" y="63"/>
                      <a:pt x="211" y="46"/>
                      <a:pt x="192" y="46"/>
                    </a:cubicBezTo>
                    <a:cubicBezTo>
                      <a:pt x="176" y="47"/>
                      <a:pt x="161" y="49"/>
                      <a:pt x="145" y="51"/>
                    </a:cubicBezTo>
                    <a:cubicBezTo>
                      <a:pt x="141" y="51"/>
                      <a:pt x="134" y="57"/>
                      <a:pt x="135" y="58"/>
                    </a:cubicBezTo>
                    <a:cubicBezTo>
                      <a:pt x="138" y="71"/>
                      <a:pt x="140" y="87"/>
                      <a:pt x="148" y="96"/>
                    </a:cubicBezTo>
                    <a:cubicBezTo>
                      <a:pt x="158" y="108"/>
                      <a:pt x="173" y="107"/>
                      <a:pt x="188" y="101"/>
                    </a:cubicBezTo>
                    <a:cubicBezTo>
                      <a:pt x="203" y="96"/>
                      <a:pt x="205" y="84"/>
                      <a:pt x="204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7" name="Freeform 236"/>
              <p:cNvSpPr>
                <a:spLocks noEditPoints="1"/>
              </p:cNvSpPr>
              <p:nvPr/>
            </p:nvSpPr>
            <p:spPr bwMode="auto">
              <a:xfrm>
                <a:off x="18878550" y="-1816100"/>
                <a:ext cx="527050" cy="763588"/>
              </a:xfrm>
              <a:custGeom>
                <a:avLst/>
                <a:gdLst>
                  <a:gd name="T0" fmla="*/ 113 w 167"/>
                  <a:gd name="T1" fmla="*/ 116 h 242"/>
                  <a:gd name="T2" fmla="*/ 167 w 167"/>
                  <a:gd name="T3" fmla="*/ 224 h 242"/>
                  <a:gd name="T4" fmla="*/ 130 w 167"/>
                  <a:gd name="T5" fmla="*/ 227 h 242"/>
                  <a:gd name="T6" fmla="*/ 118 w 167"/>
                  <a:gd name="T7" fmla="*/ 214 h 242"/>
                  <a:gd name="T8" fmla="*/ 97 w 167"/>
                  <a:gd name="T9" fmla="*/ 159 h 242"/>
                  <a:gd name="T10" fmla="*/ 67 w 167"/>
                  <a:gd name="T11" fmla="*/ 133 h 242"/>
                  <a:gd name="T12" fmla="*/ 51 w 167"/>
                  <a:gd name="T13" fmla="*/ 148 h 242"/>
                  <a:gd name="T14" fmla="*/ 55 w 167"/>
                  <a:gd name="T15" fmla="*/ 217 h 242"/>
                  <a:gd name="T16" fmla="*/ 43 w 167"/>
                  <a:gd name="T17" fmla="*/ 234 h 242"/>
                  <a:gd name="T18" fmla="*/ 15 w 167"/>
                  <a:gd name="T19" fmla="*/ 221 h 242"/>
                  <a:gd name="T20" fmla="*/ 4 w 167"/>
                  <a:gd name="T21" fmla="*/ 61 h 242"/>
                  <a:gd name="T22" fmla="*/ 1 w 167"/>
                  <a:gd name="T23" fmla="*/ 19 h 242"/>
                  <a:gd name="T24" fmla="*/ 12 w 167"/>
                  <a:gd name="T25" fmla="*/ 5 h 242"/>
                  <a:gd name="T26" fmla="*/ 78 w 167"/>
                  <a:gd name="T27" fmla="*/ 1 h 242"/>
                  <a:gd name="T28" fmla="*/ 137 w 167"/>
                  <a:gd name="T29" fmla="*/ 88 h 242"/>
                  <a:gd name="T30" fmla="*/ 113 w 167"/>
                  <a:gd name="T31" fmla="*/ 116 h 242"/>
                  <a:gd name="T32" fmla="*/ 66 w 167"/>
                  <a:gd name="T33" fmla="*/ 29 h 242"/>
                  <a:gd name="T34" fmla="*/ 64 w 167"/>
                  <a:gd name="T35" fmla="*/ 32 h 242"/>
                  <a:gd name="T36" fmla="*/ 44 w 167"/>
                  <a:gd name="T37" fmla="*/ 55 h 242"/>
                  <a:gd name="T38" fmla="*/ 48 w 167"/>
                  <a:gd name="T39" fmla="*/ 91 h 242"/>
                  <a:gd name="T40" fmla="*/ 56 w 167"/>
                  <a:gd name="T41" fmla="*/ 103 h 242"/>
                  <a:gd name="T42" fmla="*/ 96 w 167"/>
                  <a:gd name="T43" fmla="*/ 89 h 242"/>
                  <a:gd name="T44" fmla="*/ 97 w 167"/>
                  <a:gd name="T45" fmla="*/ 45 h 242"/>
                  <a:gd name="T46" fmla="*/ 66 w 167"/>
                  <a:gd name="T47" fmla="*/ 29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67" h="242">
                    <a:moveTo>
                      <a:pt x="113" y="116"/>
                    </a:moveTo>
                    <a:cubicBezTo>
                      <a:pt x="140" y="144"/>
                      <a:pt x="146" y="186"/>
                      <a:pt x="167" y="224"/>
                    </a:cubicBezTo>
                    <a:cubicBezTo>
                      <a:pt x="152" y="225"/>
                      <a:pt x="141" y="228"/>
                      <a:pt x="130" y="227"/>
                    </a:cubicBezTo>
                    <a:cubicBezTo>
                      <a:pt x="126" y="227"/>
                      <a:pt x="120" y="220"/>
                      <a:pt x="118" y="214"/>
                    </a:cubicBezTo>
                    <a:cubicBezTo>
                      <a:pt x="110" y="196"/>
                      <a:pt x="104" y="177"/>
                      <a:pt x="97" y="159"/>
                    </a:cubicBezTo>
                    <a:cubicBezTo>
                      <a:pt x="91" y="145"/>
                      <a:pt x="83" y="134"/>
                      <a:pt x="67" y="133"/>
                    </a:cubicBezTo>
                    <a:cubicBezTo>
                      <a:pt x="55" y="132"/>
                      <a:pt x="50" y="136"/>
                      <a:pt x="51" y="148"/>
                    </a:cubicBezTo>
                    <a:cubicBezTo>
                      <a:pt x="53" y="171"/>
                      <a:pt x="54" y="194"/>
                      <a:pt x="55" y="217"/>
                    </a:cubicBezTo>
                    <a:cubicBezTo>
                      <a:pt x="56" y="227"/>
                      <a:pt x="56" y="235"/>
                      <a:pt x="43" y="234"/>
                    </a:cubicBezTo>
                    <a:cubicBezTo>
                      <a:pt x="32" y="233"/>
                      <a:pt x="17" y="242"/>
                      <a:pt x="15" y="221"/>
                    </a:cubicBezTo>
                    <a:cubicBezTo>
                      <a:pt x="12" y="167"/>
                      <a:pt x="8" y="114"/>
                      <a:pt x="4" y="61"/>
                    </a:cubicBezTo>
                    <a:cubicBezTo>
                      <a:pt x="3" y="47"/>
                      <a:pt x="2" y="33"/>
                      <a:pt x="1" y="19"/>
                    </a:cubicBezTo>
                    <a:cubicBezTo>
                      <a:pt x="0" y="10"/>
                      <a:pt x="3" y="6"/>
                      <a:pt x="12" y="5"/>
                    </a:cubicBezTo>
                    <a:cubicBezTo>
                      <a:pt x="34" y="4"/>
                      <a:pt x="56" y="1"/>
                      <a:pt x="78" y="1"/>
                    </a:cubicBezTo>
                    <a:cubicBezTo>
                      <a:pt x="130" y="0"/>
                      <a:pt x="160" y="45"/>
                      <a:pt x="137" y="88"/>
                    </a:cubicBezTo>
                    <a:cubicBezTo>
                      <a:pt x="131" y="99"/>
                      <a:pt x="121" y="107"/>
                      <a:pt x="113" y="116"/>
                    </a:cubicBezTo>
                    <a:close/>
                    <a:moveTo>
                      <a:pt x="66" y="29"/>
                    </a:moveTo>
                    <a:cubicBezTo>
                      <a:pt x="65" y="30"/>
                      <a:pt x="65" y="31"/>
                      <a:pt x="64" y="32"/>
                    </a:cubicBezTo>
                    <a:cubicBezTo>
                      <a:pt x="43" y="33"/>
                      <a:pt x="42" y="34"/>
                      <a:pt x="44" y="55"/>
                    </a:cubicBezTo>
                    <a:cubicBezTo>
                      <a:pt x="45" y="67"/>
                      <a:pt x="46" y="79"/>
                      <a:pt x="48" y="91"/>
                    </a:cubicBezTo>
                    <a:cubicBezTo>
                      <a:pt x="49" y="95"/>
                      <a:pt x="53" y="103"/>
                      <a:pt x="56" y="103"/>
                    </a:cubicBezTo>
                    <a:cubicBezTo>
                      <a:pt x="70" y="103"/>
                      <a:pt x="85" y="101"/>
                      <a:pt x="96" y="89"/>
                    </a:cubicBezTo>
                    <a:cubicBezTo>
                      <a:pt x="103" y="80"/>
                      <a:pt x="106" y="56"/>
                      <a:pt x="97" y="45"/>
                    </a:cubicBezTo>
                    <a:cubicBezTo>
                      <a:pt x="89" y="37"/>
                      <a:pt x="76" y="34"/>
                      <a:pt x="66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8" name="Freeform 237"/>
              <p:cNvSpPr/>
              <p:nvPr/>
            </p:nvSpPr>
            <p:spPr bwMode="auto">
              <a:xfrm>
                <a:off x="15333663" y="463550"/>
                <a:ext cx="862012" cy="736600"/>
              </a:xfrm>
              <a:custGeom>
                <a:avLst/>
                <a:gdLst>
                  <a:gd name="T0" fmla="*/ 209 w 273"/>
                  <a:gd name="T1" fmla="*/ 233 h 233"/>
                  <a:gd name="T2" fmla="*/ 197 w 273"/>
                  <a:gd name="T3" fmla="*/ 228 h 233"/>
                  <a:gd name="T4" fmla="*/ 29 w 273"/>
                  <a:gd name="T5" fmla="*/ 148 h 233"/>
                  <a:gd name="T6" fmla="*/ 27 w 273"/>
                  <a:gd name="T7" fmla="*/ 147 h 233"/>
                  <a:gd name="T8" fmla="*/ 15 w 273"/>
                  <a:gd name="T9" fmla="*/ 108 h 233"/>
                  <a:gd name="T10" fmla="*/ 30 w 273"/>
                  <a:gd name="T11" fmla="*/ 104 h 233"/>
                  <a:gd name="T12" fmla="*/ 92 w 273"/>
                  <a:gd name="T13" fmla="*/ 134 h 233"/>
                  <a:gd name="T14" fmla="*/ 112 w 273"/>
                  <a:gd name="T15" fmla="*/ 127 h 233"/>
                  <a:gd name="T16" fmla="*/ 130 w 273"/>
                  <a:gd name="T17" fmla="*/ 89 h 233"/>
                  <a:gd name="T18" fmla="*/ 123 w 273"/>
                  <a:gd name="T19" fmla="*/ 70 h 233"/>
                  <a:gd name="T20" fmla="*/ 66 w 273"/>
                  <a:gd name="T21" fmla="*/ 43 h 233"/>
                  <a:gd name="T22" fmla="*/ 61 w 273"/>
                  <a:gd name="T23" fmla="*/ 11 h 233"/>
                  <a:gd name="T24" fmla="*/ 82 w 273"/>
                  <a:gd name="T25" fmla="*/ 6 h 233"/>
                  <a:gd name="T26" fmla="*/ 258 w 273"/>
                  <a:gd name="T27" fmla="*/ 89 h 233"/>
                  <a:gd name="T28" fmla="*/ 272 w 273"/>
                  <a:gd name="T29" fmla="*/ 102 h 233"/>
                  <a:gd name="T30" fmla="*/ 258 w 273"/>
                  <a:gd name="T31" fmla="*/ 131 h 233"/>
                  <a:gd name="T32" fmla="*/ 246 w 273"/>
                  <a:gd name="T33" fmla="*/ 128 h 233"/>
                  <a:gd name="T34" fmla="*/ 181 w 273"/>
                  <a:gd name="T35" fmla="*/ 97 h 233"/>
                  <a:gd name="T36" fmla="*/ 159 w 273"/>
                  <a:gd name="T37" fmla="*/ 105 h 233"/>
                  <a:gd name="T38" fmla="*/ 141 w 273"/>
                  <a:gd name="T39" fmla="*/ 142 h 233"/>
                  <a:gd name="T40" fmla="*/ 148 w 273"/>
                  <a:gd name="T41" fmla="*/ 160 h 233"/>
                  <a:gd name="T42" fmla="*/ 210 w 273"/>
                  <a:gd name="T43" fmla="*/ 189 h 233"/>
                  <a:gd name="T44" fmla="*/ 219 w 273"/>
                  <a:gd name="T45" fmla="*/ 217 h 233"/>
                  <a:gd name="T46" fmla="*/ 209 w 273"/>
                  <a:gd name="T47" fmla="*/ 233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3" h="233">
                    <a:moveTo>
                      <a:pt x="209" y="233"/>
                    </a:moveTo>
                    <a:cubicBezTo>
                      <a:pt x="203" y="231"/>
                      <a:pt x="200" y="230"/>
                      <a:pt x="197" y="228"/>
                    </a:cubicBezTo>
                    <a:cubicBezTo>
                      <a:pt x="141" y="201"/>
                      <a:pt x="85" y="175"/>
                      <a:pt x="29" y="148"/>
                    </a:cubicBezTo>
                    <a:cubicBezTo>
                      <a:pt x="28" y="148"/>
                      <a:pt x="27" y="147"/>
                      <a:pt x="27" y="147"/>
                    </a:cubicBezTo>
                    <a:cubicBezTo>
                      <a:pt x="0" y="134"/>
                      <a:pt x="1" y="134"/>
                      <a:pt x="15" y="108"/>
                    </a:cubicBezTo>
                    <a:cubicBezTo>
                      <a:pt x="20" y="101"/>
                      <a:pt x="23" y="101"/>
                      <a:pt x="30" y="104"/>
                    </a:cubicBezTo>
                    <a:cubicBezTo>
                      <a:pt x="50" y="114"/>
                      <a:pt x="71" y="124"/>
                      <a:pt x="92" y="134"/>
                    </a:cubicBezTo>
                    <a:cubicBezTo>
                      <a:pt x="102" y="139"/>
                      <a:pt x="107" y="138"/>
                      <a:pt x="112" y="127"/>
                    </a:cubicBezTo>
                    <a:cubicBezTo>
                      <a:pt x="117" y="114"/>
                      <a:pt x="123" y="101"/>
                      <a:pt x="130" y="89"/>
                    </a:cubicBezTo>
                    <a:cubicBezTo>
                      <a:pt x="134" y="80"/>
                      <a:pt x="132" y="74"/>
                      <a:pt x="123" y="70"/>
                    </a:cubicBezTo>
                    <a:cubicBezTo>
                      <a:pt x="104" y="61"/>
                      <a:pt x="85" y="52"/>
                      <a:pt x="66" y="43"/>
                    </a:cubicBezTo>
                    <a:cubicBezTo>
                      <a:pt x="50" y="36"/>
                      <a:pt x="50" y="35"/>
                      <a:pt x="61" y="11"/>
                    </a:cubicBezTo>
                    <a:cubicBezTo>
                      <a:pt x="66" y="0"/>
                      <a:pt x="72" y="1"/>
                      <a:pt x="82" y="6"/>
                    </a:cubicBezTo>
                    <a:cubicBezTo>
                      <a:pt x="141" y="34"/>
                      <a:pt x="200" y="61"/>
                      <a:pt x="258" y="89"/>
                    </a:cubicBezTo>
                    <a:cubicBezTo>
                      <a:pt x="264" y="92"/>
                      <a:pt x="273" y="99"/>
                      <a:pt x="272" y="102"/>
                    </a:cubicBezTo>
                    <a:cubicBezTo>
                      <a:pt x="269" y="112"/>
                      <a:pt x="264" y="122"/>
                      <a:pt x="258" y="131"/>
                    </a:cubicBezTo>
                    <a:cubicBezTo>
                      <a:pt x="257" y="132"/>
                      <a:pt x="249" y="130"/>
                      <a:pt x="246" y="128"/>
                    </a:cubicBezTo>
                    <a:cubicBezTo>
                      <a:pt x="224" y="118"/>
                      <a:pt x="202" y="108"/>
                      <a:pt x="181" y="97"/>
                    </a:cubicBezTo>
                    <a:cubicBezTo>
                      <a:pt x="170" y="92"/>
                      <a:pt x="163" y="94"/>
                      <a:pt x="159" y="105"/>
                    </a:cubicBezTo>
                    <a:cubicBezTo>
                      <a:pt x="154" y="118"/>
                      <a:pt x="148" y="130"/>
                      <a:pt x="141" y="142"/>
                    </a:cubicBezTo>
                    <a:cubicBezTo>
                      <a:pt x="136" y="151"/>
                      <a:pt x="137" y="156"/>
                      <a:pt x="148" y="160"/>
                    </a:cubicBezTo>
                    <a:cubicBezTo>
                      <a:pt x="169" y="169"/>
                      <a:pt x="189" y="179"/>
                      <a:pt x="210" y="189"/>
                    </a:cubicBezTo>
                    <a:cubicBezTo>
                      <a:pt x="229" y="198"/>
                      <a:pt x="229" y="198"/>
                      <a:pt x="219" y="217"/>
                    </a:cubicBezTo>
                    <a:cubicBezTo>
                      <a:pt x="216" y="222"/>
                      <a:pt x="212" y="228"/>
                      <a:pt x="209" y="2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9" name="Freeform 238"/>
              <p:cNvSpPr>
                <a:spLocks noEditPoints="1"/>
              </p:cNvSpPr>
              <p:nvPr/>
            </p:nvSpPr>
            <p:spPr bwMode="auto">
              <a:xfrm>
                <a:off x="18127663" y="-1736725"/>
                <a:ext cx="606425" cy="798513"/>
              </a:xfrm>
              <a:custGeom>
                <a:avLst/>
                <a:gdLst>
                  <a:gd name="T0" fmla="*/ 192 w 192"/>
                  <a:gd name="T1" fmla="*/ 137 h 253"/>
                  <a:gd name="T2" fmla="*/ 138 w 192"/>
                  <a:gd name="T3" fmla="*/ 236 h 253"/>
                  <a:gd name="T4" fmla="*/ 24 w 192"/>
                  <a:gd name="T5" fmla="*/ 189 h 253"/>
                  <a:gd name="T6" fmla="*/ 5 w 192"/>
                  <a:gd name="T7" fmla="*/ 82 h 253"/>
                  <a:gd name="T8" fmla="*/ 60 w 192"/>
                  <a:gd name="T9" fmla="*/ 13 h 253"/>
                  <a:gd name="T10" fmla="*/ 148 w 192"/>
                  <a:gd name="T11" fmla="*/ 31 h 253"/>
                  <a:gd name="T12" fmla="*/ 192 w 192"/>
                  <a:gd name="T13" fmla="*/ 137 h 253"/>
                  <a:gd name="T14" fmla="*/ 154 w 192"/>
                  <a:gd name="T15" fmla="*/ 154 h 253"/>
                  <a:gd name="T16" fmla="*/ 125 w 192"/>
                  <a:gd name="T17" fmla="*/ 62 h 253"/>
                  <a:gd name="T18" fmla="*/ 81 w 192"/>
                  <a:gd name="T19" fmla="*/ 40 h 253"/>
                  <a:gd name="T20" fmla="*/ 45 w 192"/>
                  <a:gd name="T21" fmla="*/ 77 h 253"/>
                  <a:gd name="T22" fmla="*/ 76 w 192"/>
                  <a:gd name="T23" fmla="*/ 194 h 253"/>
                  <a:gd name="T24" fmla="*/ 139 w 192"/>
                  <a:gd name="T25" fmla="*/ 197 h 253"/>
                  <a:gd name="T26" fmla="*/ 154 w 192"/>
                  <a:gd name="T27" fmla="*/ 154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2" h="253">
                    <a:moveTo>
                      <a:pt x="192" y="137"/>
                    </a:moveTo>
                    <a:cubicBezTo>
                      <a:pt x="192" y="189"/>
                      <a:pt x="171" y="224"/>
                      <a:pt x="138" y="236"/>
                    </a:cubicBezTo>
                    <a:cubicBezTo>
                      <a:pt x="91" y="253"/>
                      <a:pt x="47" y="235"/>
                      <a:pt x="24" y="189"/>
                    </a:cubicBezTo>
                    <a:cubicBezTo>
                      <a:pt x="7" y="155"/>
                      <a:pt x="0" y="120"/>
                      <a:pt x="5" y="82"/>
                    </a:cubicBezTo>
                    <a:cubicBezTo>
                      <a:pt x="10" y="49"/>
                      <a:pt x="28" y="25"/>
                      <a:pt x="60" y="13"/>
                    </a:cubicBezTo>
                    <a:cubicBezTo>
                      <a:pt x="93" y="0"/>
                      <a:pt x="123" y="7"/>
                      <a:pt x="148" y="31"/>
                    </a:cubicBezTo>
                    <a:cubicBezTo>
                      <a:pt x="180" y="62"/>
                      <a:pt x="190" y="103"/>
                      <a:pt x="192" y="137"/>
                    </a:cubicBezTo>
                    <a:close/>
                    <a:moveTo>
                      <a:pt x="154" y="154"/>
                    </a:moveTo>
                    <a:cubicBezTo>
                      <a:pt x="150" y="121"/>
                      <a:pt x="142" y="90"/>
                      <a:pt x="125" y="62"/>
                    </a:cubicBezTo>
                    <a:cubicBezTo>
                      <a:pt x="114" y="46"/>
                      <a:pt x="97" y="37"/>
                      <a:pt x="81" y="40"/>
                    </a:cubicBezTo>
                    <a:cubicBezTo>
                      <a:pt x="60" y="44"/>
                      <a:pt x="48" y="55"/>
                      <a:pt x="45" y="77"/>
                    </a:cubicBezTo>
                    <a:cubicBezTo>
                      <a:pt x="40" y="119"/>
                      <a:pt x="50" y="159"/>
                      <a:pt x="76" y="194"/>
                    </a:cubicBezTo>
                    <a:cubicBezTo>
                      <a:pt x="92" y="216"/>
                      <a:pt x="123" y="218"/>
                      <a:pt x="139" y="197"/>
                    </a:cubicBezTo>
                    <a:cubicBezTo>
                      <a:pt x="147" y="185"/>
                      <a:pt x="149" y="169"/>
                      <a:pt x="154" y="1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Freeform 239"/>
              <p:cNvSpPr/>
              <p:nvPr/>
            </p:nvSpPr>
            <p:spPr bwMode="auto">
              <a:xfrm>
                <a:off x="21624925" y="-915987"/>
                <a:ext cx="827087" cy="792163"/>
              </a:xfrm>
              <a:custGeom>
                <a:avLst/>
                <a:gdLst>
                  <a:gd name="T0" fmla="*/ 228 w 262"/>
                  <a:gd name="T1" fmla="*/ 76 h 251"/>
                  <a:gd name="T2" fmla="*/ 232 w 262"/>
                  <a:gd name="T3" fmla="*/ 77 h 251"/>
                  <a:gd name="T4" fmla="*/ 238 w 262"/>
                  <a:gd name="T5" fmla="*/ 126 h 251"/>
                  <a:gd name="T6" fmla="*/ 167 w 262"/>
                  <a:gd name="T7" fmla="*/ 209 h 251"/>
                  <a:gd name="T8" fmla="*/ 86 w 262"/>
                  <a:gd name="T9" fmla="*/ 245 h 251"/>
                  <a:gd name="T10" fmla="*/ 35 w 262"/>
                  <a:gd name="T11" fmla="*/ 125 h 251"/>
                  <a:gd name="T12" fmla="*/ 135 w 262"/>
                  <a:gd name="T13" fmla="*/ 7 h 251"/>
                  <a:gd name="T14" fmla="*/ 151 w 262"/>
                  <a:gd name="T15" fmla="*/ 6 h 251"/>
                  <a:gd name="T16" fmla="*/ 155 w 262"/>
                  <a:gd name="T17" fmla="*/ 45 h 251"/>
                  <a:gd name="T18" fmla="*/ 71 w 262"/>
                  <a:gd name="T19" fmla="*/ 144 h 251"/>
                  <a:gd name="T20" fmla="*/ 62 w 262"/>
                  <a:gd name="T21" fmla="*/ 193 h 251"/>
                  <a:gd name="T22" fmla="*/ 121 w 262"/>
                  <a:gd name="T23" fmla="*/ 197 h 251"/>
                  <a:gd name="T24" fmla="*/ 173 w 262"/>
                  <a:gd name="T25" fmla="*/ 139 h 251"/>
                  <a:gd name="T26" fmla="*/ 228 w 262"/>
                  <a:gd name="T27" fmla="*/ 76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2" h="251">
                    <a:moveTo>
                      <a:pt x="228" y="76"/>
                    </a:moveTo>
                    <a:cubicBezTo>
                      <a:pt x="231" y="77"/>
                      <a:pt x="232" y="77"/>
                      <a:pt x="232" y="77"/>
                    </a:cubicBezTo>
                    <a:cubicBezTo>
                      <a:pt x="262" y="98"/>
                      <a:pt x="262" y="98"/>
                      <a:pt x="238" y="126"/>
                    </a:cubicBezTo>
                    <a:cubicBezTo>
                      <a:pt x="214" y="153"/>
                      <a:pt x="190" y="181"/>
                      <a:pt x="167" y="209"/>
                    </a:cubicBezTo>
                    <a:cubicBezTo>
                      <a:pt x="145" y="233"/>
                      <a:pt x="122" y="251"/>
                      <a:pt x="86" y="245"/>
                    </a:cubicBezTo>
                    <a:cubicBezTo>
                      <a:pt x="30" y="236"/>
                      <a:pt x="0" y="169"/>
                      <a:pt x="35" y="125"/>
                    </a:cubicBezTo>
                    <a:cubicBezTo>
                      <a:pt x="67" y="84"/>
                      <a:pt x="102" y="46"/>
                      <a:pt x="135" y="7"/>
                    </a:cubicBezTo>
                    <a:cubicBezTo>
                      <a:pt x="140" y="1"/>
                      <a:pt x="145" y="0"/>
                      <a:pt x="151" y="6"/>
                    </a:cubicBezTo>
                    <a:cubicBezTo>
                      <a:pt x="174" y="24"/>
                      <a:pt x="174" y="23"/>
                      <a:pt x="155" y="45"/>
                    </a:cubicBezTo>
                    <a:cubicBezTo>
                      <a:pt x="127" y="78"/>
                      <a:pt x="99" y="111"/>
                      <a:pt x="71" y="144"/>
                    </a:cubicBezTo>
                    <a:cubicBezTo>
                      <a:pt x="56" y="161"/>
                      <a:pt x="52" y="179"/>
                      <a:pt x="62" y="193"/>
                    </a:cubicBezTo>
                    <a:cubicBezTo>
                      <a:pt x="78" y="216"/>
                      <a:pt x="101" y="218"/>
                      <a:pt x="121" y="197"/>
                    </a:cubicBezTo>
                    <a:cubicBezTo>
                      <a:pt x="139" y="179"/>
                      <a:pt x="156" y="158"/>
                      <a:pt x="173" y="139"/>
                    </a:cubicBezTo>
                    <a:cubicBezTo>
                      <a:pt x="192" y="118"/>
                      <a:pt x="210" y="96"/>
                      <a:pt x="228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1" name="Freeform 240"/>
              <p:cNvSpPr>
                <a:spLocks noEditPoints="1"/>
              </p:cNvSpPr>
              <p:nvPr/>
            </p:nvSpPr>
            <p:spPr bwMode="auto">
              <a:xfrm>
                <a:off x="15135225" y="3162300"/>
                <a:ext cx="811212" cy="596900"/>
              </a:xfrm>
              <a:custGeom>
                <a:avLst/>
                <a:gdLst>
                  <a:gd name="T0" fmla="*/ 236 w 257"/>
                  <a:gd name="T1" fmla="*/ 187 h 189"/>
                  <a:gd name="T2" fmla="*/ 26 w 257"/>
                  <a:gd name="T3" fmla="*/ 171 h 189"/>
                  <a:gd name="T4" fmla="*/ 9 w 257"/>
                  <a:gd name="T5" fmla="*/ 159 h 189"/>
                  <a:gd name="T6" fmla="*/ 6 w 257"/>
                  <a:gd name="T7" fmla="*/ 147 h 189"/>
                  <a:gd name="T8" fmla="*/ 18 w 257"/>
                  <a:gd name="T9" fmla="*/ 115 h 189"/>
                  <a:gd name="T10" fmla="*/ 193 w 257"/>
                  <a:gd name="T11" fmla="*/ 7 h 189"/>
                  <a:gd name="T12" fmla="*/ 210 w 257"/>
                  <a:gd name="T13" fmla="*/ 14 h 189"/>
                  <a:gd name="T14" fmla="*/ 192 w 257"/>
                  <a:gd name="T15" fmla="*/ 53 h 189"/>
                  <a:gd name="T16" fmla="*/ 173 w 257"/>
                  <a:gd name="T17" fmla="*/ 93 h 189"/>
                  <a:gd name="T18" fmla="*/ 184 w 257"/>
                  <a:gd name="T19" fmla="*/ 137 h 189"/>
                  <a:gd name="T20" fmla="*/ 197 w 257"/>
                  <a:gd name="T21" fmla="*/ 146 h 189"/>
                  <a:gd name="T22" fmla="*/ 233 w 257"/>
                  <a:gd name="T23" fmla="*/ 149 h 189"/>
                  <a:gd name="T24" fmla="*/ 251 w 257"/>
                  <a:gd name="T25" fmla="*/ 185 h 189"/>
                  <a:gd name="T26" fmla="*/ 236 w 257"/>
                  <a:gd name="T27" fmla="*/ 189 h 189"/>
                  <a:gd name="T28" fmla="*/ 236 w 257"/>
                  <a:gd name="T29" fmla="*/ 187 h 189"/>
                  <a:gd name="T30" fmla="*/ 46 w 257"/>
                  <a:gd name="T31" fmla="*/ 136 h 189"/>
                  <a:gd name="T32" fmla="*/ 47 w 257"/>
                  <a:gd name="T33" fmla="*/ 142 h 189"/>
                  <a:gd name="T34" fmla="*/ 154 w 257"/>
                  <a:gd name="T35" fmla="*/ 142 h 189"/>
                  <a:gd name="T36" fmla="*/ 141 w 257"/>
                  <a:gd name="T37" fmla="*/ 96 h 189"/>
                  <a:gd name="T38" fmla="*/ 129 w 257"/>
                  <a:gd name="T39" fmla="*/ 90 h 189"/>
                  <a:gd name="T40" fmla="*/ 46 w 257"/>
                  <a:gd name="T41" fmla="*/ 136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7" h="189">
                    <a:moveTo>
                      <a:pt x="236" y="187"/>
                    </a:moveTo>
                    <a:cubicBezTo>
                      <a:pt x="166" y="182"/>
                      <a:pt x="96" y="177"/>
                      <a:pt x="26" y="171"/>
                    </a:cubicBezTo>
                    <a:cubicBezTo>
                      <a:pt x="17" y="171"/>
                      <a:pt x="10" y="169"/>
                      <a:pt x="9" y="159"/>
                    </a:cubicBezTo>
                    <a:cubicBezTo>
                      <a:pt x="9" y="155"/>
                      <a:pt x="7" y="151"/>
                      <a:pt x="6" y="147"/>
                    </a:cubicBezTo>
                    <a:cubicBezTo>
                      <a:pt x="0" y="133"/>
                      <a:pt x="4" y="124"/>
                      <a:pt x="18" y="115"/>
                    </a:cubicBezTo>
                    <a:cubicBezTo>
                      <a:pt x="77" y="80"/>
                      <a:pt x="135" y="43"/>
                      <a:pt x="193" y="7"/>
                    </a:cubicBezTo>
                    <a:cubicBezTo>
                      <a:pt x="204" y="0"/>
                      <a:pt x="207" y="1"/>
                      <a:pt x="210" y="14"/>
                    </a:cubicBezTo>
                    <a:cubicBezTo>
                      <a:pt x="216" y="40"/>
                      <a:pt x="216" y="39"/>
                      <a:pt x="192" y="53"/>
                    </a:cubicBezTo>
                    <a:cubicBezTo>
                      <a:pt x="168" y="67"/>
                      <a:pt x="167" y="67"/>
                      <a:pt x="173" y="93"/>
                    </a:cubicBezTo>
                    <a:cubicBezTo>
                      <a:pt x="176" y="108"/>
                      <a:pt x="180" y="123"/>
                      <a:pt x="184" y="137"/>
                    </a:cubicBezTo>
                    <a:cubicBezTo>
                      <a:pt x="186" y="141"/>
                      <a:pt x="192" y="145"/>
                      <a:pt x="197" y="146"/>
                    </a:cubicBezTo>
                    <a:cubicBezTo>
                      <a:pt x="209" y="148"/>
                      <a:pt x="221" y="148"/>
                      <a:pt x="233" y="149"/>
                    </a:cubicBezTo>
                    <a:cubicBezTo>
                      <a:pt x="242" y="149"/>
                      <a:pt x="257" y="178"/>
                      <a:pt x="251" y="185"/>
                    </a:cubicBezTo>
                    <a:cubicBezTo>
                      <a:pt x="248" y="188"/>
                      <a:pt x="241" y="188"/>
                      <a:pt x="236" y="189"/>
                    </a:cubicBezTo>
                    <a:cubicBezTo>
                      <a:pt x="236" y="188"/>
                      <a:pt x="236" y="188"/>
                      <a:pt x="236" y="187"/>
                    </a:cubicBezTo>
                    <a:close/>
                    <a:moveTo>
                      <a:pt x="46" y="136"/>
                    </a:moveTo>
                    <a:cubicBezTo>
                      <a:pt x="46" y="138"/>
                      <a:pt x="47" y="140"/>
                      <a:pt x="47" y="142"/>
                    </a:cubicBezTo>
                    <a:cubicBezTo>
                      <a:pt x="82" y="142"/>
                      <a:pt x="117" y="142"/>
                      <a:pt x="154" y="142"/>
                    </a:cubicBezTo>
                    <a:cubicBezTo>
                      <a:pt x="150" y="126"/>
                      <a:pt x="146" y="111"/>
                      <a:pt x="141" y="96"/>
                    </a:cubicBezTo>
                    <a:cubicBezTo>
                      <a:pt x="140" y="93"/>
                      <a:pt x="132" y="89"/>
                      <a:pt x="129" y="90"/>
                    </a:cubicBezTo>
                    <a:cubicBezTo>
                      <a:pt x="101" y="105"/>
                      <a:pt x="73" y="121"/>
                      <a:pt x="46" y="1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Freeform 241"/>
              <p:cNvSpPr>
                <a:spLocks noEditPoints="1"/>
              </p:cNvSpPr>
              <p:nvPr/>
            </p:nvSpPr>
            <p:spPr bwMode="auto">
              <a:xfrm>
                <a:off x="20305713" y="-1604962"/>
                <a:ext cx="600075" cy="808038"/>
              </a:xfrm>
              <a:custGeom>
                <a:avLst/>
                <a:gdLst>
                  <a:gd name="T0" fmla="*/ 0 w 190"/>
                  <a:gd name="T1" fmla="*/ 192 h 256"/>
                  <a:gd name="T2" fmla="*/ 47 w 190"/>
                  <a:gd name="T3" fmla="*/ 130 h 256"/>
                  <a:gd name="T4" fmla="*/ 137 w 190"/>
                  <a:gd name="T5" fmla="*/ 12 h 256"/>
                  <a:gd name="T6" fmla="*/ 162 w 190"/>
                  <a:gd name="T7" fmla="*/ 5 h 256"/>
                  <a:gd name="T8" fmla="*/ 189 w 190"/>
                  <a:gd name="T9" fmla="*/ 45 h 256"/>
                  <a:gd name="T10" fmla="*/ 184 w 190"/>
                  <a:gd name="T11" fmla="*/ 240 h 256"/>
                  <a:gd name="T12" fmla="*/ 183 w 190"/>
                  <a:gd name="T13" fmla="*/ 256 h 256"/>
                  <a:gd name="T14" fmla="*/ 153 w 190"/>
                  <a:gd name="T15" fmla="*/ 244 h 256"/>
                  <a:gd name="T16" fmla="*/ 146 w 190"/>
                  <a:gd name="T17" fmla="*/ 233 h 256"/>
                  <a:gd name="T18" fmla="*/ 146 w 190"/>
                  <a:gd name="T19" fmla="*/ 222 h 256"/>
                  <a:gd name="T20" fmla="*/ 110 w 190"/>
                  <a:gd name="T21" fmla="*/ 172 h 256"/>
                  <a:gd name="T22" fmla="*/ 51 w 190"/>
                  <a:gd name="T23" fmla="*/ 187 h 256"/>
                  <a:gd name="T24" fmla="*/ 15 w 190"/>
                  <a:gd name="T25" fmla="*/ 197 h 256"/>
                  <a:gd name="T26" fmla="*/ 0 w 190"/>
                  <a:gd name="T27" fmla="*/ 192 h 256"/>
                  <a:gd name="T28" fmla="*/ 158 w 190"/>
                  <a:gd name="T29" fmla="*/ 46 h 256"/>
                  <a:gd name="T30" fmla="*/ 152 w 190"/>
                  <a:gd name="T31" fmla="*/ 45 h 256"/>
                  <a:gd name="T32" fmla="*/ 95 w 190"/>
                  <a:gd name="T33" fmla="*/ 124 h 256"/>
                  <a:gd name="T34" fmla="*/ 101 w 190"/>
                  <a:gd name="T35" fmla="*/ 135 h 256"/>
                  <a:gd name="T36" fmla="*/ 133 w 190"/>
                  <a:gd name="T37" fmla="*/ 148 h 256"/>
                  <a:gd name="T38" fmla="*/ 152 w 190"/>
                  <a:gd name="T39" fmla="*/ 135 h 256"/>
                  <a:gd name="T40" fmla="*/ 155 w 190"/>
                  <a:gd name="T41" fmla="*/ 74 h 256"/>
                  <a:gd name="T42" fmla="*/ 158 w 190"/>
                  <a:gd name="T43" fmla="*/ 4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0" h="256">
                    <a:moveTo>
                      <a:pt x="0" y="192"/>
                    </a:moveTo>
                    <a:cubicBezTo>
                      <a:pt x="16" y="170"/>
                      <a:pt x="32" y="150"/>
                      <a:pt x="47" y="130"/>
                    </a:cubicBezTo>
                    <a:cubicBezTo>
                      <a:pt x="77" y="90"/>
                      <a:pt x="108" y="52"/>
                      <a:pt x="137" y="12"/>
                    </a:cubicBezTo>
                    <a:cubicBezTo>
                      <a:pt x="145" y="2"/>
                      <a:pt x="151" y="0"/>
                      <a:pt x="162" y="5"/>
                    </a:cubicBezTo>
                    <a:cubicBezTo>
                      <a:pt x="189" y="16"/>
                      <a:pt x="190" y="16"/>
                      <a:pt x="189" y="45"/>
                    </a:cubicBezTo>
                    <a:cubicBezTo>
                      <a:pt x="188" y="110"/>
                      <a:pt x="186" y="175"/>
                      <a:pt x="184" y="240"/>
                    </a:cubicBezTo>
                    <a:cubicBezTo>
                      <a:pt x="184" y="244"/>
                      <a:pt x="184" y="248"/>
                      <a:pt x="183" y="256"/>
                    </a:cubicBezTo>
                    <a:cubicBezTo>
                      <a:pt x="172" y="252"/>
                      <a:pt x="162" y="249"/>
                      <a:pt x="153" y="244"/>
                    </a:cubicBezTo>
                    <a:cubicBezTo>
                      <a:pt x="149" y="243"/>
                      <a:pt x="147" y="237"/>
                      <a:pt x="146" y="233"/>
                    </a:cubicBezTo>
                    <a:cubicBezTo>
                      <a:pt x="145" y="230"/>
                      <a:pt x="146" y="226"/>
                      <a:pt x="146" y="222"/>
                    </a:cubicBezTo>
                    <a:cubicBezTo>
                      <a:pt x="147" y="175"/>
                      <a:pt x="156" y="188"/>
                      <a:pt x="110" y="172"/>
                    </a:cubicBezTo>
                    <a:cubicBezTo>
                      <a:pt x="68" y="157"/>
                      <a:pt x="75" y="152"/>
                      <a:pt x="51" y="187"/>
                    </a:cubicBezTo>
                    <a:cubicBezTo>
                      <a:pt x="37" y="206"/>
                      <a:pt x="37" y="205"/>
                      <a:pt x="15" y="197"/>
                    </a:cubicBezTo>
                    <a:cubicBezTo>
                      <a:pt x="11" y="196"/>
                      <a:pt x="7" y="195"/>
                      <a:pt x="0" y="192"/>
                    </a:cubicBezTo>
                    <a:close/>
                    <a:moveTo>
                      <a:pt x="158" y="46"/>
                    </a:moveTo>
                    <a:cubicBezTo>
                      <a:pt x="156" y="46"/>
                      <a:pt x="154" y="45"/>
                      <a:pt x="152" y="45"/>
                    </a:cubicBezTo>
                    <a:cubicBezTo>
                      <a:pt x="133" y="71"/>
                      <a:pt x="114" y="97"/>
                      <a:pt x="95" y="124"/>
                    </a:cubicBezTo>
                    <a:cubicBezTo>
                      <a:pt x="94" y="126"/>
                      <a:pt x="98" y="134"/>
                      <a:pt x="101" y="135"/>
                    </a:cubicBezTo>
                    <a:cubicBezTo>
                      <a:pt x="111" y="140"/>
                      <a:pt x="123" y="144"/>
                      <a:pt x="133" y="148"/>
                    </a:cubicBezTo>
                    <a:cubicBezTo>
                      <a:pt x="147" y="153"/>
                      <a:pt x="151" y="150"/>
                      <a:pt x="152" y="135"/>
                    </a:cubicBezTo>
                    <a:cubicBezTo>
                      <a:pt x="153" y="115"/>
                      <a:pt x="154" y="94"/>
                      <a:pt x="155" y="74"/>
                    </a:cubicBezTo>
                    <a:cubicBezTo>
                      <a:pt x="156" y="65"/>
                      <a:pt x="157" y="56"/>
                      <a:pt x="158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3" name="Freeform 242"/>
              <p:cNvSpPr>
                <a:spLocks noEditPoints="1"/>
              </p:cNvSpPr>
              <p:nvPr/>
            </p:nvSpPr>
            <p:spPr bwMode="auto">
              <a:xfrm>
                <a:off x="16579850" y="-893762"/>
                <a:ext cx="749300" cy="814388"/>
              </a:xfrm>
              <a:custGeom>
                <a:avLst/>
                <a:gdLst>
                  <a:gd name="T0" fmla="*/ 85 w 237"/>
                  <a:gd name="T1" fmla="*/ 258 h 258"/>
                  <a:gd name="T2" fmla="*/ 66 w 237"/>
                  <a:gd name="T3" fmla="*/ 208 h 258"/>
                  <a:gd name="T4" fmla="*/ 4 w 237"/>
                  <a:gd name="T5" fmla="*/ 46 h 258"/>
                  <a:gd name="T6" fmla="*/ 10 w 237"/>
                  <a:gd name="T7" fmla="*/ 23 h 258"/>
                  <a:gd name="T8" fmla="*/ 60 w 237"/>
                  <a:gd name="T9" fmla="*/ 21 h 258"/>
                  <a:gd name="T10" fmla="*/ 218 w 237"/>
                  <a:gd name="T11" fmla="*/ 122 h 258"/>
                  <a:gd name="T12" fmla="*/ 220 w 237"/>
                  <a:gd name="T13" fmla="*/ 149 h 258"/>
                  <a:gd name="T14" fmla="*/ 190 w 237"/>
                  <a:gd name="T15" fmla="*/ 152 h 258"/>
                  <a:gd name="T16" fmla="*/ 125 w 237"/>
                  <a:gd name="T17" fmla="*/ 155 h 258"/>
                  <a:gd name="T18" fmla="*/ 109 w 237"/>
                  <a:gd name="T19" fmla="*/ 215 h 258"/>
                  <a:gd name="T20" fmla="*/ 100 w 237"/>
                  <a:gd name="T21" fmla="*/ 247 h 258"/>
                  <a:gd name="T22" fmla="*/ 85 w 237"/>
                  <a:gd name="T23" fmla="*/ 258 h 258"/>
                  <a:gd name="T24" fmla="*/ 43 w 237"/>
                  <a:gd name="T25" fmla="*/ 49 h 258"/>
                  <a:gd name="T26" fmla="*/ 40 w 237"/>
                  <a:gd name="T27" fmla="*/ 53 h 258"/>
                  <a:gd name="T28" fmla="*/ 75 w 237"/>
                  <a:gd name="T29" fmla="*/ 137 h 258"/>
                  <a:gd name="T30" fmla="*/ 93 w 237"/>
                  <a:gd name="T31" fmla="*/ 141 h 258"/>
                  <a:gd name="T32" fmla="*/ 119 w 237"/>
                  <a:gd name="T33" fmla="*/ 119 h 258"/>
                  <a:gd name="T34" fmla="*/ 118 w 237"/>
                  <a:gd name="T35" fmla="*/ 101 h 258"/>
                  <a:gd name="T36" fmla="*/ 60 w 237"/>
                  <a:gd name="T37" fmla="*/ 59 h 258"/>
                  <a:gd name="T38" fmla="*/ 43 w 237"/>
                  <a:gd name="T39" fmla="*/ 49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37" h="258">
                    <a:moveTo>
                      <a:pt x="85" y="258"/>
                    </a:moveTo>
                    <a:cubicBezTo>
                      <a:pt x="78" y="240"/>
                      <a:pt x="72" y="224"/>
                      <a:pt x="66" y="208"/>
                    </a:cubicBezTo>
                    <a:cubicBezTo>
                      <a:pt x="45" y="154"/>
                      <a:pt x="25" y="100"/>
                      <a:pt x="4" y="46"/>
                    </a:cubicBezTo>
                    <a:cubicBezTo>
                      <a:pt x="0" y="37"/>
                      <a:pt x="1" y="30"/>
                      <a:pt x="10" y="23"/>
                    </a:cubicBezTo>
                    <a:cubicBezTo>
                      <a:pt x="40" y="0"/>
                      <a:pt x="29" y="1"/>
                      <a:pt x="60" y="21"/>
                    </a:cubicBezTo>
                    <a:cubicBezTo>
                      <a:pt x="113" y="54"/>
                      <a:pt x="165" y="88"/>
                      <a:pt x="218" y="122"/>
                    </a:cubicBezTo>
                    <a:cubicBezTo>
                      <a:pt x="237" y="134"/>
                      <a:pt x="237" y="134"/>
                      <a:pt x="220" y="149"/>
                    </a:cubicBezTo>
                    <a:cubicBezTo>
                      <a:pt x="210" y="158"/>
                      <a:pt x="203" y="161"/>
                      <a:pt x="190" y="152"/>
                    </a:cubicBezTo>
                    <a:cubicBezTo>
                      <a:pt x="157" y="128"/>
                      <a:pt x="156" y="128"/>
                      <a:pt x="125" y="155"/>
                    </a:cubicBezTo>
                    <a:cubicBezTo>
                      <a:pt x="88" y="186"/>
                      <a:pt x="90" y="170"/>
                      <a:pt x="109" y="215"/>
                    </a:cubicBezTo>
                    <a:cubicBezTo>
                      <a:pt x="116" y="231"/>
                      <a:pt x="114" y="239"/>
                      <a:pt x="100" y="247"/>
                    </a:cubicBezTo>
                    <a:cubicBezTo>
                      <a:pt x="96" y="250"/>
                      <a:pt x="91" y="253"/>
                      <a:pt x="85" y="258"/>
                    </a:cubicBezTo>
                    <a:close/>
                    <a:moveTo>
                      <a:pt x="43" y="49"/>
                    </a:moveTo>
                    <a:cubicBezTo>
                      <a:pt x="42" y="50"/>
                      <a:pt x="41" y="51"/>
                      <a:pt x="40" y="53"/>
                    </a:cubicBezTo>
                    <a:cubicBezTo>
                      <a:pt x="52" y="81"/>
                      <a:pt x="64" y="109"/>
                      <a:pt x="75" y="137"/>
                    </a:cubicBezTo>
                    <a:cubicBezTo>
                      <a:pt x="80" y="148"/>
                      <a:pt x="85" y="148"/>
                      <a:pt x="93" y="141"/>
                    </a:cubicBezTo>
                    <a:cubicBezTo>
                      <a:pt x="102" y="134"/>
                      <a:pt x="110" y="126"/>
                      <a:pt x="119" y="119"/>
                    </a:cubicBezTo>
                    <a:cubicBezTo>
                      <a:pt x="129" y="112"/>
                      <a:pt x="127" y="107"/>
                      <a:pt x="118" y="101"/>
                    </a:cubicBezTo>
                    <a:cubicBezTo>
                      <a:pt x="99" y="87"/>
                      <a:pt x="79" y="73"/>
                      <a:pt x="60" y="59"/>
                    </a:cubicBezTo>
                    <a:cubicBezTo>
                      <a:pt x="55" y="56"/>
                      <a:pt x="49" y="52"/>
                      <a:pt x="43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Freeform 243"/>
              <p:cNvSpPr/>
              <p:nvPr/>
            </p:nvSpPr>
            <p:spPr bwMode="auto">
              <a:xfrm>
                <a:off x="19727863" y="6446838"/>
                <a:ext cx="935037" cy="663575"/>
              </a:xfrm>
              <a:custGeom>
                <a:avLst/>
                <a:gdLst>
                  <a:gd name="T0" fmla="*/ 26 w 296"/>
                  <a:gd name="T1" fmla="*/ 77 h 210"/>
                  <a:gd name="T2" fmla="*/ 3 w 296"/>
                  <a:gd name="T3" fmla="*/ 94 h 210"/>
                  <a:gd name="T4" fmla="*/ 0 w 296"/>
                  <a:gd name="T5" fmla="*/ 91 h 210"/>
                  <a:gd name="T6" fmla="*/ 4 w 296"/>
                  <a:gd name="T7" fmla="*/ 81 h 210"/>
                  <a:gd name="T8" fmla="*/ 64 w 296"/>
                  <a:gd name="T9" fmla="*/ 10 h 210"/>
                  <a:gd name="T10" fmla="*/ 94 w 296"/>
                  <a:gd name="T11" fmla="*/ 11 h 210"/>
                  <a:gd name="T12" fmla="*/ 95 w 296"/>
                  <a:gd name="T13" fmla="*/ 28 h 210"/>
                  <a:gd name="T14" fmla="*/ 76 w 296"/>
                  <a:gd name="T15" fmla="*/ 41 h 210"/>
                  <a:gd name="T16" fmla="*/ 45 w 296"/>
                  <a:gd name="T17" fmla="*/ 81 h 210"/>
                  <a:gd name="T18" fmla="*/ 43 w 296"/>
                  <a:gd name="T19" fmla="*/ 97 h 210"/>
                  <a:gd name="T20" fmla="*/ 48 w 296"/>
                  <a:gd name="T21" fmla="*/ 109 h 210"/>
                  <a:gd name="T22" fmla="*/ 54 w 296"/>
                  <a:gd name="T23" fmla="*/ 99 h 210"/>
                  <a:gd name="T24" fmla="*/ 60 w 296"/>
                  <a:gd name="T25" fmla="*/ 68 h 210"/>
                  <a:gd name="T26" fmla="*/ 73 w 296"/>
                  <a:gd name="T27" fmla="*/ 61 h 210"/>
                  <a:gd name="T28" fmla="*/ 104 w 296"/>
                  <a:gd name="T29" fmla="*/ 50 h 210"/>
                  <a:gd name="T30" fmla="*/ 161 w 296"/>
                  <a:gd name="T31" fmla="*/ 8 h 210"/>
                  <a:gd name="T32" fmla="*/ 191 w 296"/>
                  <a:gd name="T33" fmla="*/ 12 h 210"/>
                  <a:gd name="T34" fmla="*/ 197 w 296"/>
                  <a:gd name="T35" fmla="*/ 41 h 210"/>
                  <a:gd name="T36" fmla="*/ 192 w 296"/>
                  <a:gd name="T37" fmla="*/ 61 h 210"/>
                  <a:gd name="T38" fmla="*/ 182 w 296"/>
                  <a:gd name="T39" fmla="*/ 73 h 210"/>
                  <a:gd name="T40" fmla="*/ 165 w 296"/>
                  <a:gd name="T41" fmla="*/ 94 h 210"/>
                  <a:gd name="T42" fmla="*/ 190 w 296"/>
                  <a:gd name="T43" fmla="*/ 118 h 210"/>
                  <a:gd name="T44" fmla="*/ 196 w 296"/>
                  <a:gd name="T45" fmla="*/ 117 h 210"/>
                  <a:gd name="T46" fmla="*/ 256 w 296"/>
                  <a:gd name="T47" fmla="*/ 83 h 210"/>
                  <a:gd name="T48" fmla="*/ 266 w 296"/>
                  <a:gd name="T49" fmla="*/ 56 h 210"/>
                  <a:gd name="T50" fmla="*/ 275 w 296"/>
                  <a:gd name="T51" fmla="*/ 37 h 210"/>
                  <a:gd name="T52" fmla="*/ 289 w 296"/>
                  <a:gd name="T53" fmla="*/ 53 h 210"/>
                  <a:gd name="T54" fmla="*/ 281 w 296"/>
                  <a:gd name="T55" fmla="*/ 100 h 210"/>
                  <a:gd name="T56" fmla="*/ 198 w 296"/>
                  <a:gd name="T57" fmla="*/ 143 h 210"/>
                  <a:gd name="T58" fmla="*/ 143 w 296"/>
                  <a:gd name="T59" fmla="*/ 113 h 210"/>
                  <a:gd name="T60" fmla="*/ 144 w 296"/>
                  <a:gd name="T61" fmla="*/ 55 h 210"/>
                  <a:gd name="T62" fmla="*/ 155 w 296"/>
                  <a:gd name="T63" fmla="*/ 39 h 210"/>
                  <a:gd name="T64" fmla="*/ 172 w 296"/>
                  <a:gd name="T65" fmla="*/ 34 h 210"/>
                  <a:gd name="T66" fmla="*/ 183 w 296"/>
                  <a:gd name="T67" fmla="*/ 36 h 210"/>
                  <a:gd name="T68" fmla="*/ 183 w 296"/>
                  <a:gd name="T69" fmla="*/ 29 h 210"/>
                  <a:gd name="T70" fmla="*/ 173 w 296"/>
                  <a:gd name="T71" fmla="*/ 22 h 210"/>
                  <a:gd name="T72" fmla="*/ 149 w 296"/>
                  <a:gd name="T73" fmla="*/ 34 h 210"/>
                  <a:gd name="T74" fmla="*/ 105 w 296"/>
                  <a:gd name="T75" fmla="*/ 74 h 210"/>
                  <a:gd name="T76" fmla="*/ 70 w 296"/>
                  <a:gd name="T77" fmla="*/ 156 h 210"/>
                  <a:gd name="T78" fmla="*/ 68 w 296"/>
                  <a:gd name="T79" fmla="*/ 189 h 210"/>
                  <a:gd name="T80" fmla="*/ 54 w 296"/>
                  <a:gd name="T81" fmla="*/ 210 h 210"/>
                  <a:gd name="T82" fmla="*/ 34 w 296"/>
                  <a:gd name="T83" fmla="*/ 194 h 210"/>
                  <a:gd name="T84" fmla="*/ 46 w 296"/>
                  <a:gd name="T85" fmla="*/ 170 h 210"/>
                  <a:gd name="T86" fmla="*/ 50 w 296"/>
                  <a:gd name="T87" fmla="*/ 154 h 210"/>
                  <a:gd name="T88" fmla="*/ 28 w 296"/>
                  <a:gd name="T89" fmla="*/ 84 h 210"/>
                  <a:gd name="T90" fmla="*/ 28 w 296"/>
                  <a:gd name="T91" fmla="*/ 81 h 210"/>
                  <a:gd name="T92" fmla="*/ 26 w 296"/>
                  <a:gd name="T93" fmla="*/ 77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96" h="210">
                    <a:moveTo>
                      <a:pt x="26" y="77"/>
                    </a:moveTo>
                    <a:cubicBezTo>
                      <a:pt x="18" y="83"/>
                      <a:pt x="11" y="88"/>
                      <a:pt x="3" y="94"/>
                    </a:cubicBezTo>
                    <a:cubicBezTo>
                      <a:pt x="2" y="93"/>
                      <a:pt x="1" y="92"/>
                      <a:pt x="0" y="91"/>
                    </a:cubicBezTo>
                    <a:cubicBezTo>
                      <a:pt x="1" y="87"/>
                      <a:pt x="2" y="83"/>
                      <a:pt x="4" y="81"/>
                    </a:cubicBezTo>
                    <a:cubicBezTo>
                      <a:pt x="24" y="57"/>
                      <a:pt x="43" y="33"/>
                      <a:pt x="64" y="10"/>
                    </a:cubicBezTo>
                    <a:cubicBezTo>
                      <a:pt x="74" y="0"/>
                      <a:pt x="83" y="1"/>
                      <a:pt x="94" y="11"/>
                    </a:cubicBezTo>
                    <a:cubicBezTo>
                      <a:pt x="101" y="16"/>
                      <a:pt x="102" y="23"/>
                      <a:pt x="95" y="28"/>
                    </a:cubicBezTo>
                    <a:cubicBezTo>
                      <a:pt x="89" y="33"/>
                      <a:pt x="83" y="39"/>
                      <a:pt x="76" y="41"/>
                    </a:cubicBezTo>
                    <a:cubicBezTo>
                      <a:pt x="57" y="48"/>
                      <a:pt x="45" y="59"/>
                      <a:pt x="45" y="81"/>
                    </a:cubicBezTo>
                    <a:cubicBezTo>
                      <a:pt x="46" y="86"/>
                      <a:pt x="43" y="91"/>
                      <a:pt x="43" y="97"/>
                    </a:cubicBezTo>
                    <a:cubicBezTo>
                      <a:pt x="43" y="101"/>
                      <a:pt x="46" y="105"/>
                      <a:pt x="48" y="109"/>
                    </a:cubicBezTo>
                    <a:cubicBezTo>
                      <a:pt x="50" y="106"/>
                      <a:pt x="53" y="103"/>
                      <a:pt x="54" y="99"/>
                    </a:cubicBezTo>
                    <a:cubicBezTo>
                      <a:pt x="57" y="89"/>
                      <a:pt x="57" y="78"/>
                      <a:pt x="60" y="68"/>
                    </a:cubicBezTo>
                    <a:cubicBezTo>
                      <a:pt x="61" y="65"/>
                      <a:pt x="69" y="61"/>
                      <a:pt x="73" y="61"/>
                    </a:cubicBezTo>
                    <a:cubicBezTo>
                      <a:pt x="86" y="64"/>
                      <a:pt x="94" y="58"/>
                      <a:pt x="104" y="50"/>
                    </a:cubicBezTo>
                    <a:cubicBezTo>
                      <a:pt x="122" y="36"/>
                      <a:pt x="141" y="21"/>
                      <a:pt x="161" y="8"/>
                    </a:cubicBezTo>
                    <a:cubicBezTo>
                      <a:pt x="171" y="1"/>
                      <a:pt x="182" y="4"/>
                      <a:pt x="191" y="12"/>
                    </a:cubicBezTo>
                    <a:cubicBezTo>
                      <a:pt x="200" y="21"/>
                      <a:pt x="201" y="31"/>
                      <a:pt x="197" y="41"/>
                    </a:cubicBezTo>
                    <a:cubicBezTo>
                      <a:pt x="195" y="48"/>
                      <a:pt x="195" y="55"/>
                      <a:pt x="192" y="61"/>
                    </a:cubicBezTo>
                    <a:cubicBezTo>
                      <a:pt x="190" y="66"/>
                      <a:pt x="185" y="73"/>
                      <a:pt x="182" y="73"/>
                    </a:cubicBezTo>
                    <a:cubicBezTo>
                      <a:pt x="166" y="72"/>
                      <a:pt x="164" y="82"/>
                      <a:pt x="165" y="94"/>
                    </a:cubicBezTo>
                    <a:cubicBezTo>
                      <a:pt x="167" y="109"/>
                      <a:pt x="177" y="118"/>
                      <a:pt x="190" y="118"/>
                    </a:cubicBezTo>
                    <a:cubicBezTo>
                      <a:pt x="192" y="118"/>
                      <a:pt x="194" y="118"/>
                      <a:pt x="196" y="117"/>
                    </a:cubicBezTo>
                    <a:cubicBezTo>
                      <a:pt x="218" y="110"/>
                      <a:pt x="241" y="102"/>
                      <a:pt x="256" y="83"/>
                    </a:cubicBezTo>
                    <a:cubicBezTo>
                      <a:pt x="262" y="76"/>
                      <a:pt x="262" y="65"/>
                      <a:pt x="266" y="56"/>
                    </a:cubicBezTo>
                    <a:cubicBezTo>
                      <a:pt x="268" y="49"/>
                      <a:pt x="272" y="44"/>
                      <a:pt x="275" y="37"/>
                    </a:cubicBezTo>
                    <a:cubicBezTo>
                      <a:pt x="280" y="42"/>
                      <a:pt x="287" y="47"/>
                      <a:pt x="289" y="53"/>
                    </a:cubicBezTo>
                    <a:cubicBezTo>
                      <a:pt x="296" y="70"/>
                      <a:pt x="293" y="86"/>
                      <a:pt x="281" y="100"/>
                    </a:cubicBezTo>
                    <a:cubicBezTo>
                      <a:pt x="259" y="125"/>
                      <a:pt x="231" y="141"/>
                      <a:pt x="198" y="143"/>
                    </a:cubicBezTo>
                    <a:cubicBezTo>
                      <a:pt x="174" y="145"/>
                      <a:pt x="156" y="132"/>
                      <a:pt x="143" y="113"/>
                    </a:cubicBezTo>
                    <a:cubicBezTo>
                      <a:pt x="130" y="95"/>
                      <a:pt x="131" y="74"/>
                      <a:pt x="144" y="55"/>
                    </a:cubicBezTo>
                    <a:cubicBezTo>
                      <a:pt x="147" y="50"/>
                      <a:pt x="150" y="43"/>
                      <a:pt x="155" y="39"/>
                    </a:cubicBezTo>
                    <a:cubicBezTo>
                      <a:pt x="159" y="36"/>
                      <a:pt x="166" y="35"/>
                      <a:pt x="172" y="34"/>
                    </a:cubicBezTo>
                    <a:cubicBezTo>
                      <a:pt x="176" y="33"/>
                      <a:pt x="179" y="35"/>
                      <a:pt x="183" y="36"/>
                    </a:cubicBezTo>
                    <a:cubicBezTo>
                      <a:pt x="183" y="33"/>
                      <a:pt x="184" y="30"/>
                      <a:pt x="183" y="29"/>
                    </a:cubicBezTo>
                    <a:cubicBezTo>
                      <a:pt x="180" y="26"/>
                      <a:pt x="175" y="22"/>
                      <a:pt x="173" y="22"/>
                    </a:cubicBezTo>
                    <a:cubicBezTo>
                      <a:pt x="164" y="25"/>
                      <a:pt x="156" y="28"/>
                      <a:pt x="149" y="34"/>
                    </a:cubicBezTo>
                    <a:cubicBezTo>
                      <a:pt x="134" y="46"/>
                      <a:pt x="120" y="61"/>
                      <a:pt x="105" y="74"/>
                    </a:cubicBezTo>
                    <a:cubicBezTo>
                      <a:pt x="79" y="96"/>
                      <a:pt x="68" y="123"/>
                      <a:pt x="70" y="156"/>
                    </a:cubicBezTo>
                    <a:cubicBezTo>
                      <a:pt x="71" y="167"/>
                      <a:pt x="70" y="178"/>
                      <a:pt x="68" y="189"/>
                    </a:cubicBezTo>
                    <a:cubicBezTo>
                      <a:pt x="66" y="196"/>
                      <a:pt x="59" y="203"/>
                      <a:pt x="54" y="210"/>
                    </a:cubicBezTo>
                    <a:cubicBezTo>
                      <a:pt x="47" y="204"/>
                      <a:pt x="36" y="201"/>
                      <a:pt x="34" y="194"/>
                    </a:cubicBezTo>
                    <a:cubicBezTo>
                      <a:pt x="30" y="185"/>
                      <a:pt x="32" y="174"/>
                      <a:pt x="46" y="170"/>
                    </a:cubicBezTo>
                    <a:cubicBezTo>
                      <a:pt x="56" y="167"/>
                      <a:pt x="57" y="162"/>
                      <a:pt x="50" y="154"/>
                    </a:cubicBezTo>
                    <a:cubicBezTo>
                      <a:pt x="31" y="135"/>
                      <a:pt x="12" y="115"/>
                      <a:pt x="28" y="84"/>
                    </a:cubicBezTo>
                    <a:cubicBezTo>
                      <a:pt x="29" y="84"/>
                      <a:pt x="28" y="82"/>
                      <a:pt x="28" y="81"/>
                    </a:cubicBezTo>
                    <a:cubicBezTo>
                      <a:pt x="28" y="81"/>
                      <a:pt x="27" y="80"/>
                      <a:pt x="26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5" name="Freeform 244"/>
              <p:cNvSpPr>
                <a:spLocks noEditPoints="1"/>
              </p:cNvSpPr>
              <p:nvPr/>
            </p:nvSpPr>
            <p:spPr bwMode="auto">
              <a:xfrm>
                <a:off x="21994813" y="4781550"/>
                <a:ext cx="644525" cy="865188"/>
              </a:xfrm>
              <a:custGeom>
                <a:avLst/>
                <a:gdLst>
                  <a:gd name="T0" fmla="*/ 175 w 204"/>
                  <a:gd name="T1" fmla="*/ 81 h 274"/>
                  <a:gd name="T2" fmla="*/ 150 w 204"/>
                  <a:gd name="T3" fmla="*/ 103 h 274"/>
                  <a:gd name="T4" fmla="*/ 69 w 204"/>
                  <a:gd name="T5" fmla="*/ 223 h 274"/>
                  <a:gd name="T6" fmla="*/ 77 w 204"/>
                  <a:gd name="T7" fmla="*/ 252 h 274"/>
                  <a:gd name="T8" fmla="*/ 86 w 204"/>
                  <a:gd name="T9" fmla="*/ 271 h 274"/>
                  <a:gd name="T10" fmla="*/ 63 w 204"/>
                  <a:gd name="T11" fmla="*/ 266 h 274"/>
                  <a:gd name="T12" fmla="*/ 36 w 204"/>
                  <a:gd name="T13" fmla="*/ 224 h 274"/>
                  <a:gd name="T14" fmla="*/ 36 w 204"/>
                  <a:gd name="T15" fmla="*/ 214 h 274"/>
                  <a:gd name="T16" fmla="*/ 31 w 204"/>
                  <a:gd name="T17" fmla="*/ 183 h 274"/>
                  <a:gd name="T18" fmla="*/ 2 w 204"/>
                  <a:gd name="T19" fmla="*/ 136 h 274"/>
                  <a:gd name="T20" fmla="*/ 1 w 204"/>
                  <a:gd name="T21" fmla="*/ 122 h 274"/>
                  <a:gd name="T22" fmla="*/ 9 w 204"/>
                  <a:gd name="T23" fmla="*/ 83 h 274"/>
                  <a:gd name="T24" fmla="*/ 17 w 204"/>
                  <a:gd name="T25" fmla="*/ 76 h 274"/>
                  <a:gd name="T26" fmla="*/ 30 w 204"/>
                  <a:gd name="T27" fmla="*/ 63 h 274"/>
                  <a:gd name="T28" fmla="*/ 31 w 204"/>
                  <a:gd name="T29" fmla="*/ 52 h 274"/>
                  <a:gd name="T30" fmla="*/ 39 w 204"/>
                  <a:gd name="T31" fmla="*/ 42 h 274"/>
                  <a:gd name="T32" fmla="*/ 47 w 204"/>
                  <a:gd name="T33" fmla="*/ 51 h 274"/>
                  <a:gd name="T34" fmla="*/ 64 w 204"/>
                  <a:gd name="T35" fmla="*/ 69 h 274"/>
                  <a:gd name="T36" fmla="*/ 72 w 204"/>
                  <a:gd name="T37" fmla="*/ 42 h 274"/>
                  <a:gd name="T38" fmla="*/ 81 w 204"/>
                  <a:gd name="T39" fmla="*/ 5 h 274"/>
                  <a:gd name="T40" fmla="*/ 123 w 204"/>
                  <a:gd name="T41" fmla="*/ 27 h 274"/>
                  <a:gd name="T42" fmla="*/ 134 w 204"/>
                  <a:gd name="T43" fmla="*/ 65 h 274"/>
                  <a:gd name="T44" fmla="*/ 140 w 204"/>
                  <a:gd name="T45" fmla="*/ 78 h 274"/>
                  <a:gd name="T46" fmla="*/ 151 w 204"/>
                  <a:gd name="T47" fmla="*/ 71 h 274"/>
                  <a:gd name="T48" fmla="*/ 166 w 204"/>
                  <a:gd name="T49" fmla="*/ 55 h 274"/>
                  <a:gd name="T50" fmla="*/ 192 w 204"/>
                  <a:gd name="T51" fmla="*/ 49 h 274"/>
                  <a:gd name="T52" fmla="*/ 203 w 204"/>
                  <a:gd name="T53" fmla="*/ 70 h 274"/>
                  <a:gd name="T54" fmla="*/ 175 w 204"/>
                  <a:gd name="T55" fmla="*/ 81 h 274"/>
                  <a:gd name="T56" fmla="*/ 100 w 204"/>
                  <a:gd name="T57" fmla="*/ 59 h 274"/>
                  <a:gd name="T58" fmla="*/ 108 w 204"/>
                  <a:gd name="T59" fmla="*/ 57 h 274"/>
                  <a:gd name="T60" fmla="*/ 116 w 204"/>
                  <a:gd name="T61" fmla="*/ 45 h 274"/>
                  <a:gd name="T62" fmla="*/ 98 w 204"/>
                  <a:gd name="T63" fmla="*/ 29 h 274"/>
                  <a:gd name="T64" fmla="*/ 87 w 204"/>
                  <a:gd name="T65" fmla="*/ 37 h 274"/>
                  <a:gd name="T66" fmla="*/ 94 w 204"/>
                  <a:gd name="T67" fmla="*/ 82 h 274"/>
                  <a:gd name="T68" fmla="*/ 104 w 204"/>
                  <a:gd name="T69" fmla="*/ 102 h 274"/>
                  <a:gd name="T70" fmla="*/ 113 w 204"/>
                  <a:gd name="T71" fmla="*/ 112 h 274"/>
                  <a:gd name="T72" fmla="*/ 121 w 204"/>
                  <a:gd name="T73" fmla="*/ 107 h 274"/>
                  <a:gd name="T74" fmla="*/ 118 w 204"/>
                  <a:gd name="T75" fmla="*/ 95 h 274"/>
                  <a:gd name="T76" fmla="*/ 100 w 204"/>
                  <a:gd name="T77" fmla="*/ 59 h 274"/>
                  <a:gd name="T78" fmla="*/ 56 w 204"/>
                  <a:gd name="T79" fmla="*/ 185 h 274"/>
                  <a:gd name="T80" fmla="*/ 61 w 204"/>
                  <a:gd name="T81" fmla="*/ 184 h 274"/>
                  <a:gd name="T82" fmla="*/ 61 w 204"/>
                  <a:gd name="T83" fmla="*/ 175 h 274"/>
                  <a:gd name="T84" fmla="*/ 35 w 204"/>
                  <a:gd name="T85" fmla="*/ 135 h 274"/>
                  <a:gd name="T86" fmla="*/ 24 w 204"/>
                  <a:gd name="T87" fmla="*/ 139 h 274"/>
                  <a:gd name="T88" fmla="*/ 29 w 204"/>
                  <a:gd name="T89" fmla="*/ 156 h 274"/>
                  <a:gd name="T90" fmla="*/ 56 w 204"/>
                  <a:gd name="T91" fmla="*/ 185 h 274"/>
                  <a:gd name="T92" fmla="*/ 59 w 204"/>
                  <a:gd name="T93" fmla="*/ 100 h 274"/>
                  <a:gd name="T94" fmla="*/ 61 w 204"/>
                  <a:gd name="T95" fmla="*/ 140 h 274"/>
                  <a:gd name="T96" fmla="*/ 67 w 204"/>
                  <a:gd name="T97" fmla="*/ 141 h 274"/>
                  <a:gd name="T98" fmla="*/ 71 w 204"/>
                  <a:gd name="T99" fmla="*/ 133 h 274"/>
                  <a:gd name="T100" fmla="*/ 59 w 204"/>
                  <a:gd name="T101" fmla="*/ 100 h 274"/>
                  <a:gd name="T102" fmla="*/ 77 w 204"/>
                  <a:gd name="T103" fmla="*/ 117 h 274"/>
                  <a:gd name="T104" fmla="*/ 91 w 204"/>
                  <a:gd name="T105" fmla="*/ 131 h 274"/>
                  <a:gd name="T106" fmla="*/ 96 w 204"/>
                  <a:gd name="T107" fmla="*/ 122 h 274"/>
                  <a:gd name="T108" fmla="*/ 85 w 204"/>
                  <a:gd name="T109" fmla="*/ 107 h 274"/>
                  <a:gd name="T110" fmla="*/ 77 w 204"/>
                  <a:gd name="T111" fmla="*/ 117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04" h="274">
                    <a:moveTo>
                      <a:pt x="175" y="81"/>
                    </a:moveTo>
                    <a:cubicBezTo>
                      <a:pt x="167" y="88"/>
                      <a:pt x="156" y="94"/>
                      <a:pt x="150" y="103"/>
                    </a:cubicBezTo>
                    <a:cubicBezTo>
                      <a:pt x="122" y="142"/>
                      <a:pt x="96" y="183"/>
                      <a:pt x="69" y="223"/>
                    </a:cubicBezTo>
                    <a:cubicBezTo>
                      <a:pt x="62" y="235"/>
                      <a:pt x="69" y="244"/>
                      <a:pt x="77" y="252"/>
                    </a:cubicBezTo>
                    <a:cubicBezTo>
                      <a:pt x="83" y="257"/>
                      <a:pt x="96" y="261"/>
                      <a:pt x="86" y="271"/>
                    </a:cubicBezTo>
                    <a:cubicBezTo>
                      <a:pt x="83" y="274"/>
                      <a:pt x="68" y="271"/>
                      <a:pt x="63" y="266"/>
                    </a:cubicBezTo>
                    <a:cubicBezTo>
                      <a:pt x="53" y="254"/>
                      <a:pt x="45" y="239"/>
                      <a:pt x="36" y="224"/>
                    </a:cubicBezTo>
                    <a:cubicBezTo>
                      <a:pt x="35" y="222"/>
                      <a:pt x="35" y="216"/>
                      <a:pt x="36" y="214"/>
                    </a:cubicBezTo>
                    <a:cubicBezTo>
                      <a:pt x="48" y="201"/>
                      <a:pt x="37" y="193"/>
                      <a:pt x="31" y="183"/>
                    </a:cubicBezTo>
                    <a:cubicBezTo>
                      <a:pt x="21" y="168"/>
                      <a:pt x="11" y="152"/>
                      <a:pt x="2" y="136"/>
                    </a:cubicBezTo>
                    <a:cubicBezTo>
                      <a:pt x="0" y="132"/>
                      <a:pt x="1" y="126"/>
                      <a:pt x="1" y="122"/>
                    </a:cubicBezTo>
                    <a:cubicBezTo>
                      <a:pt x="3" y="109"/>
                      <a:pt x="6" y="96"/>
                      <a:pt x="9" y="83"/>
                    </a:cubicBezTo>
                    <a:cubicBezTo>
                      <a:pt x="9" y="80"/>
                      <a:pt x="14" y="76"/>
                      <a:pt x="17" y="76"/>
                    </a:cubicBezTo>
                    <a:cubicBezTo>
                      <a:pt x="28" y="77"/>
                      <a:pt x="30" y="71"/>
                      <a:pt x="30" y="63"/>
                    </a:cubicBezTo>
                    <a:cubicBezTo>
                      <a:pt x="30" y="59"/>
                      <a:pt x="29" y="55"/>
                      <a:pt x="31" y="52"/>
                    </a:cubicBezTo>
                    <a:cubicBezTo>
                      <a:pt x="33" y="49"/>
                      <a:pt x="36" y="46"/>
                      <a:pt x="39" y="42"/>
                    </a:cubicBezTo>
                    <a:cubicBezTo>
                      <a:pt x="42" y="45"/>
                      <a:pt x="46" y="48"/>
                      <a:pt x="47" y="51"/>
                    </a:cubicBezTo>
                    <a:cubicBezTo>
                      <a:pt x="51" y="59"/>
                      <a:pt x="50" y="73"/>
                      <a:pt x="64" y="69"/>
                    </a:cubicBezTo>
                    <a:cubicBezTo>
                      <a:pt x="77" y="65"/>
                      <a:pt x="74" y="52"/>
                      <a:pt x="72" y="42"/>
                    </a:cubicBezTo>
                    <a:cubicBezTo>
                      <a:pt x="69" y="28"/>
                      <a:pt x="64" y="14"/>
                      <a:pt x="81" y="5"/>
                    </a:cubicBezTo>
                    <a:cubicBezTo>
                      <a:pt x="92" y="0"/>
                      <a:pt x="117" y="12"/>
                      <a:pt x="123" y="27"/>
                    </a:cubicBezTo>
                    <a:cubicBezTo>
                      <a:pt x="129" y="39"/>
                      <a:pt x="130" y="52"/>
                      <a:pt x="134" y="65"/>
                    </a:cubicBezTo>
                    <a:cubicBezTo>
                      <a:pt x="135" y="70"/>
                      <a:pt x="138" y="74"/>
                      <a:pt x="140" y="78"/>
                    </a:cubicBezTo>
                    <a:cubicBezTo>
                      <a:pt x="144" y="76"/>
                      <a:pt x="148" y="74"/>
                      <a:pt x="151" y="71"/>
                    </a:cubicBezTo>
                    <a:cubicBezTo>
                      <a:pt x="156" y="66"/>
                      <a:pt x="161" y="60"/>
                      <a:pt x="166" y="55"/>
                    </a:cubicBezTo>
                    <a:cubicBezTo>
                      <a:pt x="173" y="47"/>
                      <a:pt x="182" y="39"/>
                      <a:pt x="192" y="49"/>
                    </a:cubicBezTo>
                    <a:cubicBezTo>
                      <a:pt x="198" y="54"/>
                      <a:pt x="204" y="64"/>
                      <a:pt x="203" y="70"/>
                    </a:cubicBezTo>
                    <a:cubicBezTo>
                      <a:pt x="201" y="81"/>
                      <a:pt x="190" y="86"/>
                      <a:pt x="175" y="81"/>
                    </a:cubicBezTo>
                    <a:close/>
                    <a:moveTo>
                      <a:pt x="100" y="59"/>
                    </a:moveTo>
                    <a:cubicBezTo>
                      <a:pt x="103" y="58"/>
                      <a:pt x="107" y="58"/>
                      <a:pt x="108" y="57"/>
                    </a:cubicBezTo>
                    <a:cubicBezTo>
                      <a:pt x="112" y="53"/>
                      <a:pt x="117" y="46"/>
                      <a:pt x="116" y="45"/>
                    </a:cubicBezTo>
                    <a:cubicBezTo>
                      <a:pt x="111" y="39"/>
                      <a:pt x="105" y="33"/>
                      <a:pt x="98" y="29"/>
                    </a:cubicBezTo>
                    <a:cubicBezTo>
                      <a:pt x="97" y="28"/>
                      <a:pt x="88" y="33"/>
                      <a:pt x="87" y="37"/>
                    </a:cubicBezTo>
                    <a:cubicBezTo>
                      <a:pt x="85" y="52"/>
                      <a:pt x="82" y="68"/>
                      <a:pt x="94" y="82"/>
                    </a:cubicBezTo>
                    <a:cubicBezTo>
                      <a:pt x="98" y="88"/>
                      <a:pt x="100" y="95"/>
                      <a:pt x="104" y="102"/>
                    </a:cubicBezTo>
                    <a:cubicBezTo>
                      <a:pt x="107" y="106"/>
                      <a:pt x="110" y="110"/>
                      <a:pt x="113" y="112"/>
                    </a:cubicBezTo>
                    <a:cubicBezTo>
                      <a:pt x="114" y="113"/>
                      <a:pt x="121" y="109"/>
                      <a:pt x="121" y="107"/>
                    </a:cubicBezTo>
                    <a:cubicBezTo>
                      <a:pt x="122" y="103"/>
                      <a:pt x="120" y="99"/>
                      <a:pt x="118" y="95"/>
                    </a:cubicBezTo>
                    <a:cubicBezTo>
                      <a:pt x="113" y="83"/>
                      <a:pt x="107" y="72"/>
                      <a:pt x="100" y="59"/>
                    </a:cubicBezTo>
                    <a:close/>
                    <a:moveTo>
                      <a:pt x="56" y="185"/>
                    </a:moveTo>
                    <a:cubicBezTo>
                      <a:pt x="57" y="185"/>
                      <a:pt x="59" y="184"/>
                      <a:pt x="61" y="184"/>
                    </a:cubicBezTo>
                    <a:cubicBezTo>
                      <a:pt x="61" y="181"/>
                      <a:pt x="62" y="177"/>
                      <a:pt x="61" y="175"/>
                    </a:cubicBezTo>
                    <a:cubicBezTo>
                      <a:pt x="53" y="161"/>
                      <a:pt x="45" y="147"/>
                      <a:pt x="35" y="135"/>
                    </a:cubicBezTo>
                    <a:cubicBezTo>
                      <a:pt x="31" y="129"/>
                      <a:pt x="24" y="131"/>
                      <a:pt x="24" y="139"/>
                    </a:cubicBezTo>
                    <a:cubicBezTo>
                      <a:pt x="24" y="145"/>
                      <a:pt x="26" y="151"/>
                      <a:pt x="29" y="156"/>
                    </a:cubicBezTo>
                    <a:cubicBezTo>
                      <a:pt x="37" y="166"/>
                      <a:pt x="47" y="175"/>
                      <a:pt x="56" y="185"/>
                    </a:cubicBezTo>
                    <a:close/>
                    <a:moveTo>
                      <a:pt x="59" y="100"/>
                    </a:moveTo>
                    <a:cubicBezTo>
                      <a:pt x="48" y="112"/>
                      <a:pt x="50" y="133"/>
                      <a:pt x="61" y="140"/>
                    </a:cubicBezTo>
                    <a:cubicBezTo>
                      <a:pt x="62" y="141"/>
                      <a:pt x="66" y="142"/>
                      <a:pt x="67" y="141"/>
                    </a:cubicBezTo>
                    <a:cubicBezTo>
                      <a:pt x="69" y="139"/>
                      <a:pt x="71" y="135"/>
                      <a:pt x="71" y="133"/>
                    </a:cubicBezTo>
                    <a:cubicBezTo>
                      <a:pt x="68" y="123"/>
                      <a:pt x="64" y="113"/>
                      <a:pt x="59" y="100"/>
                    </a:cubicBezTo>
                    <a:close/>
                    <a:moveTo>
                      <a:pt x="77" y="117"/>
                    </a:moveTo>
                    <a:cubicBezTo>
                      <a:pt x="82" y="122"/>
                      <a:pt x="87" y="127"/>
                      <a:pt x="91" y="131"/>
                    </a:cubicBezTo>
                    <a:cubicBezTo>
                      <a:pt x="93" y="128"/>
                      <a:pt x="97" y="124"/>
                      <a:pt x="96" y="122"/>
                    </a:cubicBezTo>
                    <a:cubicBezTo>
                      <a:pt x="94" y="117"/>
                      <a:pt x="89" y="112"/>
                      <a:pt x="85" y="107"/>
                    </a:cubicBezTo>
                    <a:cubicBezTo>
                      <a:pt x="83" y="110"/>
                      <a:pt x="81" y="112"/>
                      <a:pt x="77" y="1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6" name="Freeform 245"/>
              <p:cNvSpPr/>
              <p:nvPr/>
            </p:nvSpPr>
            <p:spPr bwMode="auto">
              <a:xfrm>
                <a:off x="22690138" y="498475"/>
                <a:ext cx="820737" cy="619125"/>
              </a:xfrm>
              <a:custGeom>
                <a:avLst/>
                <a:gdLst>
                  <a:gd name="T0" fmla="*/ 71 w 260"/>
                  <a:gd name="T1" fmla="*/ 154 h 196"/>
                  <a:gd name="T2" fmla="*/ 96 w 260"/>
                  <a:gd name="T3" fmla="*/ 151 h 196"/>
                  <a:gd name="T4" fmla="*/ 226 w 260"/>
                  <a:gd name="T5" fmla="*/ 130 h 196"/>
                  <a:gd name="T6" fmla="*/ 257 w 260"/>
                  <a:gd name="T7" fmla="*/ 160 h 196"/>
                  <a:gd name="T8" fmla="*/ 248 w 260"/>
                  <a:gd name="T9" fmla="*/ 166 h 196"/>
                  <a:gd name="T10" fmla="*/ 172 w 260"/>
                  <a:gd name="T11" fmla="*/ 177 h 196"/>
                  <a:gd name="T12" fmla="*/ 38 w 260"/>
                  <a:gd name="T13" fmla="*/ 194 h 196"/>
                  <a:gd name="T14" fmla="*/ 16 w 260"/>
                  <a:gd name="T15" fmla="*/ 182 h 196"/>
                  <a:gd name="T16" fmla="*/ 16 w 260"/>
                  <a:gd name="T17" fmla="*/ 147 h 196"/>
                  <a:gd name="T18" fmla="*/ 172 w 260"/>
                  <a:gd name="T19" fmla="*/ 11 h 196"/>
                  <a:gd name="T20" fmla="*/ 194 w 260"/>
                  <a:gd name="T21" fmla="*/ 17 h 196"/>
                  <a:gd name="T22" fmla="*/ 186 w 260"/>
                  <a:gd name="T23" fmla="*/ 54 h 196"/>
                  <a:gd name="T24" fmla="*/ 80 w 260"/>
                  <a:gd name="T25" fmla="*/ 139 h 196"/>
                  <a:gd name="T26" fmla="*/ 69 w 260"/>
                  <a:gd name="T27" fmla="*/ 149 h 196"/>
                  <a:gd name="T28" fmla="*/ 71 w 260"/>
                  <a:gd name="T29" fmla="*/ 154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0" h="196">
                    <a:moveTo>
                      <a:pt x="71" y="154"/>
                    </a:moveTo>
                    <a:cubicBezTo>
                      <a:pt x="79" y="153"/>
                      <a:pt x="88" y="153"/>
                      <a:pt x="96" y="151"/>
                    </a:cubicBezTo>
                    <a:cubicBezTo>
                      <a:pt x="140" y="144"/>
                      <a:pt x="183" y="137"/>
                      <a:pt x="226" y="130"/>
                    </a:cubicBezTo>
                    <a:cubicBezTo>
                      <a:pt x="242" y="128"/>
                      <a:pt x="260" y="145"/>
                      <a:pt x="257" y="160"/>
                    </a:cubicBezTo>
                    <a:cubicBezTo>
                      <a:pt x="257" y="163"/>
                      <a:pt x="251" y="166"/>
                      <a:pt x="248" y="166"/>
                    </a:cubicBezTo>
                    <a:cubicBezTo>
                      <a:pt x="222" y="170"/>
                      <a:pt x="197" y="174"/>
                      <a:pt x="172" y="177"/>
                    </a:cubicBezTo>
                    <a:cubicBezTo>
                      <a:pt x="127" y="183"/>
                      <a:pt x="83" y="188"/>
                      <a:pt x="38" y="194"/>
                    </a:cubicBezTo>
                    <a:cubicBezTo>
                      <a:pt x="28" y="196"/>
                      <a:pt x="20" y="194"/>
                      <a:pt x="16" y="182"/>
                    </a:cubicBezTo>
                    <a:cubicBezTo>
                      <a:pt x="13" y="171"/>
                      <a:pt x="0" y="160"/>
                      <a:pt x="16" y="147"/>
                    </a:cubicBezTo>
                    <a:cubicBezTo>
                      <a:pt x="68" y="102"/>
                      <a:pt x="120" y="57"/>
                      <a:pt x="172" y="11"/>
                    </a:cubicBezTo>
                    <a:cubicBezTo>
                      <a:pt x="186" y="0"/>
                      <a:pt x="186" y="0"/>
                      <a:pt x="194" y="17"/>
                    </a:cubicBezTo>
                    <a:cubicBezTo>
                      <a:pt x="204" y="39"/>
                      <a:pt x="204" y="39"/>
                      <a:pt x="186" y="54"/>
                    </a:cubicBezTo>
                    <a:cubicBezTo>
                      <a:pt x="151" y="82"/>
                      <a:pt x="115" y="111"/>
                      <a:pt x="80" y="139"/>
                    </a:cubicBezTo>
                    <a:cubicBezTo>
                      <a:pt x="76" y="142"/>
                      <a:pt x="73" y="146"/>
                      <a:pt x="69" y="149"/>
                    </a:cubicBezTo>
                    <a:cubicBezTo>
                      <a:pt x="70" y="151"/>
                      <a:pt x="70" y="152"/>
                      <a:pt x="71" y="1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" name="Freeform 246"/>
              <p:cNvSpPr/>
              <p:nvPr/>
            </p:nvSpPr>
            <p:spPr bwMode="auto">
              <a:xfrm>
                <a:off x="22875875" y="1225550"/>
                <a:ext cx="795337" cy="571500"/>
              </a:xfrm>
              <a:custGeom>
                <a:avLst/>
                <a:gdLst>
                  <a:gd name="T0" fmla="*/ 251 w 252"/>
                  <a:gd name="T1" fmla="*/ 107 h 181"/>
                  <a:gd name="T2" fmla="*/ 233 w 252"/>
                  <a:gd name="T3" fmla="*/ 120 h 181"/>
                  <a:gd name="T4" fmla="*/ 219 w 252"/>
                  <a:gd name="T5" fmla="*/ 111 h 181"/>
                  <a:gd name="T6" fmla="*/ 206 w 252"/>
                  <a:gd name="T7" fmla="*/ 62 h 181"/>
                  <a:gd name="T8" fmla="*/ 188 w 252"/>
                  <a:gd name="T9" fmla="*/ 50 h 181"/>
                  <a:gd name="T10" fmla="*/ 158 w 252"/>
                  <a:gd name="T11" fmla="*/ 58 h 181"/>
                  <a:gd name="T12" fmla="*/ 145 w 252"/>
                  <a:gd name="T13" fmla="*/ 81 h 181"/>
                  <a:gd name="T14" fmla="*/ 157 w 252"/>
                  <a:gd name="T15" fmla="*/ 123 h 181"/>
                  <a:gd name="T16" fmla="*/ 145 w 252"/>
                  <a:gd name="T17" fmla="*/ 140 h 181"/>
                  <a:gd name="T18" fmla="*/ 126 w 252"/>
                  <a:gd name="T19" fmla="*/ 131 h 181"/>
                  <a:gd name="T20" fmla="*/ 113 w 252"/>
                  <a:gd name="T21" fmla="*/ 85 h 181"/>
                  <a:gd name="T22" fmla="*/ 97 w 252"/>
                  <a:gd name="T23" fmla="*/ 75 h 181"/>
                  <a:gd name="T24" fmla="*/ 55 w 252"/>
                  <a:gd name="T25" fmla="*/ 87 h 181"/>
                  <a:gd name="T26" fmla="*/ 45 w 252"/>
                  <a:gd name="T27" fmla="*/ 104 h 181"/>
                  <a:gd name="T28" fmla="*/ 60 w 252"/>
                  <a:gd name="T29" fmla="*/ 156 h 181"/>
                  <a:gd name="T30" fmla="*/ 52 w 252"/>
                  <a:gd name="T31" fmla="*/ 173 h 181"/>
                  <a:gd name="T32" fmla="*/ 30 w 252"/>
                  <a:gd name="T33" fmla="*/ 166 h 181"/>
                  <a:gd name="T34" fmla="*/ 3 w 252"/>
                  <a:gd name="T35" fmla="*/ 68 h 181"/>
                  <a:gd name="T36" fmla="*/ 16 w 252"/>
                  <a:gd name="T37" fmla="*/ 56 h 181"/>
                  <a:gd name="T38" fmla="*/ 137 w 252"/>
                  <a:gd name="T39" fmla="*/ 23 h 181"/>
                  <a:gd name="T40" fmla="*/ 207 w 252"/>
                  <a:gd name="T41" fmla="*/ 3 h 181"/>
                  <a:gd name="T42" fmla="*/ 226 w 252"/>
                  <a:gd name="T43" fmla="*/ 14 h 181"/>
                  <a:gd name="T44" fmla="*/ 249 w 252"/>
                  <a:gd name="T45" fmla="*/ 95 h 181"/>
                  <a:gd name="T46" fmla="*/ 251 w 252"/>
                  <a:gd name="T47" fmla="*/ 107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2" h="181">
                    <a:moveTo>
                      <a:pt x="251" y="107"/>
                    </a:moveTo>
                    <a:cubicBezTo>
                      <a:pt x="252" y="120"/>
                      <a:pt x="241" y="118"/>
                      <a:pt x="233" y="120"/>
                    </a:cubicBezTo>
                    <a:cubicBezTo>
                      <a:pt x="226" y="122"/>
                      <a:pt x="221" y="119"/>
                      <a:pt x="219" y="111"/>
                    </a:cubicBezTo>
                    <a:cubicBezTo>
                      <a:pt x="216" y="94"/>
                      <a:pt x="211" y="78"/>
                      <a:pt x="206" y="62"/>
                    </a:cubicBezTo>
                    <a:cubicBezTo>
                      <a:pt x="204" y="51"/>
                      <a:pt x="199" y="47"/>
                      <a:pt x="188" y="50"/>
                    </a:cubicBezTo>
                    <a:cubicBezTo>
                      <a:pt x="178" y="54"/>
                      <a:pt x="168" y="57"/>
                      <a:pt x="158" y="58"/>
                    </a:cubicBezTo>
                    <a:cubicBezTo>
                      <a:pt x="143" y="61"/>
                      <a:pt x="142" y="69"/>
                      <a:pt x="145" y="81"/>
                    </a:cubicBezTo>
                    <a:cubicBezTo>
                      <a:pt x="149" y="95"/>
                      <a:pt x="153" y="109"/>
                      <a:pt x="157" y="123"/>
                    </a:cubicBezTo>
                    <a:cubicBezTo>
                      <a:pt x="160" y="134"/>
                      <a:pt x="155" y="138"/>
                      <a:pt x="145" y="140"/>
                    </a:cubicBezTo>
                    <a:cubicBezTo>
                      <a:pt x="136" y="143"/>
                      <a:pt x="129" y="143"/>
                      <a:pt x="126" y="131"/>
                    </a:cubicBezTo>
                    <a:cubicBezTo>
                      <a:pt x="122" y="115"/>
                      <a:pt x="117" y="100"/>
                      <a:pt x="113" y="85"/>
                    </a:cubicBezTo>
                    <a:cubicBezTo>
                      <a:pt x="111" y="76"/>
                      <a:pt x="106" y="73"/>
                      <a:pt x="97" y="75"/>
                    </a:cubicBezTo>
                    <a:cubicBezTo>
                      <a:pt x="83" y="80"/>
                      <a:pt x="69" y="83"/>
                      <a:pt x="55" y="87"/>
                    </a:cubicBezTo>
                    <a:cubicBezTo>
                      <a:pt x="45" y="89"/>
                      <a:pt x="43" y="95"/>
                      <a:pt x="45" y="104"/>
                    </a:cubicBezTo>
                    <a:cubicBezTo>
                      <a:pt x="50" y="122"/>
                      <a:pt x="55" y="139"/>
                      <a:pt x="60" y="156"/>
                    </a:cubicBezTo>
                    <a:cubicBezTo>
                      <a:pt x="63" y="164"/>
                      <a:pt x="63" y="171"/>
                      <a:pt x="52" y="173"/>
                    </a:cubicBezTo>
                    <a:cubicBezTo>
                      <a:pt x="43" y="175"/>
                      <a:pt x="34" y="181"/>
                      <a:pt x="30" y="166"/>
                    </a:cubicBezTo>
                    <a:cubicBezTo>
                      <a:pt x="21" y="134"/>
                      <a:pt x="11" y="101"/>
                      <a:pt x="3" y="68"/>
                    </a:cubicBezTo>
                    <a:cubicBezTo>
                      <a:pt x="0" y="57"/>
                      <a:pt x="10" y="57"/>
                      <a:pt x="16" y="56"/>
                    </a:cubicBezTo>
                    <a:cubicBezTo>
                      <a:pt x="56" y="44"/>
                      <a:pt x="96" y="34"/>
                      <a:pt x="137" y="23"/>
                    </a:cubicBezTo>
                    <a:cubicBezTo>
                      <a:pt x="160" y="16"/>
                      <a:pt x="184" y="10"/>
                      <a:pt x="207" y="3"/>
                    </a:cubicBezTo>
                    <a:cubicBezTo>
                      <a:pt x="218" y="0"/>
                      <a:pt x="224" y="2"/>
                      <a:pt x="226" y="14"/>
                    </a:cubicBezTo>
                    <a:cubicBezTo>
                      <a:pt x="233" y="41"/>
                      <a:pt x="241" y="68"/>
                      <a:pt x="249" y="95"/>
                    </a:cubicBezTo>
                    <a:cubicBezTo>
                      <a:pt x="250" y="99"/>
                      <a:pt x="251" y="103"/>
                      <a:pt x="251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8" name="Freeform 247"/>
              <p:cNvSpPr/>
              <p:nvPr/>
            </p:nvSpPr>
            <p:spPr bwMode="auto">
              <a:xfrm>
                <a:off x="15305088" y="3802063"/>
                <a:ext cx="814387" cy="654050"/>
              </a:xfrm>
              <a:custGeom>
                <a:avLst/>
                <a:gdLst>
                  <a:gd name="T0" fmla="*/ 119 w 258"/>
                  <a:gd name="T1" fmla="*/ 134 h 207"/>
                  <a:gd name="T2" fmla="*/ 96 w 258"/>
                  <a:gd name="T3" fmla="*/ 79 h 207"/>
                  <a:gd name="T4" fmla="*/ 103 w 258"/>
                  <a:gd name="T5" fmla="*/ 59 h 207"/>
                  <a:gd name="T6" fmla="*/ 125 w 258"/>
                  <a:gd name="T7" fmla="*/ 66 h 207"/>
                  <a:gd name="T8" fmla="*/ 144 w 258"/>
                  <a:gd name="T9" fmla="*/ 109 h 207"/>
                  <a:gd name="T10" fmla="*/ 161 w 258"/>
                  <a:gd name="T11" fmla="*/ 116 h 207"/>
                  <a:gd name="T12" fmla="*/ 203 w 258"/>
                  <a:gd name="T13" fmla="*/ 98 h 207"/>
                  <a:gd name="T14" fmla="*/ 209 w 258"/>
                  <a:gd name="T15" fmla="*/ 82 h 207"/>
                  <a:gd name="T16" fmla="*/ 185 w 258"/>
                  <a:gd name="T17" fmla="*/ 29 h 207"/>
                  <a:gd name="T18" fmla="*/ 193 w 258"/>
                  <a:gd name="T19" fmla="*/ 12 h 207"/>
                  <a:gd name="T20" fmla="*/ 214 w 258"/>
                  <a:gd name="T21" fmla="*/ 15 h 207"/>
                  <a:gd name="T22" fmla="*/ 254 w 258"/>
                  <a:gd name="T23" fmla="*/ 105 h 207"/>
                  <a:gd name="T24" fmla="*/ 247 w 258"/>
                  <a:gd name="T25" fmla="*/ 123 h 207"/>
                  <a:gd name="T26" fmla="*/ 60 w 258"/>
                  <a:gd name="T27" fmla="*/ 204 h 207"/>
                  <a:gd name="T28" fmla="*/ 43 w 258"/>
                  <a:gd name="T29" fmla="*/ 197 h 207"/>
                  <a:gd name="T30" fmla="*/ 5 w 258"/>
                  <a:gd name="T31" fmla="*/ 110 h 207"/>
                  <a:gd name="T32" fmla="*/ 13 w 258"/>
                  <a:gd name="T33" fmla="*/ 94 h 207"/>
                  <a:gd name="T34" fmla="*/ 33 w 258"/>
                  <a:gd name="T35" fmla="*/ 96 h 207"/>
                  <a:gd name="T36" fmla="*/ 55 w 258"/>
                  <a:gd name="T37" fmla="*/ 146 h 207"/>
                  <a:gd name="T38" fmla="*/ 70 w 258"/>
                  <a:gd name="T39" fmla="*/ 155 h 207"/>
                  <a:gd name="T40" fmla="*/ 119 w 258"/>
                  <a:gd name="T41" fmla="*/ 134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8" h="207">
                    <a:moveTo>
                      <a:pt x="119" y="134"/>
                    </a:moveTo>
                    <a:cubicBezTo>
                      <a:pt x="111" y="114"/>
                      <a:pt x="103" y="97"/>
                      <a:pt x="96" y="79"/>
                    </a:cubicBezTo>
                    <a:cubicBezTo>
                      <a:pt x="92" y="70"/>
                      <a:pt x="91" y="63"/>
                      <a:pt x="103" y="59"/>
                    </a:cubicBezTo>
                    <a:cubicBezTo>
                      <a:pt x="112" y="56"/>
                      <a:pt x="120" y="53"/>
                      <a:pt x="125" y="66"/>
                    </a:cubicBezTo>
                    <a:cubicBezTo>
                      <a:pt x="130" y="81"/>
                      <a:pt x="138" y="94"/>
                      <a:pt x="144" y="109"/>
                    </a:cubicBezTo>
                    <a:cubicBezTo>
                      <a:pt x="147" y="118"/>
                      <a:pt x="152" y="120"/>
                      <a:pt x="161" y="116"/>
                    </a:cubicBezTo>
                    <a:cubicBezTo>
                      <a:pt x="175" y="110"/>
                      <a:pt x="189" y="104"/>
                      <a:pt x="203" y="98"/>
                    </a:cubicBezTo>
                    <a:cubicBezTo>
                      <a:pt x="211" y="95"/>
                      <a:pt x="212" y="90"/>
                      <a:pt x="209" y="82"/>
                    </a:cubicBezTo>
                    <a:cubicBezTo>
                      <a:pt x="201" y="65"/>
                      <a:pt x="194" y="47"/>
                      <a:pt x="185" y="29"/>
                    </a:cubicBezTo>
                    <a:cubicBezTo>
                      <a:pt x="181" y="20"/>
                      <a:pt x="184" y="15"/>
                      <a:pt x="193" y="12"/>
                    </a:cubicBezTo>
                    <a:cubicBezTo>
                      <a:pt x="200" y="10"/>
                      <a:pt x="208" y="0"/>
                      <a:pt x="214" y="15"/>
                    </a:cubicBezTo>
                    <a:cubicBezTo>
                      <a:pt x="227" y="45"/>
                      <a:pt x="241" y="75"/>
                      <a:pt x="254" y="105"/>
                    </a:cubicBezTo>
                    <a:cubicBezTo>
                      <a:pt x="258" y="114"/>
                      <a:pt x="256" y="119"/>
                      <a:pt x="247" y="123"/>
                    </a:cubicBezTo>
                    <a:cubicBezTo>
                      <a:pt x="185" y="149"/>
                      <a:pt x="123" y="176"/>
                      <a:pt x="60" y="204"/>
                    </a:cubicBezTo>
                    <a:cubicBezTo>
                      <a:pt x="52" y="207"/>
                      <a:pt x="47" y="207"/>
                      <a:pt x="43" y="197"/>
                    </a:cubicBezTo>
                    <a:cubicBezTo>
                      <a:pt x="30" y="168"/>
                      <a:pt x="18" y="139"/>
                      <a:pt x="5" y="110"/>
                    </a:cubicBezTo>
                    <a:cubicBezTo>
                      <a:pt x="0" y="100"/>
                      <a:pt x="6" y="97"/>
                      <a:pt x="13" y="94"/>
                    </a:cubicBezTo>
                    <a:cubicBezTo>
                      <a:pt x="20" y="91"/>
                      <a:pt x="28" y="85"/>
                      <a:pt x="33" y="96"/>
                    </a:cubicBezTo>
                    <a:cubicBezTo>
                      <a:pt x="40" y="113"/>
                      <a:pt x="48" y="129"/>
                      <a:pt x="55" y="146"/>
                    </a:cubicBezTo>
                    <a:cubicBezTo>
                      <a:pt x="58" y="153"/>
                      <a:pt x="62" y="159"/>
                      <a:pt x="70" y="155"/>
                    </a:cubicBezTo>
                    <a:cubicBezTo>
                      <a:pt x="86" y="149"/>
                      <a:pt x="102" y="141"/>
                      <a:pt x="119" y="1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9" name="Freeform 248"/>
              <p:cNvSpPr/>
              <p:nvPr/>
            </p:nvSpPr>
            <p:spPr bwMode="auto">
              <a:xfrm>
                <a:off x="21043900" y="5637213"/>
                <a:ext cx="506412" cy="1017588"/>
              </a:xfrm>
              <a:custGeom>
                <a:avLst/>
                <a:gdLst>
                  <a:gd name="T0" fmla="*/ 47 w 160"/>
                  <a:gd name="T1" fmla="*/ 202 h 322"/>
                  <a:gd name="T2" fmla="*/ 29 w 160"/>
                  <a:gd name="T3" fmla="*/ 207 h 322"/>
                  <a:gd name="T4" fmla="*/ 5 w 160"/>
                  <a:gd name="T5" fmla="*/ 201 h 322"/>
                  <a:gd name="T6" fmla="*/ 3 w 160"/>
                  <a:gd name="T7" fmla="*/ 178 h 322"/>
                  <a:gd name="T8" fmla="*/ 29 w 160"/>
                  <a:gd name="T9" fmla="*/ 146 h 322"/>
                  <a:gd name="T10" fmla="*/ 68 w 160"/>
                  <a:gd name="T11" fmla="*/ 80 h 322"/>
                  <a:gd name="T12" fmla="*/ 101 w 160"/>
                  <a:gd name="T13" fmla="*/ 11 h 322"/>
                  <a:gd name="T14" fmla="*/ 124 w 160"/>
                  <a:gd name="T15" fmla="*/ 3 h 322"/>
                  <a:gd name="T16" fmla="*/ 133 w 160"/>
                  <a:gd name="T17" fmla="*/ 31 h 322"/>
                  <a:gd name="T18" fmla="*/ 116 w 160"/>
                  <a:gd name="T19" fmla="*/ 60 h 322"/>
                  <a:gd name="T20" fmla="*/ 107 w 160"/>
                  <a:gd name="T21" fmla="*/ 74 h 322"/>
                  <a:gd name="T22" fmla="*/ 111 w 160"/>
                  <a:gd name="T23" fmla="*/ 87 h 322"/>
                  <a:gd name="T24" fmla="*/ 121 w 160"/>
                  <a:gd name="T25" fmla="*/ 81 h 322"/>
                  <a:gd name="T26" fmla="*/ 152 w 160"/>
                  <a:gd name="T27" fmla="*/ 69 h 322"/>
                  <a:gd name="T28" fmla="*/ 144 w 160"/>
                  <a:gd name="T29" fmla="*/ 103 h 322"/>
                  <a:gd name="T30" fmla="*/ 143 w 160"/>
                  <a:gd name="T31" fmla="*/ 104 h 322"/>
                  <a:gd name="T32" fmla="*/ 79 w 160"/>
                  <a:gd name="T33" fmla="*/ 217 h 322"/>
                  <a:gd name="T34" fmla="*/ 43 w 160"/>
                  <a:gd name="T35" fmla="*/ 302 h 322"/>
                  <a:gd name="T36" fmla="*/ 41 w 160"/>
                  <a:gd name="T37" fmla="*/ 304 h 322"/>
                  <a:gd name="T38" fmla="*/ 15 w 160"/>
                  <a:gd name="T39" fmla="*/ 313 h 322"/>
                  <a:gd name="T40" fmla="*/ 20 w 160"/>
                  <a:gd name="T41" fmla="*/ 289 h 322"/>
                  <a:gd name="T42" fmla="*/ 49 w 160"/>
                  <a:gd name="T43" fmla="*/ 214 h 322"/>
                  <a:gd name="T44" fmla="*/ 49 w 160"/>
                  <a:gd name="T45" fmla="*/ 208 h 322"/>
                  <a:gd name="T46" fmla="*/ 47 w 160"/>
                  <a:gd name="T47" fmla="*/ 202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60" h="322">
                    <a:moveTo>
                      <a:pt x="47" y="202"/>
                    </a:moveTo>
                    <a:cubicBezTo>
                      <a:pt x="41" y="204"/>
                      <a:pt x="35" y="207"/>
                      <a:pt x="29" y="207"/>
                    </a:cubicBezTo>
                    <a:cubicBezTo>
                      <a:pt x="20" y="207"/>
                      <a:pt x="10" y="206"/>
                      <a:pt x="5" y="201"/>
                    </a:cubicBezTo>
                    <a:cubicBezTo>
                      <a:pt x="1" y="196"/>
                      <a:pt x="0" y="184"/>
                      <a:pt x="3" y="178"/>
                    </a:cubicBezTo>
                    <a:cubicBezTo>
                      <a:pt x="10" y="166"/>
                      <a:pt x="18" y="152"/>
                      <a:pt x="29" y="146"/>
                    </a:cubicBezTo>
                    <a:cubicBezTo>
                      <a:pt x="56" y="131"/>
                      <a:pt x="62" y="105"/>
                      <a:pt x="68" y="80"/>
                    </a:cubicBezTo>
                    <a:cubicBezTo>
                      <a:pt x="74" y="54"/>
                      <a:pt x="80" y="29"/>
                      <a:pt x="101" y="11"/>
                    </a:cubicBezTo>
                    <a:cubicBezTo>
                      <a:pt x="107" y="6"/>
                      <a:pt x="119" y="0"/>
                      <a:pt x="124" y="3"/>
                    </a:cubicBezTo>
                    <a:cubicBezTo>
                      <a:pt x="133" y="7"/>
                      <a:pt x="138" y="19"/>
                      <a:pt x="133" y="31"/>
                    </a:cubicBezTo>
                    <a:cubicBezTo>
                      <a:pt x="129" y="41"/>
                      <a:pt x="122" y="50"/>
                      <a:pt x="116" y="60"/>
                    </a:cubicBezTo>
                    <a:cubicBezTo>
                      <a:pt x="113" y="65"/>
                      <a:pt x="109" y="69"/>
                      <a:pt x="107" y="74"/>
                    </a:cubicBezTo>
                    <a:cubicBezTo>
                      <a:pt x="106" y="78"/>
                      <a:pt x="109" y="83"/>
                      <a:pt x="111" y="87"/>
                    </a:cubicBezTo>
                    <a:cubicBezTo>
                      <a:pt x="114" y="85"/>
                      <a:pt x="118" y="84"/>
                      <a:pt x="121" y="81"/>
                    </a:cubicBezTo>
                    <a:cubicBezTo>
                      <a:pt x="133" y="66"/>
                      <a:pt x="144" y="62"/>
                      <a:pt x="152" y="69"/>
                    </a:cubicBezTo>
                    <a:cubicBezTo>
                      <a:pt x="160" y="76"/>
                      <a:pt x="156" y="92"/>
                      <a:pt x="144" y="103"/>
                    </a:cubicBezTo>
                    <a:cubicBezTo>
                      <a:pt x="144" y="104"/>
                      <a:pt x="144" y="104"/>
                      <a:pt x="143" y="104"/>
                    </a:cubicBezTo>
                    <a:cubicBezTo>
                      <a:pt x="98" y="128"/>
                      <a:pt x="91" y="173"/>
                      <a:pt x="79" y="217"/>
                    </a:cubicBezTo>
                    <a:cubicBezTo>
                      <a:pt x="71" y="246"/>
                      <a:pt x="55" y="273"/>
                      <a:pt x="43" y="302"/>
                    </a:cubicBezTo>
                    <a:cubicBezTo>
                      <a:pt x="43" y="302"/>
                      <a:pt x="42" y="303"/>
                      <a:pt x="41" y="304"/>
                    </a:cubicBezTo>
                    <a:cubicBezTo>
                      <a:pt x="34" y="312"/>
                      <a:pt x="26" y="322"/>
                      <a:pt x="15" y="313"/>
                    </a:cubicBezTo>
                    <a:cubicBezTo>
                      <a:pt x="5" y="305"/>
                      <a:pt x="14" y="296"/>
                      <a:pt x="20" y="289"/>
                    </a:cubicBezTo>
                    <a:cubicBezTo>
                      <a:pt x="38" y="267"/>
                      <a:pt x="43" y="241"/>
                      <a:pt x="49" y="214"/>
                    </a:cubicBezTo>
                    <a:cubicBezTo>
                      <a:pt x="49" y="212"/>
                      <a:pt x="49" y="210"/>
                      <a:pt x="49" y="208"/>
                    </a:cubicBezTo>
                    <a:cubicBezTo>
                      <a:pt x="49" y="207"/>
                      <a:pt x="48" y="206"/>
                      <a:pt x="47" y="2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0" name="Freeform 249"/>
              <p:cNvSpPr/>
              <p:nvPr/>
            </p:nvSpPr>
            <p:spPr bwMode="auto">
              <a:xfrm>
                <a:off x="23039388" y="2473325"/>
                <a:ext cx="755650" cy="447675"/>
              </a:xfrm>
              <a:custGeom>
                <a:avLst/>
                <a:gdLst>
                  <a:gd name="T0" fmla="*/ 42 w 239"/>
                  <a:gd name="T1" fmla="*/ 10 h 142"/>
                  <a:gd name="T2" fmla="*/ 35 w 239"/>
                  <a:gd name="T3" fmla="*/ 65 h 142"/>
                  <a:gd name="T4" fmla="*/ 56 w 239"/>
                  <a:gd name="T5" fmla="*/ 92 h 142"/>
                  <a:gd name="T6" fmla="*/ 88 w 239"/>
                  <a:gd name="T7" fmla="*/ 84 h 142"/>
                  <a:gd name="T8" fmla="*/ 115 w 239"/>
                  <a:gd name="T9" fmla="*/ 44 h 142"/>
                  <a:gd name="T10" fmla="*/ 175 w 239"/>
                  <a:gd name="T11" fmla="*/ 8 h 142"/>
                  <a:gd name="T12" fmla="*/ 230 w 239"/>
                  <a:gd name="T13" fmla="*/ 47 h 142"/>
                  <a:gd name="T14" fmla="*/ 230 w 239"/>
                  <a:gd name="T15" fmla="*/ 120 h 142"/>
                  <a:gd name="T16" fmla="*/ 203 w 239"/>
                  <a:gd name="T17" fmla="*/ 126 h 142"/>
                  <a:gd name="T18" fmla="*/ 200 w 239"/>
                  <a:gd name="T19" fmla="*/ 110 h 142"/>
                  <a:gd name="T20" fmla="*/ 204 w 239"/>
                  <a:gd name="T21" fmla="*/ 81 h 142"/>
                  <a:gd name="T22" fmla="*/ 185 w 239"/>
                  <a:gd name="T23" fmla="*/ 52 h 142"/>
                  <a:gd name="T24" fmla="*/ 151 w 239"/>
                  <a:gd name="T25" fmla="*/ 64 h 142"/>
                  <a:gd name="T26" fmla="*/ 130 w 239"/>
                  <a:gd name="T27" fmla="*/ 98 h 142"/>
                  <a:gd name="T28" fmla="*/ 44 w 239"/>
                  <a:gd name="T29" fmla="*/ 132 h 142"/>
                  <a:gd name="T30" fmla="*/ 0 w 239"/>
                  <a:gd name="T31" fmla="*/ 63 h 142"/>
                  <a:gd name="T32" fmla="*/ 4 w 239"/>
                  <a:gd name="T33" fmla="*/ 30 h 142"/>
                  <a:gd name="T34" fmla="*/ 42 w 239"/>
                  <a:gd name="T35" fmla="*/ 1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9" h="142">
                    <a:moveTo>
                      <a:pt x="42" y="10"/>
                    </a:moveTo>
                    <a:cubicBezTo>
                      <a:pt x="39" y="29"/>
                      <a:pt x="36" y="47"/>
                      <a:pt x="35" y="65"/>
                    </a:cubicBezTo>
                    <a:cubicBezTo>
                      <a:pt x="34" y="80"/>
                      <a:pt x="44" y="87"/>
                      <a:pt x="56" y="92"/>
                    </a:cubicBezTo>
                    <a:cubicBezTo>
                      <a:pt x="69" y="97"/>
                      <a:pt x="80" y="94"/>
                      <a:pt x="88" y="84"/>
                    </a:cubicBezTo>
                    <a:cubicBezTo>
                      <a:pt x="98" y="72"/>
                      <a:pt x="107" y="58"/>
                      <a:pt x="115" y="44"/>
                    </a:cubicBezTo>
                    <a:cubicBezTo>
                      <a:pt x="129" y="22"/>
                      <a:pt x="147" y="7"/>
                      <a:pt x="175" y="8"/>
                    </a:cubicBezTo>
                    <a:cubicBezTo>
                      <a:pt x="201" y="9"/>
                      <a:pt x="222" y="22"/>
                      <a:pt x="230" y="47"/>
                    </a:cubicBezTo>
                    <a:cubicBezTo>
                      <a:pt x="239" y="71"/>
                      <a:pt x="238" y="96"/>
                      <a:pt x="230" y="120"/>
                    </a:cubicBezTo>
                    <a:cubicBezTo>
                      <a:pt x="224" y="134"/>
                      <a:pt x="212" y="128"/>
                      <a:pt x="203" y="126"/>
                    </a:cubicBezTo>
                    <a:cubicBezTo>
                      <a:pt x="201" y="126"/>
                      <a:pt x="199" y="116"/>
                      <a:pt x="200" y="110"/>
                    </a:cubicBezTo>
                    <a:cubicBezTo>
                      <a:pt x="200" y="101"/>
                      <a:pt x="204" y="91"/>
                      <a:pt x="204" y="81"/>
                    </a:cubicBezTo>
                    <a:cubicBezTo>
                      <a:pt x="205" y="67"/>
                      <a:pt x="199" y="56"/>
                      <a:pt x="185" y="52"/>
                    </a:cubicBezTo>
                    <a:cubicBezTo>
                      <a:pt x="172" y="48"/>
                      <a:pt x="159" y="51"/>
                      <a:pt x="151" y="64"/>
                    </a:cubicBezTo>
                    <a:cubicBezTo>
                      <a:pt x="144" y="75"/>
                      <a:pt x="136" y="87"/>
                      <a:pt x="130" y="98"/>
                    </a:cubicBezTo>
                    <a:cubicBezTo>
                      <a:pt x="111" y="131"/>
                      <a:pt x="82" y="142"/>
                      <a:pt x="44" y="132"/>
                    </a:cubicBezTo>
                    <a:cubicBezTo>
                      <a:pt x="19" y="125"/>
                      <a:pt x="0" y="94"/>
                      <a:pt x="0" y="63"/>
                    </a:cubicBezTo>
                    <a:cubicBezTo>
                      <a:pt x="0" y="52"/>
                      <a:pt x="2" y="41"/>
                      <a:pt x="4" y="30"/>
                    </a:cubicBezTo>
                    <a:cubicBezTo>
                      <a:pt x="9" y="4"/>
                      <a:pt x="17" y="0"/>
                      <a:pt x="42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1" name="Freeform 250"/>
              <p:cNvSpPr/>
              <p:nvPr/>
            </p:nvSpPr>
            <p:spPr bwMode="auto">
              <a:xfrm>
                <a:off x="15024100" y="2678113"/>
                <a:ext cx="754062" cy="501650"/>
              </a:xfrm>
              <a:custGeom>
                <a:avLst/>
                <a:gdLst>
                  <a:gd name="T0" fmla="*/ 239 w 239"/>
                  <a:gd name="T1" fmla="*/ 90 h 159"/>
                  <a:gd name="T2" fmla="*/ 238 w 239"/>
                  <a:gd name="T3" fmla="*/ 105 h 159"/>
                  <a:gd name="T4" fmla="*/ 208 w 239"/>
                  <a:gd name="T5" fmla="*/ 127 h 159"/>
                  <a:gd name="T6" fmla="*/ 203 w 239"/>
                  <a:gd name="T7" fmla="*/ 111 h 159"/>
                  <a:gd name="T8" fmla="*/ 203 w 239"/>
                  <a:gd name="T9" fmla="*/ 66 h 159"/>
                  <a:gd name="T10" fmla="*/ 178 w 239"/>
                  <a:gd name="T11" fmla="*/ 48 h 159"/>
                  <a:gd name="T12" fmla="*/ 148 w 239"/>
                  <a:gd name="T13" fmla="*/ 59 h 159"/>
                  <a:gd name="T14" fmla="*/ 126 w 239"/>
                  <a:gd name="T15" fmla="*/ 102 h 159"/>
                  <a:gd name="T16" fmla="*/ 31 w 239"/>
                  <a:gd name="T17" fmla="*/ 134 h 159"/>
                  <a:gd name="T18" fmla="*/ 5 w 239"/>
                  <a:gd name="T19" fmla="*/ 94 h 159"/>
                  <a:gd name="T20" fmla="*/ 4 w 239"/>
                  <a:gd name="T21" fmla="*/ 42 h 159"/>
                  <a:gd name="T22" fmla="*/ 16 w 239"/>
                  <a:gd name="T23" fmla="*/ 31 h 159"/>
                  <a:gd name="T24" fmla="*/ 34 w 239"/>
                  <a:gd name="T25" fmla="*/ 49 h 159"/>
                  <a:gd name="T26" fmla="*/ 34 w 239"/>
                  <a:gd name="T27" fmla="*/ 79 h 159"/>
                  <a:gd name="T28" fmla="*/ 55 w 239"/>
                  <a:gd name="T29" fmla="*/ 102 h 159"/>
                  <a:gd name="T30" fmla="*/ 86 w 239"/>
                  <a:gd name="T31" fmla="*/ 89 h 159"/>
                  <a:gd name="T32" fmla="*/ 106 w 239"/>
                  <a:gd name="T33" fmla="*/ 47 h 159"/>
                  <a:gd name="T34" fmla="*/ 184 w 239"/>
                  <a:gd name="T35" fmla="*/ 6 h 159"/>
                  <a:gd name="T36" fmla="*/ 238 w 239"/>
                  <a:gd name="T37" fmla="*/ 69 h 159"/>
                  <a:gd name="T38" fmla="*/ 239 w 239"/>
                  <a:gd name="T39" fmla="*/ 90 h 159"/>
                  <a:gd name="T40" fmla="*/ 239 w 239"/>
                  <a:gd name="T41" fmla="*/ 9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9" h="159">
                    <a:moveTo>
                      <a:pt x="239" y="90"/>
                    </a:moveTo>
                    <a:cubicBezTo>
                      <a:pt x="239" y="95"/>
                      <a:pt x="239" y="100"/>
                      <a:pt x="238" y="105"/>
                    </a:cubicBezTo>
                    <a:cubicBezTo>
                      <a:pt x="237" y="125"/>
                      <a:pt x="227" y="133"/>
                      <a:pt x="208" y="127"/>
                    </a:cubicBezTo>
                    <a:cubicBezTo>
                      <a:pt x="205" y="126"/>
                      <a:pt x="202" y="116"/>
                      <a:pt x="203" y="111"/>
                    </a:cubicBezTo>
                    <a:cubicBezTo>
                      <a:pt x="208" y="95"/>
                      <a:pt x="209" y="81"/>
                      <a:pt x="203" y="66"/>
                    </a:cubicBezTo>
                    <a:cubicBezTo>
                      <a:pt x="198" y="53"/>
                      <a:pt x="189" y="49"/>
                      <a:pt x="178" y="48"/>
                    </a:cubicBezTo>
                    <a:cubicBezTo>
                      <a:pt x="166" y="46"/>
                      <a:pt x="154" y="47"/>
                      <a:pt x="148" y="59"/>
                    </a:cubicBezTo>
                    <a:cubicBezTo>
                      <a:pt x="140" y="73"/>
                      <a:pt x="133" y="87"/>
                      <a:pt x="126" y="102"/>
                    </a:cubicBezTo>
                    <a:cubicBezTo>
                      <a:pt x="108" y="142"/>
                      <a:pt x="63" y="159"/>
                      <a:pt x="31" y="134"/>
                    </a:cubicBezTo>
                    <a:cubicBezTo>
                      <a:pt x="19" y="125"/>
                      <a:pt x="9" y="109"/>
                      <a:pt x="5" y="94"/>
                    </a:cubicBezTo>
                    <a:cubicBezTo>
                      <a:pt x="0" y="78"/>
                      <a:pt x="2" y="60"/>
                      <a:pt x="4" y="42"/>
                    </a:cubicBezTo>
                    <a:cubicBezTo>
                      <a:pt x="4" y="38"/>
                      <a:pt x="11" y="32"/>
                      <a:pt x="16" y="31"/>
                    </a:cubicBezTo>
                    <a:cubicBezTo>
                      <a:pt x="35" y="28"/>
                      <a:pt x="36" y="30"/>
                      <a:pt x="34" y="49"/>
                    </a:cubicBezTo>
                    <a:cubicBezTo>
                      <a:pt x="33" y="59"/>
                      <a:pt x="33" y="69"/>
                      <a:pt x="34" y="79"/>
                    </a:cubicBezTo>
                    <a:cubicBezTo>
                      <a:pt x="36" y="91"/>
                      <a:pt x="42" y="100"/>
                      <a:pt x="55" y="102"/>
                    </a:cubicBezTo>
                    <a:cubicBezTo>
                      <a:pt x="68" y="104"/>
                      <a:pt x="80" y="101"/>
                      <a:pt x="86" y="89"/>
                    </a:cubicBezTo>
                    <a:cubicBezTo>
                      <a:pt x="93" y="75"/>
                      <a:pt x="100" y="61"/>
                      <a:pt x="106" y="47"/>
                    </a:cubicBezTo>
                    <a:cubicBezTo>
                      <a:pt x="123" y="13"/>
                      <a:pt x="149" y="0"/>
                      <a:pt x="184" y="6"/>
                    </a:cubicBezTo>
                    <a:cubicBezTo>
                      <a:pt x="213" y="11"/>
                      <a:pt x="234" y="36"/>
                      <a:pt x="238" y="69"/>
                    </a:cubicBezTo>
                    <a:cubicBezTo>
                      <a:pt x="239" y="76"/>
                      <a:pt x="238" y="83"/>
                      <a:pt x="239" y="90"/>
                    </a:cubicBezTo>
                    <a:cubicBezTo>
                      <a:pt x="239" y="90"/>
                      <a:pt x="239" y="90"/>
                      <a:pt x="239" y="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2" name="Freeform 251"/>
              <p:cNvSpPr/>
              <p:nvPr/>
            </p:nvSpPr>
            <p:spPr bwMode="auto">
              <a:xfrm>
                <a:off x="15144750" y="1139825"/>
                <a:ext cx="795337" cy="593725"/>
              </a:xfrm>
              <a:custGeom>
                <a:avLst/>
                <a:gdLst>
                  <a:gd name="T0" fmla="*/ 72 w 252"/>
                  <a:gd name="T1" fmla="*/ 8 h 188"/>
                  <a:gd name="T2" fmla="*/ 67 w 252"/>
                  <a:gd name="T3" fmla="*/ 17 h 188"/>
                  <a:gd name="T4" fmla="*/ 96 w 252"/>
                  <a:gd name="T5" fmla="*/ 126 h 188"/>
                  <a:gd name="T6" fmla="*/ 136 w 252"/>
                  <a:gd name="T7" fmla="*/ 138 h 188"/>
                  <a:gd name="T8" fmla="*/ 219 w 252"/>
                  <a:gd name="T9" fmla="*/ 66 h 188"/>
                  <a:gd name="T10" fmla="*/ 226 w 252"/>
                  <a:gd name="T11" fmla="*/ 52 h 188"/>
                  <a:gd name="T12" fmla="*/ 252 w 252"/>
                  <a:gd name="T13" fmla="*/ 67 h 188"/>
                  <a:gd name="T14" fmla="*/ 174 w 252"/>
                  <a:gd name="T15" fmla="*/ 178 h 188"/>
                  <a:gd name="T16" fmla="*/ 33 w 252"/>
                  <a:gd name="T17" fmla="*/ 132 h 188"/>
                  <a:gd name="T18" fmla="*/ 37 w 252"/>
                  <a:gd name="T19" fmla="*/ 4 h 188"/>
                  <a:gd name="T20" fmla="*/ 49 w 252"/>
                  <a:gd name="T21" fmla="*/ 0 h 188"/>
                  <a:gd name="T22" fmla="*/ 72 w 252"/>
                  <a:gd name="T23" fmla="*/ 8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52" h="188">
                    <a:moveTo>
                      <a:pt x="72" y="8"/>
                    </a:moveTo>
                    <a:cubicBezTo>
                      <a:pt x="70" y="12"/>
                      <a:pt x="69" y="15"/>
                      <a:pt x="67" y="17"/>
                    </a:cubicBezTo>
                    <a:cubicBezTo>
                      <a:pt x="34" y="61"/>
                      <a:pt x="46" y="106"/>
                      <a:pt x="96" y="126"/>
                    </a:cubicBezTo>
                    <a:cubicBezTo>
                      <a:pt x="109" y="132"/>
                      <a:pt x="123" y="136"/>
                      <a:pt x="136" y="138"/>
                    </a:cubicBezTo>
                    <a:cubicBezTo>
                      <a:pt x="186" y="145"/>
                      <a:pt x="219" y="116"/>
                      <a:pt x="219" y="66"/>
                    </a:cubicBezTo>
                    <a:cubicBezTo>
                      <a:pt x="220" y="61"/>
                      <a:pt x="223" y="52"/>
                      <a:pt x="226" y="52"/>
                    </a:cubicBezTo>
                    <a:cubicBezTo>
                      <a:pt x="238" y="49"/>
                      <a:pt x="252" y="58"/>
                      <a:pt x="252" y="67"/>
                    </a:cubicBezTo>
                    <a:cubicBezTo>
                      <a:pt x="252" y="109"/>
                      <a:pt x="231" y="168"/>
                      <a:pt x="174" y="178"/>
                    </a:cubicBezTo>
                    <a:cubicBezTo>
                      <a:pt x="120" y="188"/>
                      <a:pt x="70" y="175"/>
                      <a:pt x="33" y="132"/>
                    </a:cubicBezTo>
                    <a:cubicBezTo>
                      <a:pt x="0" y="93"/>
                      <a:pt x="12" y="39"/>
                      <a:pt x="37" y="4"/>
                    </a:cubicBezTo>
                    <a:cubicBezTo>
                      <a:pt x="39" y="1"/>
                      <a:pt x="45" y="0"/>
                      <a:pt x="49" y="0"/>
                    </a:cubicBezTo>
                    <a:cubicBezTo>
                      <a:pt x="57" y="1"/>
                      <a:pt x="63" y="5"/>
                      <a:pt x="7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3" name="Freeform 252"/>
              <p:cNvSpPr/>
              <p:nvPr/>
            </p:nvSpPr>
            <p:spPr bwMode="auto">
              <a:xfrm>
                <a:off x="22726650" y="3941763"/>
                <a:ext cx="806450" cy="593725"/>
              </a:xfrm>
              <a:custGeom>
                <a:avLst/>
                <a:gdLst>
                  <a:gd name="T0" fmla="*/ 255 w 255"/>
                  <a:gd name="T1" fmla="*/ 29 h 188"/>
                  <a:gd name="T2" fmla="*/ 241 w 255"/>
                  <a:gd name="T3" fmla="*/ 60 h 188"/>
                  <a:gd name="T4" fmla="*/ 225 w 255"/>
                  <a:gd name="T5" fmla="*/ 68 h 188"/>
                  <a:gd name="T6" fmla="*/ 156 w 255"/>
                  <a:gd name="T7" fmla="*/ 72 h 188"/>
                  <a:gd name="T8" fmla="*/ 141 w 255"/>
                  <a:gd name="T9" fmla="*/ 77 h 188"/>
                  <a:gd name="T10" fmla="*/ 149 w 255"/>
                  <a:gd name="T11" fmla="*/ 89 h 188"/>
                  <a:gd name="T12" fmla="*/ 192 w 255"/>
                  <a:gd name="T13" fmla="*/ 137 h 188"/>
                  <a:gd name="T14" fmla="*/ 196 w 255"/>
                  <a:gd name="T15" fmla="*/ 167 h 188"/>
                  <a:gd name="T16" fmla="*/ 185 w 255"/>
                  <a:gd name="T17" fmla="*/ 188 h 188"/>
                  <a:gd name="T18" fmla="*/ 152 w 255"/>
                  <a:gd name="T19" fmla="*/ 151 h 188"/>
                  <a:gd name="T20" fmla="*/ 127 w 255"/>
                  <a:gd name="T21" fmla="*/ 121 h 188"/>
                  <a:gd name="T22" fmla="*/ 24 w 255"/>
                  <a:gd name="T23" fmla="*/ 46 h 188"/>
                  <a:gd name="T24" fmla="*/ 11 w 255"/>
                  <a:gd name="T25" fmla="*/ 13 h 188"/>
                  <a:gd name="T26" fmla="*/ 19 w 255"/>
                  <a:gd name="T27" fmla="*/ 0 h 188"/>
                  <a:gd name="T28" fmla="*/ 84 w 255"/>
                  <a:gd name="T29" fmla="*/ 27 h 188"/>
                  <a:gd name="T30" fmla="*/ 124 w 255"/>
                  <a:gd name="T31" fmla="*/ 34 h 188"/>
                  <a:gd name="T32" fmla="*/ 237 w 255"/>
                  <a:gd name="T33" fmla="*/ 29 h 188"/>
                  <a:gd name="T34" fmla="*/ 255 w 255"/>
                  <a:gd name="T35" fmla="*/ 29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5" h="188">
                    <a:moveTo>
                      <a:pt x="255" y="29"/>
                    </a:moveTo>
                    <a:cubicBezTo>
                      <a:pt x="249" y="42"/>
                      <a:pt x="246" y="52"/>
                      <a:pt x="241" y="60"/>
                    </a:cubicBezTo>
                    <a:cubicBezTo>
                      <a:pt x="238" y="64"/>
                      <a:pt x="230" y="67"/>
                      <a:pt x="225" y="68"/>
                    </a:cubicBezTo>
                    <a:cubicBezTo>
                      <a:pt x="202" y="70"/>
                      <a:pt x="179" y="71"/>
                      <a:pt x="156" y="72"/>
                    </a:cubicBezTo>
                    <a:cubicBezTo>
                      <a:pt x="151" y="73"/>
                      <a:pt x="146" y="75"/>
                      <a:pt x="141" y="77"/>
                    </a:cubicBezTo>
                    <a:cubicBezTo>
                      <a:pt x="144" y="81"/>
                      <a:pt x="145" y="85"/>
                      <a:pt x="149" y="89"/>
                    </a:cubicBezTo>
                    <a:cubicBezTo>
                      <a:pt x="163" y="105"/>
                      <a:pt x="177" y="121"/>
                      <a:pt x="192" y="137"/>
                    </a:cubicBezTo>
                    <a:cubicBezTo>
                      <a:pt x="201" y="146"/>
                      <a:pt x="203" y="155"/>
                      <a:pt x="196" y="167"/>
                    </a:cubicBezTo>
                    <a:cubicBezTo>
                      <a:pt x="192" y="173"/>
                      <a:pt x="190" y="179"/>
                      <a:pt x="185" y="188"/>
                    </a:cubicBezTo>
                    <a:cubicBezTo>
                      <a:pt x="173" y="174"/>
                      <a:pt x="162" y="163"/>
                      <a:pt x="152" y="151"/>
                    </a:cubicBezTo>
                    <a:cubicBezTo>
                      <a:pt x="143" y="141"/>
                      <a:pt x="134" y="132"/>
                      <a:pt x="127" y="121"/>
                    </a:cubicBezTo>
                    <a:cubicBezTo>
                      <a:pt x="102" y="83"/>
                      <a:pt x="66" y="61"/>
                      <a:pt x="24" y="46"/>
                    </a:cubicBezTo>
                    <a:cubicBezTo>
                      <a:pt x="0" y="37"/>
                      <a:pt x="0" y="36"/>
                      <a:pt x="11" y="13"/>
                    </a:cubicBezTo>
                    <a:cubicBezTo>
                      <a:pt x="13" y="9"/>
                      <a:pt x="16" y="5"/>
                      <a:pt x="19" y="0"/>
                    </a:cubicBezTo>
                    <a:cubicBezTo>
                      <a:pt x="41" y="10"/>
                      <a:pt x="62" y="19"/>
                      <a:pt x="84" y="27"/>
                    </a:cubicBezTo>
                    <a:cubicBezTo>
                      <a:pt x="97" y="32"/>
                      <a:pt x="111" y="34"/>
                      <a:pt x="124" y="34"/>
                    </a:cubicBezTo>
                    <a:cubicBezTo>
                      <a:pt x="162" y="34"/>
                      <a:pt x="199" y="31"/>
                      <a:pt x="237" y="29"/>
                    </a:cubicBezTo>
                    <a:cubicBezTo>
                      <a:pt x="241" y="29"/>
                      <a:pt x="246" y="29"/>
                      <a:pt x="255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4" name="Freeform 253"/>
              <p:cNvSpPr/>
              <p:nvPr/>
            </p:nvSpPr>
            <p:spPr bwMode="auto">
              <a:xfrm>
                <a:off x="22926675" y="3430588"/>
                <a:ext cx="760412" cy="457200"/>
              </a:xfrm>
              <a:custGeom>
                <a:avLst/>
                <a:gdLst>
                  <a:gd name="T0" fmla="*/ 241 w 241"/>
                  <a:gd name="T1" fmla="*/ 14 h 145"/>
                  <a:gd name="T2" fmla="*/ 220 w 241"/>
                  <a:gd name="T3" fmla="*/ 96 h 145"/>
                  <a:gd name="T4" fmla="*/ 210 w 241"/>
                  <a:gd name="T5" fmla="*/ 133 h 145"/>
                  <a:gd name="T6" fmla="*/ 191 w 241"/>
                  <a:gd name="T7" fmla="*/ 141 h 145"/>
                  <a:gd name="T8" fmla="*/ 179 w 241"/>
                  <a:gd name="T9" fmla="*/ 125 h 145"/>
                  <a:gd name="T10" fmla="*/ 183 w 241"/>
                  <a:gd name="T11" fmla="*/ 109 h 145"/>
                  <a:gd name="T12" fmla="*/ 167 w 241"/>
                  <a:gd name="T13" fmla="*/ 81 h 145"/>
                  <a:gd name="T14" fmla="*/ 16 w 241"/>
                  <a:gd name="T15" fmla="*/ 42 h 145"/>
                  <a:gd name="T16" fmla="*/ 0 w 241"/>
                  <a:gd name="T17" fmla="*/ 32 h 145"/>
                  <a:gd name="T18" fmla="*/ 8 w 241"/>
                  <a:gd name="T19" fmla="*/ 2 h 145"/>
                  <a:gd name="T20" fmla="*/ 20 w 241"/>
                  <a:gd name="T21" fmla="*/ 1 h 145"/>
                  <a:gd name="T22" fmla="*/ 184 w 241"/>
                  <a:gd name="T23" fmla="*/ 44 h 145"/>
                  <a:gd name="T24" fmla="*/ 203 w 241"/>
                  <a:gd name="T25" fmla="*/ 33 h 145"/>
                  <a:gd name="T26" fmla="*/ 209 w 241"/>
                  <a:gd name="T27" fmla="*/ 13 h 145"/>
                  <a:gd name="T28" fmla="*/ 217 w 241"/>
                  <a:gd name="T29" fmla="*/ 0 h 145"/>
                  <a:gd name="T30" fmla="*/ 239 w 241"/>
                  <a:gd name="T31" fmla="*/ 6 h 145"/>
                  <a:gd name="T32" fmla="*/ 241 w 241"/>
                  <a:gd name="T33" fmla="*/ 14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1" h="145">
                    <a:moveTo>
                      <a:pt x="241" y="14"/>
                    </a:moveTo>
                    <a:cubicBezTo>
                      <a:pt x="234" y="42"/>
                      <a:pt x="227" y="69"/>
                      <a:pt x="220" y="96"/>
                    </a:cubicBezTo>
                    <a:cubicBezTo>
                      <a:pt x="217" y="108"/>
                      <a:pt x="212" y="121"/>
                      <a:pt x="210" y="133"/>
                    </a:cubicBezTo>
                    <a:cubicBezTo>
                      <a:pt x="207" y="145"/>
                      <a:pt x="199" y="143"/>
                      <a:pt x="191" y="141"/>
                    </a:cubicBezTo>
                    <a:cubicBezTo>
                      <a:pt x="183" y="139"/>
                      <a:pt x="175" y="137"/>
                      <a:pt x="179" y="125"/>
                    </a:cubicBezTo>
                    <a:cubicBezTo>
                      <a:pt x="180" y="120"/>
                      <a:pt x="182" y="115"/>
                      <a:pt x="183" y="109"/>
                    </a:cubicBezTo>
                    <a:cubicBezTo>
                      <a:pt x="189" y="88"/>
                      <a:pt x="188" y="86"/>
                      <a:pt x="167" y="81"/>
                    </a:cubicBezTo>
                    <a:cubicBezTo>
                      <a:pt x="117" y="68"/>
                      <a:pt x="66" y="55"/>
                      <a:pt x="16" y="42"/>
                    </a:cubicBezTo>
                    <a:cubicBezTo>
                      <a:pt x="10" y="40"/>
                      <a:pt x="0" y="35"/>
                      <a:pt x="0" y="32"/>
                    </a:cubicBezTo>
                    <a:cubicBezTo>
                      <a:pt x="0" y="22"/>
                      <a:pt x="4" y="12"/>
                      <a:pt x="8" y="2"/>
                    </a:cubicBezTo>
                    <a:cubicBezTo>
                      <a:pt x="8" y="0"/>
                      <a:pt x="16" y="0"/>
                      <a:pt x="20" y="1"/>
                    </a:cubicBezTo>
                    <a:cubicBezTo>
                      <a:pt x="75" y="15"/>
                      <a:pt x="130" y="29"/>
                      <a:pt x="184" y="44"/>
                    </a:cubicBezTo>
                    <a:cubicBezTo>
                      <a:pt x="195" y="47"/>
                      <a:pt x="202" y="45"/>
                      <a:pt x="203" y="33"/>
                    </a:cubicBezTo>
                    <a:cubicBezTo>
                      <a:pt x="205" y="26"/>
                      <a:pt x="207" y="19"/>
                      <a:pt x="209" y="13"/>
                    </a:cubicBezTo>
                    <a:cubicBezTo>
                      <a:pt x="211" y="8"/>
                      <a:pt x="214" y="0"/>
                      <a:pt x="217" y="0"/>
                    </a:cubicBezTo>
                    <a:cubicBezTo>
                      <a:pt x="224" y="1"/>
                      <a:pt x="232" y="4"/>
                      <a:pt x="239" y="6"/>
                    </a:cubicBezTo>
                    <a:cubicBezTo>
                      <a:pt x="241" y="7"/>
                      <a:pt x="241" y="12"/>
                      <a:pt x="24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5" name="Freeform 254"/>
              <p:cNvSpPr/>
              <p:nvPr/>
            </p:nvSpPr>
            <p:spPr bwMode="auto">
              <a:xfrm>
                <a:off x="15017750" y="2103438"/>
                <a:ext cx="750887" cy="460375"/>
              </a:xfrm>
              <a:custGeom>
                <a:avLst/>
                <a:gdLst>
                  <a:gd name="T0" fmla="*/ 6 w 238"/>
                  <a:gd name="T1" fmla="*/ 72 h 146"/>
                  <a:gd name="T2" fmla="*/ 6 w 238"/>
                  <a:gd name="T3" fmla="*/ 15 h 146"/>
                  <a:gd name="T4" fmla="*/ 21 w 238"/>
                  <a:gd name="T5" fmla="*/ 1 h 146"/>
                  <a:gd name="T6" fmla="*/ 37 w 238"/>
                  <a:gd name="T7" fmla="*/ 16 h 146"/>
                  <a:gd name="T8" fmla="*/ 75 w 238"/>
                  <a:gd name="T9" fmla="*/ 56 h 146"/>
                  <a:gd name="T10" fmla="*/ 218 w 238"/>
                  <a:gd name="T11" fmla="*/ 62 h 146"/>
                  <a:gd name="T12" fmla="*/ 234 w 238"/>
                  <a:gd name="T13" fmla="*/ 85 h 146"/>
                  <a:gd name="T14" fmla="*/ 216 w 238"/>
                  <a:gd name="T15" fmla="*/ 103 h 146"/>
                  <a:gd name="T16" fmla="*/ 53 w 238"/>
                  <a:gd name="T17" fmla="*/ 94 h 146"/>
                  <a:gd name="T18" fmla="*/ 33 w 238"/>
                  <a:gd name="T19" fmla="*/ 112 h 146"/>
                  <a:gd name="T20" fmla="*/ 32 w 238"/>
                  <a:gd name="T21" fmla="*/ 126 h 146"/>
                  <a:gd name="T22" fmla="*/ 16 w 238"/>
                  <a:gd name="T23" fmla="*/ 145 h 146"/>
                  <a:gd name="T24" fmla="*/ 1 w 238"/>
                  <a:gd name="T25" fmla="*/ 124 h 146"/>
                  <a:gd name="T26" fmla="*/ 3 w 238"/>
                  <a:gd name="T27" fmla="*/ 72 h 146"/>
                  <a:gd name="T28" fmla="*/ 6 w 238"/>
                  <a:gd name="T29" fmla="*/ 72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38" h="146">
                    <a:moveTo>
                      <a:pt x="6" y="72"/>
                    </a:moveTo>
                    <a:cubicBezTo>
                      <a:pt x="6" y="53"/>
                      <a:pt x="6" y="34"/>
                      <a:pt x="6" y="15"/>
                    </a:cubicBezTo>
                    <a:cubicBezTo>
                      <a:pt x="5" y="4"/>
                      <a:pt x="10" y="0"/>
                      <a:pt x="21" y="1"/>
                    </a:cubicBezTo>
                    <a:cubicBezTo>
                      <a:pt x="32" y="1"/>
                      <a:pt x="38" y="3"/>
                      <a:pt x="37" y="16"/>
                    </a:cubicBezTo>
                    <a:cubicBezTo>
                      <a:pt x="36" y="54"/>
                      <a:pt x="27" y="54"/>
                      <a:pt x="75" y="56"/>
                    </a:cubicBezTo>
                    <a:cubicBezTo>
                      <a:pt x="123" y="57"/>
                      <a:pt x="171" y="61"/>
                      <a:pt x="218" y="62"/>
                    </a:cubicBezTo>
                    <a:cubicBezTo>
                      <a:pt x="238" y="63"/>
                      <a:pt x="234" y="74"/>
                      <a:pt x="234" y="85"/>
                    </a:cubicBezTo>
                    <a:cubicBezTo>
                      <a:pt x="234" y="98"/>
                      <a:pt x="230" y="104"/>
                      <a:pt x="216" y="103"/>
                    </a:cubicBezTo>
                    <a:cubicBezTo>
                      <a:pt x="161" y="100"/>
                      <a:pt x="107" y="98"/>
                      <a:pt x="53" y="94"/>
                    </a:cubicBezTo>
                    <a:cubicBezTo>
                      <a:pt x="38" y="93"/>
                      <a:pt x="32" y="98"/>
                      <a:pt x="33" y="112"/>
                    </a:cubicBezTo>
                    <a:cubicBezTo>
                      <a:pt x="33" y="117"/>
                      <a:pt x="33" y="121"/>
                      <a:pt x="32" y="126"/>
                    </a:cubicBezTo>
                    <a:cubicBezTo>
                      <a:pt x="32" y="136"/>
                      <a:pt x="32" y="146"/>
                      <a:pt x="16" y="145"/>
                    </a:cubicBezTo>
                    <a:cubicBezTo>
                      <a:pt x="2" y="144"/>
                      <a:pt x="0" y="137"/>
                      <a:pt x="1" y="124"/>
                    </a:cubicBezTo>
                    <a:cubicBezTo>
                      <a:pt x="2" y="107"/>
                      <a:pt x="3" y="90"/>
                      <a:pt x="3" y="72"/>
                    </a:cubicBezTo>
                    <a:cubicBezTo>
                      <a:pt x="4" y="72"/>
                      <a:pt x="5" y="72"/>
                      <a:pt x="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6" name="Freeform 255"/>
              <p:cNvSpPr/>
              <p:nvPr/>
            </p:nvSpPr>
            <p:spPr bwMode="auto">
              <a:xfrm>
                <a:off x="20959763" y="-1406525"/>
                <a:ext cx="450850" cy="828675"/>
              </a:xfrm>
              <a:custGeom>
                <a:avLst/>
                <a:gdLst>
                  <a:gd name="T0" fmla="*/ 143 w 143"/>
                  <a:gd name="T1" fmla="*/ 25 h 262"/>
                  <a:gd name="T2" fmla="*/ 137 w 143"/>
                  <a:gd name="T3" fmla="*/ 36 h 262"/>
                  <a:gd name="T4" fmla="*/ 60 w 143"/>
                  <a:gd name="T5" fmla="*/ 183 h 262"/>
                  <a:gd name="T6" fmla="*/ 68 w 143"/>
                  <a:gd name="T7" fmla="*/ 207 h 262"/>
                  <a:gd name="T8" fmla="*/ 109 w 143"/>
                  <a:gd name="T9" fmla="*/ 229 h 262"/>
                  <a:gd name="T10" fmla="*/ 113 w 143"/>
                  <a:gd name="T11" fmla="*/ 247 h 262"/>
                  <a:gd name="T12" fmla="*/ 95 w 143"/>
                  <a:gd name="T13" fmla="*/ 257 h 262"/>
                  <a:gd name="T14" fmla="*/ 12 w 143"/>
                  <a:gd name="T15" fmla="*/ 214 h 262"/>
                  <a:gd name="T16" fmla="*/ 9 w 143"/>
                  <a:gd name="T17" fmla="*/ 192 h 262"/>
                  <a:gd name="T18" fmla="*/ 63 w 143"/>
                  <a:gd name="T19" fmla="*/ 90 h 262"/>
                  <a:gd name="T20" fmla="*/ 97 w 143"/>
                  <a:gd name="T21" fmla="*/ 26 h 262"/>
                  <a:gd name="T22" fmla="*/ 132 w 143"/>
                  <a:gd name="T23" fmla="*/ 17 h 262"/>
                  <a:gd name="T24" fmla="*/ 143 w 143"/>
                  <a:gd name="T25" fmla="*/ 25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3" h="262">
                    <a:moveTo>
                      <a:pt x="143" y="25"/>
                    </a:moveTo>
                    <a:cubicBezTo>
                      <a:pt x="141" y="30"/>
                      <a:pt x="139" y="33"/>
                      <a:pt x="137" y="36"/>
                    </a:cubicBezTo>
                    <a:cubicBezTo>
                      <a:pt x="112" y="85"/>
                      <a:pt x="86" y="134"/>
                      <a:pt x="60" y="183"/>
                    </a:cubicBezTo>
                    <a:cubicBezTo>
                      <a:pt x="53" y="195"/>
                      <a:pt x="56" y="201"/>
                      <a:pt x="68" y="207"/>
                    </a:cubicBezTo>
                    <a:cubicBezTo>
                      <a:pt x="82" y="214"/>
                      <a:pt x="95" y="222"/>
                      <a:pt x="109" y="229"/>
                    </a:cubicBezTo>
                    <a:cubicBezTo>
                      <a:pt x="118" y="234"/>
                      <a:pt x="117" y="240"/>
                      <a:pt x="113" y="247"/>
                    </a:cubicBezTo>
                    <a:cubicBezTo>
                      <a:pt x="109" y="254"/>
                      <a:pt x="105" y="262"/>
                      <a:pt x="95" y="257"/>
                    </a:cubicBezTo>
                    <a:cubicBezTo>
                      <a:pt x="67" y="242"/>
                      <a:pt x="40" y="228"/>
                      <a:pt x="12" y="214"/>
                    </a:cubicBezTo>
                    <a:cubicBezTo>
                      <a:pt x="0" y="207"/>
                      <a:pt x="5" y="199"/>
                      <a:pt x="9" y="192"/>
                    </a:cubicBezTo>
                    <a:cubicBezTo>
                      <a:pt x="27" y="157"/>
                      <a:pt x="45" y="124"/>
                      <a:pt x="63" y="90"/>
                    </a:cubicBezTo>
                    <a:cubicBezTo>
                      <a:pt x="74" y="69"/>
                      <a:pt x="86" y="48"/>
                      <a:pt x="97" y="26"/>
                    </a:cubicBezTo>
                    <a:cubicBezTo>
                      <a:pt x="111" y="0"/>
                      <a:pt x="109" y="4"/>
                      <a:pt x="132" y="17"/>
                    </a:cubicBezTo>
                    <a:cubicBezTo>
                      <a:pt x="136" y="19"/>
                      <a:pt x="139" y="22"/>
                      <a:pt x="143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7" name="Freeform 256"/>
              <p:cNvSpPr/>
              <p:nvPr/>
            </p:nvSpPr>
            <p:spPr bwMode="auto">
              <a:xfrm>
                <a:off x="22301200" y="5195888"/>
                <a:ext cx="431800" cy="536575"/>
              </a:xfrm>
              <a:custGeom>
                <a:avLst/>
                <a:gdLst>
                  <a:gd name="T0" fmla="*/ 37 w 137"/>
                  <a:gd name="T1" fmla="*/ 42 h 170"/>
                  <a:gd name="T2" fmla="*/ 32 w 137"/>
                  <a:gd name="T3" fmla="*/ 72 h 170"/>
                  <a:gd name="T4" fmla="*/ 23 w 137"/>
                  <a:gd name="T5" fmla="*/ 94 h 170"/>
                  <a:gd name="T6" fmla="*/ 9 w 137"/>
                  <a:gd name="T7" fmla="*/ 98 h 170"/>
                  <a:gd name="T8" fmla="*/ 1 w 137"/>
                  <a:gd name="T9" fmla="*/ 85 h 170"/>
                  <a:gd name="T10" fmla="*/ 3 w 137"/>
                  <a:gd name="T11" fmla="*/ 72 h 170"/>
                  <a:gd name="T12" fmla="*/ 50 w 137"/>
                  <a:gd name="T13" fmla="*/ 8 h 170"/>
                  <a:gd name="T14" fmla="*/ 72 w 137"/>
                  <a:gd name="T15" fmla="*/ 8 h 170"/>
                  <a:gd name="T16" fmla="*/ 74 w 137"/>
                  <a:gd name="T17" fmla="*/ 28 h 170"/>
                  <a:gd name="T18" fmla="*/ 69 w 137"/>
                  <a:gd name="T19" fmla="*/ 40 h 170"/>
                  <a:gd name="T20" fmla="*/ 71 w 137"/>
                  <a:gd name="T21" fmla="*/ 52 h 170"/>
                  <a:gd name="T22" fmla="*/ 82 w 137"/>
                  <a:gd name="T23" fmla="*/ 47 h 170"/>
                  <a:gd name="T24" fmla="*/ 105 w 137"/>
                  <a:gd name="T25" fmla="*/ 16 h 170"/>
                  <a:gd name="T26" fmla="*/ 118 w 137"/>
                  <a:gd name="T27" fmla="*/ 8 h 170"/>
                  <a:gd name="T28" fmla="*/ 132 w 137"/>
                  <a:gd name="T29" fmla="*/ 14 h 170"/>
                  <a:gd name="T30" fmla="*/ 130 w 137"/>
                  <a:gd name="T31" fmla="*/ 29 h 170"/>
                  <a:gd name="T32" fmla="*/ 113 w 137"/>
                  <a:gd name="T33" fmla="*/ 48 h 170"/>
                  <a:gd name="T34" fmla="*/ 113 w 137"/>
                  <a:gd name="T35" fmla="*/ 67 h 170"/>
                  <a:gd name="T36" fmla="*/ 132 w 137"/>
                  <a:gd name="T37" fmla="*/ 152 h 170"/>
                  <a:gd name="T38" fmla="*/ 114 w 137"/>
                  <a:gd name="T39" fmla="*/ 168 h 170"/>
                  <a:gd name="T40" fmla="*/ 100 w 137"/>
                  <a:gd name="T41" fmla="*/ 163 h 170"/>
                  <a:gd name="T42" fmla="*/ 102 w 137"/>
                  <a:gd name="T43" fmla="*/ 146 h 170"/>
                  <a:gd name="T44" fmla="*/ 99 w 137"/>
                  <a:gd name="T45" fmla="*/ 95 h 170"/>
                  <a:gd name="T46" fmla="*/ 87 w 137"/>
                  <a:gd name="T47" fmla="*/ 87 h 170"/>
                  <a:gd name="T48" fmla="*/ 82 w 137"/>
                  <a:gd name="T49" fmla="*/ 96 h 170"/>
                  <a:gd name="T50" fmla="*/ 61 w 137"/>
                  <a:gd name="T51" fmla="*/ 131 h 170"/>
                  <a:gd name="T52" fmla="*/ 47 w 137"/>
                  <a:gd name="T53" fmla="*/ 134 h 170"/>
                  <a:gd name="T54" fmla="*/ 39 w 137"/>
                  <a:gd name="T55" fmla="*/ 121 h 170"/>
                  <a:gd name="T56" fmla="*/ 50 w 137"/>
                  <a:gd name="T57" fmla="*/ 88 h 170"/>
                  <a:gd name="T58" fmla="*/ 37 w 137"/>
                  <a:gd name="T59" fmla="*/ 42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37" h="170">
                    <a:moveTo>
                      <a:pt x="37" y="42"/>
                    </a:moveTo>
                    <a:cubicBezTo>
                      <a:pt x="35" y="55"/>
                      <a:pt x="34" y="64"/>
                      <a:pt x="32" y="72"/>
                    </a:cubicBezTo>
                    <a:cubicBezTo>
                      <a:pt x="30" y="80"/>
                      <a:pt x="27" y="88"/>
                      <a:pt x="23" y="94"/>
                    </a:cubicBezTo>
                    <a:cubicBezTo>
                      <a:pt x="21" y="97"/>
                      <a:pt x="13" y="99"/>
                      <a:pt x="9" y="98"/>
                    </a:cubicBezTo>
                    <a:cubicBezTo>
                      <a:pt x="5" y="96"/>
                      <a:pt x="2" y="89"/>
                      <a:pt x="1" y="85"/>
                    </a:cubicBezTo>
                    <a:cubicBezTo>
                      <a:pt x="0" y="81"/>
                      <a:pt x="1" y="75"/>
                      <a:pt x="3" y="72"/>
                    </a:cubicBezTo>
                    <a:cubicBezTo>
                      <a:pt x="18" y="50"/>
                      <a:pt x="34" y="29"/>
                      <a:pt x="50" y="8"/>
                    </a:cubicBezTo>
                    <a:cubicBezTo>
                      <a:pt x="56" y="0"/>
                      <a:pt x="67" y="1"/>
                      <a:pt x="72" y="8"/>
                    </a:cubicBezTo>
                    <a:cubicBezTo>
                      <a:pt x="76" y="12"/>
                      <a:pt x="75" y="21"/>
                      <a:pt x="74" y="28"/>
                    </a:cubicBezTo>
                    <a:cubicBezTo>
                      <a:pt x="74" y="32"/>
                      <a:pt x="70" y="35"/>
                      <a:pt x="69" y="40"/>
                    </a:cubicBezTo>
                    <a:cubicBezTo>
                      <a:pt x="68" y="43"/>
                      <a:pt x="70" y="48"/>
                      <a:pt x="71" y="52"/>
                    </a:cubicBezTo>
                    <a:cubicBezTo>
                      <a:pt x="75" y="50"/>
                      <a:pt x="80" y="50"/>
                      <a:pt x="82" y="47"/>
                    </a:cubicBezTo>
                    <a:cubicBezTo>
                      <a:pt x="90" y="37"/>
                      <a:pt x="97" y="26"/>
                      <a:pt x="105" y="16"/>
                    </a:cubicBezTo>
                    <a:cubicBezTo>
                      <a:pt x="108" y="12"/>
                      <a:pt x="113" y="8"/>
                      <a:pt x="118" y="8"/>
                    </a:cubicBezTo>
                    <a:cubicBezTo>
                      <a:pt x="123" y="8"/>
                      <a:pt x="130" y="10"/>
                      <a:pt x="132" y="14"/>
                    </a:cubicBezTo>
                    <a:cubicBezTo>
                      <a:pt x="134" y="18"/>
                      <a:pt x="133" y="25"/>
                      <a:pt x="130" y="29"/>
                    </a:cubicBezTo>
                    <a:cubicBezTo>
                      <a:pt x="125" y="36"/>
                      <a:pt x="119" y="42"/>
                      <a:pt x="113" y="48"/>
                    </a:cubicBezTo>
                    <a:cubicBezTo>
                      <a:pt x="107" y="54"/>
                      <a:pt x="106" y="60"/>
                      <a:pt x="113" y="67"/>
                    </a:cubicBezTo>
                    <a:cubicBezTo>
                      <a:pt x="137" y="91"/>
                      <a:pt x="137" y="122"/>
                      <a:pt x="132" y="152"/>
                    </a:cubicBezTo>
                    <a:cubicBezTo>
                      <a:pt x="131" y="159"/>
                      <a:pt x="121" y="165"/>
                      <a:pt x="114" y="168"/>
                    </a:cubicBezTo>
                    <a:cubicBezTo>
                      <a:pt x="111" y="170"/>
                      <a:pt x="102" y="166"/>
                      <a:pt x="100" y="163"/>
                    </a:cubicBezTo>
                    <a:cubicBezTo>
                      <a:pt x="98" y="158"/>
                      <a:pt x="99" y="150"/>
                      <a:pt x="102" y="146"/>
                    </a:cubicBezTo>
                    <a:cubicBezTo>
                      <a:pt x="112" y="128"/>
                      <a:pt x="109" y="111"/>
                      <a:pt x="99" y="95"/>
                    </a:cubicBezTo>
                    <a:cubicBezTo>
                      <a:pt x="97" y="91"/>
                      <a:pt x="91" y="89"/>
                      <a:pt x="87" y="87"/>
                    </a:cubicBezTo>
                    <a:cubicBezTo>
                      <a:pt x="86" y="90"/>
                      <a:pt x="84" y="93"/>
                      <a:pt x="82" y="96"/>
                    </a:cubicBezTo>
                    <a:cubicBezTo>
                      <a:pt x="75" y="108"/>
                      <a:pt x="69" y="120"/>
                      <a:pt x="61" y="131"/>
                    </a:cubicBezTo>
                    <a:cubicBezTo>
                      <a:pt x="59" y="134"/>
                      <a:pt x="51" y="136"/>
                      <a:pt x="47" y="134"/>
                    </a:cubicBezTo>
                    <a:cubicBezTo>
                      <a:pt x="43" y="132"/>
                      <a:pt x="38" y="125"/>
                      <a:pt x="39" y="121"/>
                    </a:cubicBezTo>
                    <a:cubicBezTo>
                      <a:pt x="41" y="110"/>
                      <a:pt x="46" y="99"/>
                      <a:pt x="50" y="88"/>
                    </a:cubicBezTo>
                    <a:cubicBezTo>
                      <a:pt x="56" y="71"/>
                      <a:pt x="54" y="59"/>
                      <a:pt x="37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8" name="Freeform 257"/>
              <p:cNvSpPr/>
              <p:nvPr/>
            </p:nvSpPr>
            <p:spPr bwMode="auto">
              <a:xfrm>
                <a:off x="23001288" y="3028950"/>
                <a:ext cx="742950" cy="230188"/>
              </a:xfrm>
              <a:custGeom>
                <a:avLst/>
                <a:gdLst>
                  <a:gd name="T0" fmla="*/ 235 w 235"/>
                  <a:gd name="T1" fmla="*/ 34 h 73"/>
                  <a:gd name="T2" fmla="*/ 228 w 235"/>
                  <a:gd name="T3" fmla="*/ 67 h 73"/>
                  <a:gd name="T4" fmla="*/ 217 w 235"/>
                  <a:gd name="T5" fmla="*/ 72 h 73"/>
                  <a:gd name="T6" fmla="*/ 48 w 235"/>
                  <a:gd name="T7" fmla="*/ 47 h 73"/>
                  <a:gd name="T8" fmla="*/ 15 w 235"/>
                  <a:gd name="T9" fmla="*/ 43 h 73"/>
                  <a:gd name="T10" fmla="*/ 3 w 235"/>
                  <a:gd name="T11" fmla="*/ 26 h 73"/>
                  <a:gd name="T12" fmla="*/ 4 w 235"/>
                  <a:gd name="T13" fmla="*/ 15 h 73"/>
                  <a:gd name="T14" fmla="*/ 22 w 235"/>
                  <a:gd name="T15" fmla="*/ 1 h 73"/>
                  <a:gd name="T16" fmla="*/ 162 w 235"/>
                  <a:gd name="T17" fmla="*/ 23 h 73"/>
                  <a:gd name="T18" fmla="*/ 235 w 235"/>
                  <a:gd name="T19" fmla="*/ 34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5" h="73">
                    <a:moveTo>
                      <a:pt x="235" y="34"/>
                    </a:moveTo>
                    <a:cubicBezTo>
                      <a:pt x="233" y="46"/>
                      <a:pt x="232" y="57"/>
                      <a:pt x="228" y="67"/>
                    </a:cubicBezTo>
                    <a:cubicBezTo>
                      <a:pt x="228" y="70"/>
                      <a:pt x="221" y="73"/>
                      <a:pt x="217" y="72"/>
                    </a:cubicBezTo>
                    <a:cubicBezTo>
                      <a:pt x="160" y="64"/>
                      <a:pt x="104" y="56"/>
                      <a:pt x="48" y="47"/>
                    </a:cubicBezTo>
                    <a:cubicBezTo>
                      <a:pt x="37" y="46"/>
                      <a:pt x="26" y="44"/>
                      <a:pt x="15" y="43"/>
                    </a:cubicBezTo>
                    <a:cubicBezTo>
                      <a:pt x="4" y="42"/>
                      <a:pt x="0" y="36"/>
                      <a:pt x="3" y="26"/>
                    </a:cubicBezTo>
                    <a:cubicBezTo>
                      <a:pt x="4" y="22"/>
                      <a:pt x="4" y="19"/>
                      <a:pt x="4" y="15"/>
                    </a:cubicBezTo>
                    <a:cubicBezTo>
                      <a:pt x="5" y="4"/>
                      <a:pt x="11" y="0"/>
                      <a:pt x="22" y="1"/>
                    </a:cubicBezTo>
                    <a:cubicBezTo>
                      <a:pt x="69" y="9"/>
                      <a:pt x="116" y="16"/>
                      <a:pt x="162" y="23"/>
                    </a:cubicBezTo>
                    <a:cubicBezTo>
                      <a:pt x="186" y="27"/>
                      <a:pt x="209" y="30"/>
                      <a:pt x="235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9" name="Freeform 258"/>
              <p:cNvSpPr/>
              <p:nvPr/>
            </p:nvSpPr>
            <p:spPr bwMode="auto">
              <a:xfrm>
                <a:off x="22490113" y="239713"/>
                <a:ext cx="698500" cy="471488"/>
              </a:xfrm>
              <a:custGeom>
                <a:avLst/>
                <a:gdLst>
                  <a:gd name="T0" fmla="*/ 221 w 221"/>
                  <a:gd name="T1" fmla="*/ 33 h 149"/>
                  <a:gd name="T2" fmla="*/ 208 w 221"/>
                  <a:gd name="T3" fmla="*/ 38 h 149"/>
                  <a:gd name="T4" fmla="*/ 32 w 221"/>
                  <a:gd name="T5" fmla="*/ 144 h 149"/>
                  <a:gd name="T6" fmla="*/ 15 w 221"/>
                  <a:gd name="T7" fmla="*/ 140 h 149"/>
                  <a:gd name="T8" fmla="*/ 23 w 221"/>
                  <a:gd name="T9" fmla="*/ 102 h 149"/>
                  <a:gd name="T10" fmla="*/ 180 w 221"/>
                  <a:gd name="T11" fmla="*/ 8 h 149"/>
                  <a:gd name="T12" fmla="*/ 198 w 221"/>
                  <a:gd name="T13" fmla="*/ 2 h 149"/>
                  <a:gd name="T14" fmla="*/ 216 w 221"/>
                  <a:gd name="T15" fmla="*/ 27 h 149"/>
                  <a:gd name="T16" fmla="*/ 221 w 221"/>
                  <a:gd name="T17" fmla="*/ 33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1" h="149">
                    <a:moveTo>
                      <a:pt x="221" y="33"/>
                    </a:moveTo>
                    <a:cubicBezTo>
                      <a:pt x="216" y="35"/>
                      <a:pt x="212" y="36"/>
                      <a:pt x="208" y="38"/>
                    </a:cubicBezTo>
                    <a:cubicBezTo>
                      <a:pt x="149" y="73"/>
                      <a:pt x="91" y="109"/>
                      <a:pt x="32" y="144"/>
                    </a:cubicBezTo>
                    <a:cubicBezTo>
                      <a:pt x="25" y="149"/>
                      <a:pt x="20" y="148"/>
                      <a:pt x="15" y="140"/>
                    </a:cubicBezTo>
                    <a:cubicBezTo>
                      <a:pt x="0" y="117"/>
                      <a:pt x="0" y="117"/>
                      <a:pt x="23" y="102"/>
                    </a:cubicBezTo>
                    <a:cubicBezTo>
                      <a:pt x="75" y="71"/>
                      <a:pt x="127" y="39"/>
                      <a:pt x="180" y="8"/>
                    </a:cubicBezTo>
                    <a:cubicBezTo>
                      <a:pt x="185" y="4"/>
                      <a:pt x="195" y="0"/>
                      <a:pt x="198" y="2"/>
                    </a:cubicBezTo>
                    <a:cubicBezTo>
                      <a:pt x="205" y="9"/>
                      <a:pt x="210" y="18"/>
                      <a:pt x="216" y="27"/>
                    </a:cubicBezTo>
                    <a:cubicBezTo>
                      <a:pt x="218" y="29"/>
                      <a:pt x="219" y="31"/>
                      <a:pt x="221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0" name="Freeform 259"/>
              <p:cNvSpPr/>
              <p:nvPr/>
            </p:nvSpPr>
            <p:spPr bwMode="auto">
              <a:xfrm>
                <a:off x="15687675" y="134938"/>
                <a:ext cx="671512" cy="509588"/>
              </a:xfrm>
              <a:custGeom>
                <a:avLst/>
                <a:gdLst>
                  <a:gd name="T0" fmla="*/ 21 w 213"/>
                  <a:gd name="T1" fmla="*/ 0 h 161"/>
                  <a:gd name="T2" fmla="*/ 91 w 213"/>
                  <a:gd name="T3" fmla="*/ 45 h 161"/>
                  <a:gd name="T4" fmla="*/ 201 w 213"/>
                  <a:gd name="T5" fmla="*/ 116 h 161"/>
                  <a:gd name="T6" fmla="*/ 205 w 213"/>
                  <a:gd name="T7" fmla="*/ 139 h 161"/>
                  <a:gd name="T8" fmla="*/ 179 w 213"/>
                  <a:gd name="T9" fmla="*/ 150 h 161"/>
                  <a:gd name="T10" fmla="*/ 14 w 213"/>
                  <a:gd name="T11" fmla="*/ 44 h 161"/>
                  <a:gd name="T12" fmla="*/ 9 w 213"/>
                  <a:gd name="T13" fmla="*/ 18 h 161"/>
                  <a:gd name="T14" fmla="*/ 21 w 213"/>
                  <a:gd name="T15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161">
                    <a:moveTo>
                      <a:pt x="21" y="0"/>
                    </a:moveTo>
                    <a:cubicBezTo>
                      <a:pt x="45" y="15"/>
                      <a:pt x="68" y="30"/>
                      <a:pt x="91" y="45"/>
                    </a:cubicBezTo>
                    <a:cubicBezTo>
                      <a:pt x="128" y="68"/>
                      <a:pt x="164" y="93"/>
                      <a:pt x="201" y="116"/>
                    </a:cubicBezTo>
                    <a:cubicBezTo>
                      <a:pt x="213" y="123"/>
                      <a:pt x="212" y="130"/>
                      <a:pt x="205" y="139"/>
                    </a:cubicBezTo>
                    <a:cubicBezTo>
                      <a:pt x="198" y="147"/>
                      <a:pt x="196" y="161"/>
                      <a:pt x="179" y="150"/>
                    </a:cubicBezTo>
                    <a:cubicBezTo>
                      <a:pt x="125" y="114"/>
                      <a:pt x="70" y="79"/>
                      <a:pt x="14" y="44"/>
                    </a:cubicBezTo>
                    <a:cubicBezTo>
                      <a:pt x="1" y="36"/>
                      <a:pt x="0" y="29"/>
                      <a:pt x="9" y="18"/>
                    </a:cubicBezTo>
                    <a:cubicBezTo>
                      <a:pt x="13" y="13"/>
                      <a:pt x="16" y="8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1" name="Freeform 260"/>
              <p:cNvSpPr/>
              <p:nvPr/>
            </p:nvSpPr>
            <p:spPr bwMode="auto">
              <a:xfrm>
                <a:off x="19791363" y="6102350"/>
                <a:ext cx="581025" cy="357188"/>
              </a:xfrm>
              <a:custGeom>
                <a:avLst/>
                <a:gdLst>
                  <a:gd name="T0" fmla="*/ 36 w 184"/>
                  <a:gd name="T1" fmla="*/ 68 h 113"/>
                  <a:gd name="T2" fmla="*/ 126 w 184"/>
                  <a:gd name="T3" fmla="*/ 9 h 113"/>
                  <a:gd name="T4" fmla="*/ 134 w 184"/>
                  <a:gd name="T5" fmla="*/ 2 h 113"/>
                  <a:gd name="T6" fmla="*/ 148 w 184"/>
                  <a:gd name="T7" fmla="*/ 2 h 113"/>
                  <a:gd name="T8" fmla="*/ 150 w 184"/>
                  <a:gd name="T9" fmla="*/ 14 h 113"/>
                  <a:gd name="T10" fmla="*/ 147 w 184"/>
                  <a:gd name="T11" fmla="*/ 31 h 113"/>
                  <a:gd name="T12" fmla="*/ 155 w 184"/>
                  <a:gd name="T13" fmla="*/ 29 h 113"/>
                  <a:gd name="T14" fmla="*/ 178 w 184"/>
                  <a:gd name="T15" fmla="*/ 33 h 113"/>
                  <a:gd name="T16" fmla="*/ 170 w 184"/>
                  <a:gd name="T17" fmla="*/ 54 h 113"/>
                  <a:gd name="T18" fmla="*/ 150 w 184"/>
                  <a:gd name="T19" fmla="*/ 79 h 113"/>
                  <a:gd name="T20" fmla="*/ 138 w 184"/>
                  <a:gd name="T21" fmla="*/ 91 h 113"/>
                  <a:gd name="T22" fmla="*/ 130 w 184"/>
                  <a:gd name="T23" fmla="*/ 85 h 113"/>
                  <a:gd name="T24" fmla="*/ 133 w 184"/>
                  <a:gd name="T25" fmla="*/ 67 h 113"/>
                  <a:gd name="T26" fmla="*/ 125 w 184"/>
                  <a:gd name="T27" fmla="*/ 33 h 113"/>
                  <a:gd name="T28" fmla="*/ 111 w 184"/>
                  <a:gd name="T29" fmla="*/ 38 h 113"/>
                  <a:gd name="T30" fmla="*/ 77 w 184"/>
                  <a:gd name="T31" fmla="*/ 83 h 113"/>
                  <a:gd name="T32" fmla="*/ 68 w 184"/>
                  <a:gd name="T33" fmla="*/ 99 h 113"/>
                  <a:gd name="T34" fmla="*/ 52 w 184"/>
                  <a:gd name="T35" fmla="*/ 102 h 113"/>
                  <a:gd name="T36" fmla="*/ 31 w 184"/>
                  <a:gd name="T37" fmla="*/ 105 h 113"/>
                  <a:gd name="T38" fmla="*/ 14 w 184"/>
                  <a:gd name="T39" fmla="*/ 111 h 113"/>
                  <a:gd name="T40" fmla="*/ 2 w 184"/>
                  <a:gd name="T41" fmla="*/ 92 h 113"/>
                  <a:gd name="T42" fmla="*/ 32 w 184"/>
                  <a:gd name="T43" fmla="*/ 25 h 113"/>
                  <a:gd name="T44" fmla="*/ 53 w 184"/>
                  <a:gd name="T45" fmla="*/ 20 h 113"/>
                  <a:gd name="T46" fmla="*/ 50 w 184"/>
                  <a:gd name="T47" fmla="*/ 41 h 113"/>
                  <a:gd name="T48" fmla="*/ 36 w 184"/>
                  <a:gd name="T49" fmla="*/ 6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84" h="113">
                    <a:moveTo>
                      <a:pt x="36" y="68"/>
                    </a:moveTo>
                    <a:cubicBezTo>
                      <a:pt x="70" y="52"/>
                      <a:pt x="103" y="37"/>
                      <a:pt x="126" y="9"/>
                    </a:cubicBezTo>
                    <a:cubicBezTo>
                      <a:pt x="128" y="6"/>
                      <a:pt x="131" y="3"/>
                      <a:pt x="134" y="2"/>
                    </a:cubicBezTo>
                    <a:cubicBezTo>
                      <a:pt x="138" y="1"/>
                      <a:pt x="144" y="0"/>
                      <a:pt x="148" y="2"/>
                    </a:cubicBezTo>
                    <a:cubicBezTo>
                      <a:pt x="150" y="4"/>
                      <a:pt x="150" y="10"/>
                      <a:pt x="150" y="14"/>
                    </a:cubicBezTo>
                    <a:cubicBezTo>
                      <a:pt x="150" y="19"/>
                      <a:pt x="148" y="24"/>
                      <a:pt x="147" y="31"/>
                    </a:cubicBezTo>
                    <a:cubicBezTo>
                      <a:pt x="152" y="30"/>
                      <a:pt x="154" y="30"/>
                      <a:pt x="155" y="29"/>
                    </a:cubicBezTo>
                    <a:cubicBezTo>
                      <a:pt x="164" y="23"/>
                      <a:pt x="173" y="23"/>
                      <a:pt x="178" y="33"/>
                    </a:cubicBezTo>
                    <a:cubicBezTo>
                      <a:pt x="184" y="43"/>
                      <a:pt x="176" y="48"/>
                      <a:pt x="170" y="54"/>
                    </a:cubicBezTo>
                    <a:cubicBezTo>
                      <a:pt x="162" y="61"/>
                      <a:pt x="157" y="71"/>
                      <a:pt x="150" y="79"/>
                    </a:cubicBezTo>
                    <a:cubicBezTo>
                      <a:pt x="147" y="83"/>
                      <a:pt x="143" y="88"/>
                      <a:pt x="138" y="91"/>
                    </a:cubicBezTo>
                    <a:cubicBezTo>
                      <a:pt x="137" y="92"/>
                      <a:pt x="130" y="87"/>
                      <a:pt x="130" y="85"/>
                    </a:cubicBezTo>
                    <a:cubicBezTo>
                      <a:pt x="129" y="79"/>
                      <a:pt x="130" y="72"/>
                      <a:pt x="133" y="67"/>
                    </a:cubicBezTo>
                    <a:cubicBezTo>
                      <a:pt x="139" y="58"/>
                      <a:pt x="135" y="36"/>
                      <a:pt x="125" y="33"/>
                    </a:cubicBezTo>
                    <a:cubicBezTo>
                      <a:pt x="121" y="32"/>
                      <a:pt x="114" y="34"/>
                      <a:pt x="111" y="38"/>
                    </a:cubicBezTo>
                    <a:cubicBezTo>
                      <a:pt x="99" y="52"/>
                      <a:pt x="88" y="68"/>
                      <a:pt x="77" y="83"/>
                    </a:cubicBezTo>
                    <a:cubicBezTo>
                      <a:pt x="74" y="88"/>
                      <a:pt x="71" y="94"/>
                      <a:pt x="68" y="99"/>
                    </a:cubicBezTo>
                    <a:cubicBezTo>
                      <a:pt x="64" y="105"/>
                      <a:pt x="59" y="107"/>
                      <a:pt x="52" y="102"/>
                    </a:cubicBezTo>
                    <a:cubicBezTo>
                      <a:pt x="45" y="98"/>
                      <a:pt x="38" y="97"/>
                      <a:pt x="31" y="105"/>
                    </a:cubicBezTo>
                    <a:cubicBezTo>
                      <a:pt x="27" y="109"/>
                      <a:pt x="17" y="113"/>
                      <a:pt x="14" y="111"/>
                    </a:cubicBezTo>
                    <a:cubicBezTo>
                      <a:pt x="9" y="106"/>
                      <a:pt x="0" y="96"/>
                      <a:pt x="2" y="92"/>
                    </a:cubicBezTo>
                    <a:cubicBezTo>
                      <a:pt x="10" y="69"/>
                      <a:pt x="21" y="47"/>
                      <a:pt x="32" y="25"/>
                    </a:cubicBezTo>
                    <a:cubicBezTo>
                      <a:pt x="36" y="18"/>
                      <a:pt x="45" y="12"/>
                      <a:pt x="53" y="20"/>
                    </a:cubicBezTo>
                    <a:cubicBezTo>
                      <a:pt x="62" y="28"/>
                      <a:pt x="53" y="34"/>
                      <a:pt x="50" y="41"/>
                    </a:cubicBezTo>
                    <a:cubicBezTo>
                      <a:pt x="45" y="50"/>
                      <a:pt x="40" y="59"/>
                      <a:pt x="36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2" name="Freeform 261"/>
              <p:cNvSpPr/>
              <p:nvPr/>
            </p:nvSpPr>
            <p:spPr bwMode="auto">
              <a:xfrm>
                <a:off x="21404263" y="6054725"/>
                <a:ext cx="508000" cy="223838"/>
              </a:xfrm>
              <a:custGeom>
                <a:avLst/>
                <a:gdLst>
                  <a:gd name="T0" fmla="*/ 59 w 161"/>
                  <a:gd name="T1" fmla="*/ 68 h 71"/>
                  <a:gd name="T2" fmla="*/ 3 w 161"/>
                  <a:gd name="T3" fmla="*/ 42 h 71"/>
                  <a:gd name="T4" fmla="*/ 17 w 161"/>
                  <a:gd name="T5" fmla="*/ 27 h 71"/>
                  <a:gd name="T6" fmla="*/ 115 w 161"/>
                  <a:gd name="T7" fmla="*/ 7 h 71"/>
                  <a:gd name="T8" fmla="*/ 146 w 161"/>
                  <a:gd name="T9" fmla="*/ 2 h 71"/>
                  <a:gd name="T10" fmla="*/ 152 w 161"/>
                  <a:gd name="T11" fmla="*/ 26 h 71"/>
                  <a:gd name="T12" fmla="*/ 59 w 161"/>
                  <a:gd name="T13" fmla="*/ 68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1" h="71">
                    <a:moveTo>
                      <a:pt x="59" y="68"/>
                    </a:moveTo>
                    <a:cubicBezTo>
                      <a:pt x="22" y="68"/>
                      <a:pt x="8" y="59"/>
                      <a:pt x="3" y="42"/>
                    </a:cubicBezTo>
                    <a:cubicBezTo>
                      <a:pt x="0" y="30"/>
                      <a:pt x="4" y="25"/>
                      <a:pt x="17" y="27"/>
                    </a:cubicBezTo>
                    <a:cubicBezTo>
                      <a:pt x="52" y="32"/>
                      <a:pt x="84" y="24"/>
                      <a:pt x="115" y="7"/>
                    </a:cubicBezTo>
                    <a:cubicBezTo>
                      <a:pt x="123" y="2"/>
                      <a:pt x="135" y="0"/>
                      <a:pt x="146" y="2"/>
                    </a:cubicBezTo>
                    <a:cubicBezTo>
                      <a:pt x="157" y="3"/>
                      <a:pt x="161" y="19"/>
                      <a:pt x="152" y="26"/>
                    </a:cubicBezTo>
                    <a:cubicBezTo>
                      <a:pt x="121" y="50"/>
                      <a:pt x="89" y="71"/>
                      <a:pt x="59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3" name="Freeform 262"/>
              <p:cNvSpPr/>
              <p:nvPr/>
            </p:nvSpPr>
            <p:spPr bwMode="auto">
              <a:xfrm>
                <a:off x="16486188" y="4778375"/>
                <a:ext cx="125412" cy="127000"/>
              </a:xfrm>
              <a:custGeom>
                <a:avLst/>
                <a:gdLst>
                  <a:gd name="T0" fmla="*/ 40 w 40"/>
                  <a:gd name="T1" fmla="*/ 30 h 40"/>
                  <a:gd name="T2" fmla="*/ 29 w 40"/>
                  <a:gd name="T3" fmla="*/ 39 h 40"/>
                  <a:gd name="T4" fmla="*/ 2 w 40"/>
                  <a:gd name="T5" fmla="*/ 14 h 40"/>
                  <a:gd name="T6" fmla="*/ 16 w 40"/>
                  <a:gd name="T7" fmla="*/ 3 h 40"/>
                  <a:gd name="T8" fmla="*/ 40 w 40"/>
                  <a:gd name="T9" fmla="*/ 3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0">
                    <a:moveTo>
                      <a:pt x="40" y="30"/>
                    </a:moveTo>
                    <a:cubicBezTo>
                      <a:pt x="37" y="32"/>
                      <a:pt x="34" y="38"/>
                      <a:pt x="29" y="39"/>
                    </a:cubicBezTo>
                    <a:cubicBezTo>
                      <a:pt x="19" y="40"/>
                      <a:pt x="0" y="23"/>
                      <a:pt x="2" y="14"/>
                    </a:cubicBezTo>
                    <a:cubicBezTo>
                      <a:pt x="3" y="9"/>
                      <a:pt x="10" y="4"/>
                      <a:pt x="16" y="3"/>
                    </a:cubicBezTo>
                    <a:cubicBezTo>
                      <a:pt x="27" y="0"/>
                      <a:pt x="39" y="14"/>
                      <a:pt x="4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4" name="Freeform 263"/>
              <p:cNvSpPr/>
              <p:nvPr/>
            </p:nvSpPr>
            <p:spPr bwMode="auto">
              <a:xfrm>
                <a:off x="16652875" y="4943475"/>
                <a:ext cx="136525" cy="131763"/>
              </a:xfrm>
              <a:custGeom>
                <a:avLst/>
                <a:gdLst>
                  <a:gd name="T0" fmla="*/ 43 w 43"/>
                  <a:gd name="T1" fmla="*/ 28 h 42"/>
                  <a:gd name="T2" fmla="*/ 24 w 43"/>
                  <a:gd name="T3" fmla="*/ 37 h 42"/>
                  <a:gd name="T4" fmla="*/ 1 w 43"/>
                  <a:gd name="T5" fmla="*/ 18 h 42"/>
                  <a:gd name="T6" fmla="*/ 2 w 43"/>
                  <a:gd name="T7" fmla="*/ 7 h 42"/>
                  <a:gd name="T8" fmla="*/ 43 w 43"/>
                  <a:gd name="T9" fmla="*/ 2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2">
                    <a:moveTo>
                      <a:pt x="43" y="28"/>
                    </a:moveTo>
                    <a:cubicBezTo>
                      <a:pt x="43" y="37"/>
                      <a:pt x="34" y="42"/>
                      <a:pt x="24" y="37"/>
                    </a:cubicBezTo>
                    <a:cubicBezTo>
                      <a:pt x="16" y="32"/>
                      <a:pt x="8" y="25"/>
                      <a:pt x="1" y="18"/>
                    </a:cubicBezTo>
                    <a:cubicBezTo>
                      <a:pt x="0" y="16"/>
                      <a:pt x="0" y="9"/>
                      <a:pt x="2" y="7"/>
                    </a:cubicBezTo>
                    <a:cubicBezTo>
                      <a:pt x="13" y="0"/>
                      <a:pt x="42" y="15"/>
                      <a:pt x="43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5" name="Freeform 283"/>
              <p:cNvSpPr>
                <a:spLocks noEditPoints="1"/>
              </p:cNvSpPr>
              <p:nvPr/>
            </p:nvSpPr>
            <p:spPr bwMode="auto">
              <a:xfrm>
                <a:off x="16368713" y="-493712"/>
                <a:ext cx="6076950" cy="6075363"/>
              </a:xfrm>
              <a:custGeom>
                <a:avLst/>
                <a:gdLst>
                  <a:gd name="T0" fmla="*/ 1922 w 1925"/>
                  <a:gd name="T1" fmla="*/ 963 h 1923"/>
                  <a:gd name="T2" fmla="*/ 3 w 1925"/>
                  <a:gd name="T3" fmla="*/ 955 h 1923"/>
                  <a:gd name="T4" fmla="*/ 1027 w 1925"/>
                  <a:gd name="T5" fmla="*/ 409 h 1923"/>
                  <a:gd name="T6" fmla="*/ 1155 w 1925"/>
                  <a:gd name="T7" fmla="*/ 498 h 1923"/>
                  <a:gd name="T8" fmla="*/ 1499 w 1925"/>
                  <a:gd name="T9" fmla="*/ 738 h 1923"/>
                  <a:gd name="T10" fmla="*/ 1574 w 1925"/>
                  <a:gd name="T11" fmla="*/ 643 h 1923"/>
                  <a:gd name="T12" fmla="*/ 1461 w 1925"/>
                  <a:gd name="T13" fmla="*/ 546 h 1923"/>
                  <a:gd name="T14" fmla="*/ 1457 w 1925"/>
                  <a:gd name="T15" fmla="*/ 403 h 1923"/>
                  <a:gd name="T16" fmla="*/ 1338 w 1925"/>
                  <a:gd name="T17" fmla="*/ 399 h 1923"/>
                  <a:gd name="T18" fmla="*/ 1331 w 1925"/>
                  <a:gd name="T19" fmla="*/ 472 h 1923"/>
                  <a:gd name="T20" fmla="*/ 1038 w 1925"/>
                  <a:gd name="T21" fmla="*/ 267 h 1923"/>
                  <a:gd name="T22" fmla="*/ 1025 w 1925"/>
                  <a:gd name="T23" fmla="*/ 127 h 1923"/>
                  <a:gd name="T24" fmla="*/ 900 w 1925"/>
                  <a:gd name="T25" fmla="*/ 128 h 1923"/>
                  <a:gd name="T26" fmla="*/ 885 w 1925"/>
                  <a:gd name="T27" fmla="*/ 269 h 1923"/>
                  <a:gd name="T28" fmla="*/ 592 w 1925"/>
                  <a:gd name="T29" fmla="*/ 471 h 1923"/>
                  <a:gd name="T30" fmla="*/ 578 w 1925"/>
                  <a:gd name="T31" fmla="*/ 382 h 1923"/>
                  <a:gd name="T32" fmla="*/ 465 w 1925"/>
                  <a:gd name="T33" fmla="*/ 420 h 1923"/>
                  <a:gd name="T34" fmla="*/ 446 w 1925"/>
                  <a:gd name="T35" fmla="*/ 576 h 1923"/>
                  <a:gd name="T36" fmla="*/ 336 w 1925"/>
                  <a:gd name="T37" fmla="*/ 717 h 1923"/>
                  <a:gd name="T38" fmla="*/ 450 w 1925"/>
                  <a:gd name="T39" fmla="*/ 721 h 1923"/>
                  <a:gd name="T40" fmla="*/ 899 w 1925"/>
                  <a:gd name="T41" fmla="*/ 408 h 1923"/>
                  <a:gd name="T42" fmla="*/ 890 w 1925"/>
                  <a:gd name="T43" fmla="*/ 507 h 1923"/>
                  <a:gd name="T44" fmla="*/ 467 w 1925"/>
                  <a:gd name="T45" fmla="*/ 803 h 1923"/>
                  <a:gd name="T46" fmla="*/ 332 w 1925"/>
                  <a:gd name="T47" fmla="*/ 953 h 1923"/>
                  <a:gd name="T48" fmla="*/ 440 w 1925"/>
                  <a:gd name="T49" fmla="*/ 971 h 1923"/>
                  <a:gd name="T50" fmla="*/ 464 w 1925"/>
                  <a:gd name="T51" fmla="*/ 1033 h 1923"/>
                  <a:gd name="T52" fmla="*/ 355 w 1925"/>
                  <a:gd name="T53" fmla="*/ 1124 h 1923"/>
                  <a:gd name="T54" fmla="*/ 428 w 1925"/>
                  <a:gd name="T55" fmla="*/ 1221 h 1923"/>
                  <a:gd name="T56" fmla="*/ 464 w 1925"/>
                  <a:gd name="T57" fmla="*/ 1208 h 1923"/>
                  <a:gd name="T58" fmla="*/ 454 w 1925"/>
                  <a:gd name="T59" fmla="*/ 1296 h 1923"/>
                  <a:gd name="T60" fmla="*/ 331 w 1925"/>
                  <a:gd name="T61" fmla="*/ 1401 h 1923"/>
                  <a:gd name="T62" fmla="*/ 427 w 1925"/>
                  <a:gd name="T63" fmla="*/ 1465 h 1923"/>
                  <a:gd name="T64" fmla="*/ 831 w 1925"/>
                  <a:gd name="T65" fmla="*/ 1182 h 1923"/>
                  <a:gd name="T66" fmla="*/ 899 w 1925"/>
                  <a:gd name="T67" fmla="*/ 1152 h 1923"/>
                  <a:gd name="T68" fmla="*/ 887 w 1925"/>
                  <a:gd name="T69" fmla="*/ 1236 h 1923"/>
                  <a:gd name="T70" fmla="*/ 415 w 1925"/>
                  <a:gd name="T71" fmla="*/ 1565 h 1923"/>
                  <a:gd name="T72" fmla="*/ 490 w 1925"/>
                  <a:gd name="T73" fmla="*/ 1661 h 1923"/>
                  <a:gd name="T74" fmla="*/ 855 w 1925"/>
                  <a:gd name="T75" fmla="*/ 1405 h 1923"/>
                  <a:gd name="T76" fmla="*/ 899 w 1925"/>
                  <a:gd name="T77" fmla="*/ 1395 h 1923"/>
                  <a:gd name="T78" fmla="*/ 938 w 1925"/>
                  <a:gd name="T79" fmla="*/ 1755 h 1923"/>
                  <a:gd name="T80" fmla="*/ 1025 w 1925"/>
                  <a:gd name="T81" fmla="*/ 1691 h 1923"/>
                  <a:gd name="T82" fmla="*/ 1027 w 1925"/>
                  <a:gd name="T83" fmla="*/ 1378 h 1923"/>
                  <a:gd name="T84" fmla="*/ 1333 w 1925"/>
                  <a:gd name="T85" fmla="*/ 1590 h 1923"/>
                  <a:gd name="T86" fmla="*/ 1526 w 1925"/>
                  <a:gd name="T87" fmla="*/ 1649 h 1923"/>
                  <a:gd name="T88" fmla="*/ 1482 w 1925"/>
                  <a:gd name="T89" fmla="*/ 1545 h 1923"/>
                  <a:gd name="T90" fmla="*/ 1025 w 1925"/>
                  <a:gd name="T91" fmla="*/ 1181 h 1923"/>
                  <a:gd name="T92" fmla="*/ 1037 w 1925"/>
                  <a:gd name="T93" fmla="*/ 1143 h 1923"/>
                  <a:gd name="T94" fmla="*/ 1302 w 1925"/>
                  <a:gd name="T95" fmla="*/ 1327 h 1923"/>
                  <a:gd name="T96" fmla="*/ 1540 w 1925"/>
                  <a:gd name="T97" fmla="*/ 1477 h 1923"/>
                  <a:gd name="T98" fmla="*/ 1569 w 1925"/>
                  <a:gd name="T99" fmla="*/ 1365 h 1923"/>
                  <a:gd name="T100" fmla="*/ 1460 w 1925"/>
                  <a:gd name="T101" fmla="*/ 1237 h 1923"/>
                  <a:gd name="T102" fmla="*/ 1465 w 1925"/>
                  <a:gd name="T103" fmla="*/ 1199 h 1923"/>
                  <a:gd name="T104" fmla="*/ 1587 w 1925"/>
                  <a:gd name="T105" fmla="*/ 1208 h 1923"/>
                  <a:gd name="T106" fmla="*/ 1491 w 1925"/>
                  <a:gd name="T107" fmla="*/ 1070 h 1923"/>
                  <a:gd name="T108" fmla="*/ 1461 w 1925"/>
                  <a:gd name="T109" fmla="*/ 959 h 1923"/>
                  <a:gd name="T110" fmla="*/ 1497 w 1925"/>
                  <a:gd name="T111" fmla="*/ 980 h 1923"/>
                  <a:gd name="T112" fmla="*/ 1568 w 1925"/>
                  <a:gd name="T113" fmla="*/ 880 h 1923"/>
                  <a:gd name="T114" fmla="*/ 1062 w 1925"/>
                  <a:gd name="T115" fmla="*/ 526 h 1923"/>
                  <a:gd name="T116" fmla="*/ 1025 w 1925"/>
                  <a:gd name="T117" fmla="*/ 424 h 19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925" h="1923">
                    <a:moveTo>
                      <a:pt x="961" y="0"/>
                    </a:moveTo>
                    <a:cubicBezTo>
                      <a:pt x="1503" y="3"/>
                      <a:pt x="1925" y="439"/>
                      <a:pt x="1922" y="963"/>
                    </a:cubicBezTo>
                    <a:cubicBezTo>
                      <a:pt x="1919" y="1496"/>
                      <a:pt x="1485" y="1923"/>
                      <a:pt x="954" y="1918"/>
                    </a:cubicBezTo>
                    <a:cubicBezTo>
                      <a:pt x="427" y="1913"/>
                      <a:pt x="0" y="1486"/>
                      <a:pt x="3" y="955"/>
                    </a:cubicBezTo>
                    <a:cubicBezTo>
                      <a:pt x="6" y="419"/>
                      <a:pt x="439" y="3"/>
                      <a:pt x="961" y="0"/>
                    </a:cubicBezTo>
                    <a:close/>
                    <a:moveTo>
                      <a:pt x="1027" y="409"/>
                    </a:moveTo>
                    <a:cubicBezTo>
                      <a:pt x="1034" y="413"/>
                      <a:pt x="1039" y="416"/>
                      <a:pt x="1044" y="420"/>
                    </a:cubicBezTo>
                    <a:cubicBezTo>
                      <a:pt x="1081" y="446"/>
                      <a:pt x="1118" y="472"/>
                      <a:pt x="1155" y="498"/>
                    </a:cubicBezTo>
                    <a:cubicBezTo>
                      <a:pt x="1237" y="555"/>
                      <a:pt x="1319" y="613"/>
                      <a:pt x="1401" y="670"/>
                    </a:cubicBezTo>
                    <a:cubicBezTo>
                      <a:pt x="1434" y="693"/>
                      <a:pt x="1466" y="716"/>
                      <a:pt x="1499" y="738"/>
                    </a:cubicBezTo>
                    <a:cubicBezTo>
                      <a:pt x="1531" y="760"/>
                      <a:pt x="1572" y="750"/>
                      <a:pt x="1589" y="718"/>
                    </a:cubicBezTo>
                    <a:cubicBezTo>
                      <a:pt x="1603" y="692"/>
                      <a:pt x="1598" y="661"/>
                      <a:pt x="1574" y="643"/>
                    </a:cubicBezTo>
                    <a:cubicBezTo>
                      <a:pt x="1542" y="619"/>
                      <a:pt x="1508" y="595"/>
                      <a:pt x="1474" y="572"/>
                    </a:cubicBezTo>
                    <a:cubicBezTo>
                      <a:pt x="1465" y="566"/>
                      <a:pt x="1460" y="558"/>
                      <a:pt x="1461" y="546"/>
                    </a:cubicBezTo>
                    <a:cubicBezTo>
                      <a:pt x="1461" y="509"/>
                      <a:pt x="1461" y="472"/>
                      <a:pt x="1461" y="435"/>
                    </a:cubicBezTo>
                    <a:cubicBezTo>
                      <a:pt x="1461" y="424"/>
                      <a:pt x="1460" y="413"/>
                      <a:pt x="1457" y="403"/>
                    </a:cubicBezTo>
                    <a:cubicBezTo>
                      <a:pt x="1451" y="377"/>
                      <a:pt x="1425" y="357"/>
                      <a:pt x="1399" y="357"/>
                    </a:cubicBezTo>
                    <a:cubicBezTo>
                      <a:pt x="1372" y="356"/>
                      <a:pt x="1345" y="373"/>
                      <a:pt x="1338" y="399"/>
                    </a:cubicBezTo>
                    <a:cubicBezTo>
                      <a:pt x="1334" y="415"/>
                      <a:pt x="1335" y="433"/>
                      <a:pt x="1333" y="451"/>
                    </a:cubicBezTo>
                    <a:cubicBezTo>
                      <a:pt x="1333" y="456"/>
                      <a:pt x="1332" y="462"/>
                      <a:pt x="1331" y="472"/>
                    </a:cubicBezTo>
                    <a:cubicBezTo>
                      <a:pt x="1318" y="462"/>
                      <a:pt x="1309" y="455"/>
                      <a:pt x="1299" y="448"/>
                    </a:cubicBezTo>
                    <a:cubicBezTo>
                      <a:pt x="1212" y="388"/>
                      <a:pt x="1125" y="327"/>
                      <a:pt x="1038" y="267"/>
                    </a:cubicBezTo>
                    <a:cubicBezTo>
                      <a:pt x="1028" y="260"/>
                      <a:pt x="1025" y="253"/>
                      <a:pt x="1025" y="242"/>
                    </a:cubicBezTo>
                    <a:cubicBezTo>
                      <a:pt x="1026" y="204"/>
                      <a:pt x="1026" y="165"/>
                      <a:pt x="1025" y="127"/>
                    </a:cubicBezTo>
                    <a:cubicBezTo>
                      <a:pt x="1025" y="88"/>
                      <a:pt x="998" y="61"/>
                      <a:pt x="962" y="62"/>
                    </a:cubicBezTo>
                    <a:cubicBezTo>
                      <a:pt x="926" y="62"/>
                      <a:pt x="900" y="89"/>
                      <a:pt x="900" y="128"/>
                    </a:cubicBezTo>
                    <a:cubicBezTo>
                      <a:pt x="899" y="165"/>
                      <a:pt x="899" y="203"/>
                      <a:pt x="900" y="240"/>
                    </a:cubicBezTo>
                    <a:cubicBezTo>
                      <a:pt x="900" y="253"/>
                      <a:pt x="896" y="261"/>
                      <a:pt x="885" y="269"/>
                    </a:cubicBezTo>
                    <a:cubicBezTo>
                      <a:pt x="794" y="331"/>
                      <a:pt x="704" y="395"/>
                      <a:pt x="614" y="458"/>
                    </a:cubicBezTo>
                    <a:cubicBezTo>
                      <a:pt x="608" y="462"/>
                      <a:pt x="602" y="466"/>
                      <a:pt x="592" y="471"/>
                    </a:cubicBezTo>
                    <a:cubicBezTo>
                      <a:pt x="592" y="456"/>
                      <a:pt x="593" y="444"/>
                      <a:pt x="591" y="433"/>
                    </a:cubicBezTo>
                    <a:cubicBezTo>
                      <a:pt x="588" y="416"/>
                      <a:pt x="587" y="397"/>
                      <a:pt x="578" y="382"/>
                    </a:cubicBezTo>
                    <a:cubicBezTo>
                      <a:pt x="564" y="359"/>
                      <a:pt x="535" y="352"/>
                      <a:pt x="507" y="360"/>
                    </a:cubicBezTo>
                    <a:cubicBezTo>
                      <a:pt x="484" y="367"/>
                      <a:pt x="466" y="391"/>
                      <a:pt x="465" y="420"/>
                    </a:cubicBezTo>
                    <a:cubicBezTo>
                      <a:pt x="464" y="459"/>
                      <a:pt x="464" y="499"/>
                      <a:pt x="465" y="538"/>
                    </a:cubicBezTo>
                    <a:cubicBezTo>
                      <a:pt x="465" y="555"/>
                      <a:pt x="460" y="566"/>
                      <a:pt x="446" y="576"/>
                    </a:cubicBezTo>
                    <a:cubicBezTo>
                      <a:pt x="413" y="598"/>
                      <a:pt x="380" y="621"/>
                      <a:pt x="349" y="646"/>
                    </a:cubicBezTo>
                    <a:cubicBezTo>
                      <a:pt x="326" y="663"/>
                      <a:pt x="323" y="692"/>
                      <a:pt x="336" y="717"/>
                    </a:cubicBezTo>
                    <a:cubicBezTo>
                      <a:pt x="349" y="742"/>
                      <a:pt x="374" y="756"/>
                      <a:pt x="401" y="748"/>
                    </a:cubicBezTo>
                    <a:cubicBezTo>
                      <a:pt x="418" y="742"/>
                      <a:pt x="435" y="732"/>
                      <a:pt x="450" y="721"/>
                    </a:cubicBezTo>
                    <a:cubicBezTo>
                      <a:pt x="588" y="625"/>
                      <a:pt x="726" y="528"/>
                      <a:pt x="864" y="432"/>
                    </a:cubicBezTo>
                    <a:cubicBezTo>
                      <a:pt x="874" y="424"/>
                      <a:pt x="885" y="417"/>
                      <a:pt x="899" y="408"/>
                    </a:cubicBezTo>
                    <a:cubicBezTo>
                      <a:pt x="899" y="440"/>
                      <a:pt x="900" y="468"/>
                      <a:pt x="899" y="496"/>
                    </a:cubicBezTo>
                    <a:cubicBezTo>
                      <a:pt x="899" y="499"/>
                      <a:pt x="894" y="504"/>
                      <a:pt x="890" y="507"/>
                    </a:cubicBezTo>
                    <a:cubicBezTo>
                      <a:pt x="865" y="525"/>
                      <a:pt x="840" y="542"/>
                      <a:pt x="814" y="560"/>
                    </a:cubicBezTo>
                    <a:cubicBezTo>
                      <a:pt x="699" y="641"/>
                      <a:pt x="583" y="722"/>
                      <a:pt x="467" y="803"/>
                    </a:cubicBezTo>
                    <a:cubicBezTo>
                      <a:pt x="429" y="830"/>
                      <a:pt x="390" y="857"/>
                      <a:pt x="352" y="884"/>
                    </a:cubicBezTo>
                    <a:cubicBezTo>
                      <a:pt x="330" y="900"/>
                      <a:pt x="323" y="928"/>
                      <a:pt x="332" y="953"/>
                    </a:cubicBezTo>
                    <a:cubicBezTo>
                      <a:pt x="341" y="977"/>
                      <a:pt x="362" y="991"/>
                      <a:pt x="388" y="992"/>
                    </a:cubicBezTo>
                    <a:cubicBezTo>
                      <a:pt x="409" y="992"/>
                      <a:pt x="425" y="982"/>
                      <a:pt x="440" y="971"/>
                    </a:cubicBezTo>
                    <a:cubicBezTo>
                      <a:pt x="447" y="966"/>
                      <a:pt x="454" y="962"/>
                      <a:pt x="464" y="955"/>
                    </a:cubicBezTo>
                    <a:cubicBezTo>
                      <a:pt x="464" y="984"/>
                      <a:pt x="464" y="1009"/>
                      <a:pt x="464" y="1033"/>
                    </a:cubicBezTo>
                    <a:cubicBezTo>
                      <a:pt x="465" y="1043"/>
                      <a:pt x="462" y="1049"/>
                      <a:pt x="453" y="1055"/>
                    </a:cubicBezTo>
                    <a:cubicBezTo>
                      <a:pt x="420" y="1078"/>
                      <a:pt x="388" y="1101"/>
                      <a:pt x="355" y="1124"/>
                    </a:cubicBezTo>
                    <a:cubicBezTo>
                      <a:pt x="328" y="1143"/>
                      <a:pt x="320" y="1179"/>
                      <a:pt x="338" y="1206"/>
                    </a:cubicBezTo>
                    <a:cubicBezTo>
                      <a:pt x="357" y="1237"/>
                      <a:pt x="395" y="1244"/>
                      <a:pt x="428" y="1221"/>
                    </a:cubicBezTo>
                    <a:cubicBezTo>
                      <a:pt x="439" y="1214"/>
                      <a:pt x="449" y="1207"/>
                      <a:pt x="461" y="1199"/>
                    </a:cubicBezTo>
                    <a:cubicBezTo>
                      <a:pt x="462" y="1203"/>
                      <a:pt x="464" y="1205"/>
                      <a:pt x="464" y="1208"/>
                    </a:cubicBezTo>
                    <a:cubicBezTo>
                      <a:pt x="464" y="1232"/>
                      <a:pt x="465" y="1257"/>
                      <a:pt x="464" y="1281"/>
                    </a:cubicBezTo>
                    <a:cubicBezTo>
                      <a:pt x="464" y="1286"/>
                      <a:pt x="459" y="1293"/>
                      <a:pt x="454" y="1296"/>
                    </a:cubicBezTo>
                    <a:cubicBezTo>
                      <a:pt x="422" y="1320"/>
                      <a:pt x="388" y="1341"/>
                      <a:pt x="357" y="1366"/>
                    </a:cubicBezTo>
                    <a:cubicBezTo>
                      <a:pt x="346" y="1375"/>
                      <a:pt x="336" y="1388"/>
                      <a:pt x="331" y="1401"/>
                    </a:cubicBezTo>
                    <a:cubicBezTo>
                      <a:pt x="323" y="1425"/>
                      <a:pt x="334" y="1452"/>
                      <a:pt x="354" y="1466"/>
                    </a:cubicBezTo>
                    <a:cubicBezTo>
                      <a:pt x="376" y="1482"/>
                      <a:pt x="403" y="1481"/>
                      <a:pt x="427" y="1465"/>
                    </a:cubicBezTo>
                    <a:cubicBezTo>
                      <a:pt x="474" y="1431"/>
                      <a:pt x="522" y="1398"/>
                      <a:pt x="569" y="1365"/>
                    </a:cubicBezTo>
                    <a:cubicBezTo>
                      <a:pt x="656" y="1304"/>
                      <a:pt x="744" y="1243"/>
                      <a:pt x="831" y="1182"/>
                    </a:cubicBezTo>
                    <a:cubicBezTo>
                      <a:pt x="852" y="1167"/>
                      <a:pt x="874" y="1152"/>
                      <a:pt x="898" y="1135"/>
                    </a:cubicBezTo>
                    <a:cubicBezTo>
                      <a:pt x="899" y="1143"/>
                      <a:pt x="899" y="1148"/>
                      <a:pt x="899" y="1152"/>
                    </a:cubicBezTo>
                    <a:cubicBezTo>
                      <a:pt x="899" y="1171"/>
                      <a:pt x="899" y="1190"/>
                      <a:pt x="900" y="1209"/>
                    </a:cubicBezTo>
                    <a:cubicBezTo>
                      <a:pt x="900" y="1221"/>
                      <a:pt x="896" y="1229"/>
                      <a:pt x="887" y="1236"/>
                    </a:cubicBezTo>
                    <a:cubicBezTo>
                      <a:pt x="793" y="1301"/>
                      <a:pt x="699" y="1366"/>
                      <a:pt x="605" y="1432"/>
                    </a:cubicBezTo>
                    <a:cubicBezTo>
                      <a:pt x="542" y="1476"/>
                      <a:pt x="478" y="1520"/>
                      <a:pt x="415" y="1565"/>
                    </a:cubicBezTo>
                    <a:cubicBezTo>
                      <a:pt x="392" y="1582"/>
                      <a:pt x="383" y="1610"/>
                      <a:pt x="392" y="1634"/>
                    </a:cubicBezTo>
                    <a:cubicBezTo>
                      <a:pt x="408" y="1676"/>
                      <a:pt x="451" y="1688"/>
                      <a:pt x="490" y="1661"/>
                    </a:cubicBezTo>
                    <a:cubicBezTo>
                      <a:pt x="550" y="1619"/>
                      <a:pt x="611" y="1577"/>
                      <a:pt x="671" y="1534"/>
                    </a:cubicBezTo>
                    <a:cubicBezTo>
                      <a:pt x="733" y="1491"/>
                      <a:pt x="794" y="1448"/>
                      <a:pt x="855" y="1405"/>
                    </a:cubicBezTo>
                    <a:cubicBezTo>
                      <a:pt x="869" y="1396"/>
                      <a:pt x="882" y="1387"/>
                      <a:pt x="898" y="1376"/>
                    </a:cubicBezTo>
                    <a:cubicBezTo>
                      <a:pt x="899" y="1384"/>
                      <a:pt x="899" y="1390"/>
                      <a:pt x="899" y="1395"/>
                    </a:cubicBezTo>
                    <a:cubicBezTo>
                      <a:pt x="899" y="1496"/>
                      <a:pt x="899" y="1597"/>
                      <a:pt x="900" y="1698"/>
                    </a:cubicBezTo>
                    <a:cubicBezTo>
                      <a:pt x="900" y="1725"/>
                      <a:pt x="913" y="1745"/>
                      <a:pt x="938" y="1755"/>
                    </a:cubicBezTo>
                    <a:cubicBezTo>
                      <a:pt x="961" y="1765"/>
                      <a:pt x="983" y="1762"/>
                      <a:pt x="1004" y="1745"/>
                    </a:cubicBezTo>
                    <a:cubicBezTo>
                      <a:pt x="1021" y="1731"/>
                      <a:pt x="1026" y="1712"/>
                      <a:pt x="1025" y="1691"/>
                    </a:cubicBezTo>
                    <a:cubicBezTo>
                      <a:pt x="1025" y="1592"/>
                      <a:pt x="1025" y="1493"/>
                      <a:pt x="1026" y="1394"/>
                    </a:cubicBezTo>
                    <a:cubicBezTo>
                      <a:pt x="1026" y="1389"/>
                      <a:pt x="1026" y="1384"/>
                      <a:pt x="1027" y="1378"/>
                    </a:cubicBezTo>
                    <a:cubicBezTo>
                      <a:pt x="1031" y="1379"/>
                      <a:pt x="1032" y="1380"/>
                      <a:pt x="1033" y="1381"/>
                    </a:cubicBezTo>
                    <a:cubicBezTo>
                      <a:pt x="1133" y="1450"/>
                      <a:pt x="1233" y="1520"/>
                      <a:pt x="1333" y="1590"/>
                    </a:cubicBezTo>
                    <a:cubicBezTo>
                      <a:pt x="1370" y="1615"/>
                      <a:pt x="1405" y="1641"/>
                      <a:pt x="1443" y="1666"/>
                    </a:cubicBezTo>
                    <a:cubicBezTo>
                      <a:pt x="1472" y="1685"/>
                      <a:pt x="1506" y="1677"/>
                      <a:pt x="1526" y="1649"/>
                    </a:cubicBezTo>
                    <a:cubicBezTo>
                      <a:pt x="1544" y="1622"/>
                      <a:pt x="1539" y="1588"/>
                      <a:pt x="1512" y="1567"/>
                    </a:cubicBezTo>
                    <a:cubicBezTo>
                      <a:pt x="1503" y="1559"/>
                      <a:pt x="1492" y="1553"/>
                      <a:pt x="1482" y="1545"/>
                    </a:cubicBezTo>
                    <a:cubicBezTo>
                      <a:pt x="1342" y="1447"/>
                      <a:pt x="1202" y="1348"/>
                      <a:pt x="1060" y="1251"/>
                    </a:cubicBezTo>
                    <a:cubicBezTo>
                      <a:pt x="1033" y="1233"/>
                      <a:pt x="1020" y="1214"/>
                      <a:pt x="1025" y="1181"/>
                    </a:cubicBezTo>
                    <a:cubicBezTo>
                      <a:pt x="1027" y="1167"/>
                      <a:pt x="1025" y="1153"/>
                      <a:pt x="1025" y="1136"/>
                    </a:cubicBezTo>
                    <a:cubicBezTo>
                      <a:pt x="1031" y="1140"/>
                      <a:pt x="1035" y="1141"/>
                      <a:pt x="1037" y="1143"/>
                    </a:cubicBezTo>
                    <a:cubicBezTo>
                      <a:pt x="1061" y="1159"/>
                      <a:pt x="1084" y="1175"/>
                      <a:pt x="1107" y="1191"/>
                    </a:cubicBezTo>
                    <a:cubicBezTo>
                      <a:pt x="1172" y="1237"/>
                      <a:pt x="1237" y="1282"/>
                      <a:pt x="1302" y="1327"/>
                    </a:cubicBezTo>
                    <a:cubicBezTo>
                      <a:pt x="1368" y="1373"/>
                      <a:pt x="1434" y="1420"/>
                      <a:pt x="1501" y="1466"/>
                    </a:cubicBezTo>
                    <a:cubicBezTo>
                      <a:pt x="1511" y="1473"/>
                      <a:pt x="1527" y="1477"/>
                      <a:pt x="1540" y="1477"/>
                    </a:cubicBezTo>
                    <a:cubicBezTo>
                      <a:pt x="1566" y="1476"/>
                      <a:pt x="1587" y="1458"/>
                      <a:pt x="1594" y="1434"/>
                    </a:cubicBezTo>
                    <a:cubicBezTo>
                      <a:pt x="1601" y="1407"/>
                      <a:pt x="1593" y="1383"/>
                      <a:pt x="1569" y="1365"/>
                    </a:cubicBezTo>
                    <a:cubicBezTo>
                      <a:pt x="1547" y="1349"/>
                      <a:pt x="1525" y="1331"/>
                      <a:pt x="1501" y="1319"/>
                    </a:cubicBezTo>
                    <a:cubicBezTo>
                      <a:pt x="1466" y="1301"/>
                      <a:pt x="1455" y="1274"/>
                      <a:pt x="1460" y="1237"/>
                    </a:cubicBezTo>
                    <a:cubicBezTo>
                      <a:pt x="1462" y="1226"/>
                      <a:pt x="1461" y="1213"/>
                      <a:pt x="1461" y="1201"/>
                    </a:cubicBezTo>
                    <a:cubicBezTo>
                      <a:pt x="1462" y="1201"/>
                      <a:pt x="1464" y="1200"/>
                      <a:pt x="1465" y="1199"/>
                    </a:cubicBezTo>
                    <a:cubicBezTo>
                      <a:pt x="1476" y="1207"/>
                      <a:pt x="1486" y="1214"/>
                      <a:pt x="1497" y="1221"/>
                    </a:cubicBezTo>
                    <a:cubicBezTo>
                      <a:pt x="1527" y="1243"/>
                      <a:pt x="1566" y="1238"/>
                      <a:pt x="1587" y="1208"/>
                    </a:cubicBezTo>
                    <a:cubicBezTo>
                      <a:pt x="1606" y="1180"/>
                      <a:pt x="1597" y="1142"/>
                      <a:pt x="1567" y="1121"/>
                    </a:cubicBezTo>
                    <a:cubicBezTo>
                      <a:pt x="1541" y="1104"/>
                      <a:pt x="1518" y="1084"/>
                      <a:pt x="1491" y="1070"/>
                    </a:cubicBezTo>
                    <a:cubicBezTo>
                      <a:pt x="1466" y="1055"/>
                      <a:pt x="1457" y="1037"/>
                      <a:pt x="1460" y="1009"/>
                    </a:cubicBezTo>
                    <a:cubicBezTo>
                      <a:pt x="1462" y="992"/>
                      <a:pt x="1461" y="975"/>
                      <a:pt x="1461" y="959"/>
                    </a:cubicBezTo>
                    <a:cubicBezTo>
                      <a:pt x="1462" y="958"/>
                      <a:pt x="1464" y="957"/>
                      <a:pt x="1465" y="957"/>
                    </a:cubicBezTo>
                    <a:cubicBezTo>
                      <a:pt x="1476" y="964"/>
                      <a:pt x="1486" y="972"/>
                      <a:pt x="1497" y="980"/>
                    </a:cubicBezTo>
                    <a:cubicBezTo>
                      <a:pt x="1526" y="1000"/>
                      <a:pt x="1566" y="995"/>
                      <a:pt x="1584" y="968"/>
                    </a:cubicBezTo>
                    <a:cubicBezTo>
                      <a:pt x="1605" y="939"/>
                      <a:pt x="1598" y="901"/>
                      <a:pt x="1568" y="880"/>
                    </a:cubicBezTo>
                    <a:cubicBezTo>
                      <a:pt x="1509" y="839"/>
                      <a:pt x="1451" y="798"/>
                      <a:pt x="1392" y="757"/>
                    </a:cubicBezTo>
                    <a:cubicBezTo>
                      <a:pt x="1282" y="680"/>
                      <a:pt x="1172" y="603"/>
                      <a:pt x="1062" y="526"/>
                    </a:cubicBezTo>
                    <a:cubicBezTo>
                      <a:pt x="1025" y="501"/>
                      <a:pt x="1025" y="501"/>
                      <a:pt x="1025" y="456"/>
                    </a:cubicBezTo>
                    <a:cubicBezTo>
                      <a:pt x="1025" y="445"/>
                      <a:pt x="1025" y="435"/>
                      <a:pt x="1025" y="424"/>
                    </a:cubicBezTo>
                    <a:cubicBezTo>
                      <a:pt x="1025" y="420"/>
                      <a:pt x="1026" y="416"/>
                      <a:pt x="1027" y="40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6" name="Freeform 285"/>
              <p:cNvSpPr/>
              <p:nvPr/>
            </p:nvSpPr>
            <p:spPr bwMode="auto">
              <a:xfrm>
                <a:off x="18234025" y="2327275"/>
                <a:ext cx="992187" cy="966788"/>
              </a:xfrm>
              <a:custGeom>
                <a:avLst/>
                <a:gdLst>
                  <a:gd name="T0" fmla="*/ 308 w 314"/>
                  <a:gd name="T1" fmla="*/ 0 h 306"/>
                  <a:gd name="T2" fmla="*/ 309 w 314"/>
                  <a:gd name="T3" fmla="*/ 45 h 306"/>
                  <a:gd name="T4" fmla="*/ 272 w 314"/>
                  <a:gd name="T5" fmla="*/ 119 h 306"/>
                  <a:gd name="T6" fmla="*/ 32 w 314"/>
                  <a:gd name="T7" fmla="*/ 285 h 306"/>
                  <a:gd name="T8" fmla="*/ 3 w 314"/>
                  <a:gd name="T9" fmla="*/ 306 h 306"/>
                  <a:gd name="T10" fmla="*/ 1 w 314"/>
                  <a:gd name="T11" fmla="*/ 287 h 306"/>
                  <a:gd name="T12" fmla="*/ 1 w 314"/>
                  <a:gd name="T13" fmla="*/ 227 h 306"/>
                  <a:gd name="T14" fmla="*/ 13 w 314"/>
                  <a:gd name="T15" fmla="*/ 205 h 306"/>
                  <a:gd name="T16" fmla="*/ 295 w 314"/>
                  <a:gd name="T17" fmla="*/ 7 h 306"/>
                  <a:gd name="T18" fmla="*/ 308 w 314"/>
                  <a:gd name="T19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4" h="306">
                    <a:moveTo>
                      <a:pt x="308" y="0"/>
                    </a:moveTo>
                    <a:cubicBezTo>
                      <a:pt x="308" y="17"/>
                      <a:pt x="307" y="31"/>
                      <a:pt x="309" y="45"/>
                    </a:cubicBezTo>
                    <a:cubicBezTo>
                      <a:pt x="314" y="79"/>
                      <a:pt x="301" y="100"/>
                      <a:pt x="272" y="119"/>
                    </a:cubicBezTo>
                    <a:cubicBezTo>
                      <a:pt x="191" y="173"/>
                      <a:pt x="112" y="230"/>
                      <a:pt x="32" y="285"/>
                    </a:cubicBezTo>
                    <a:cubicBezTo>
                      <a:pt x="23" y="292"/>
                      <a:pt x="14" y="298"/>
                      <a:pt x="3" y="306"/>
                    </a:cubicBezTo>
                    <a:cubicBezTo>
                      <a:pt x="2" y="298"/>
                      <a:pt x="1" y="292"/>
                      <a:pt x="1" y="287"/>
                    </a:cubicBezTo>
                    <a:cubicBezTo>
                      <a:pt x="1" y="267"/>
                      <a:pt x="0" y="247"/>
                      <a:pt x="1" y="227"/>
                    </a:cubicBezTo>
                    <a:cubicBezTo>
                      <a:pt x="2" y="220"/>
                      <a:pt x="7" y="210"/>
                      <a:pt x="13" y="205"/>
                    </a:cubicBezTo>
                    <a:cubicBezTo>
                      <a:pt x="107" y="139"/>
                      <a:pt x="201" y="73"/>
                      <a:pt x="295" y="7"/>
                    </a:cubicBezTo>
                    <a:cubicBezTo>
                      <a:pt x="298" y="5"/>
                      <a:pt x="302" y="4"/>
                      <a:pt x="30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7" name="Freeform 286"/>
              <p:cNvSpPr/>
              <p:nvPr/>
            </p:nvSpPr>
            <p:spPr bwMode="auto">
              <a:xfrm>
                <a:off x="18234025" y="1557338"/>
                <a:ext cx="976312" cy="969963"/>
              </a:xfrm>
              <a:custGeom>
                <a:avLst/>
                <a:gdLst>
                  <a:gd name="T0" fmla="*/ 308 w 309"/>
                  <a:gd name="T1" fmla="*/ 0 h 307"/>
                  <a:gd name="T2" fmla="*/ 308 w 309"/>
                  <a:gd name="T3" fmla="*/ 48 h 307"/>
                  <a:gd name="T4" fmla="*/ 268 w 309"/>
                  <a:gd name="T5" fmla="*/ 122 h 307"/>
                  <a:gd name="T6" fmla="*/ 26 w 309"/>
                  <a:gd name="T7" fmla="*/ 291 h 307"/>
                  <a:gd name="T8" fmla="*/ 3 w 309"/>
                  <a:gd name="T9" fmla="*/ 307 h 307"/>
                  <a:gd name="T10" fmla="*/ 1 w 309"/>
                  <a:gd name="T11" fmla="*/ 290 h 307"/>
                  <a:gd name="T12" fmla="*/ 1 w 309"/>
                  <a:gd name="T13" fmla="*/ 230 h 307"/>
                  <a:gd name="T14" fmla="*/ 13 w 309"/>
                  <a:gd name="T15" fmla="*/ 207 h 307"/>
                  <a:gd name="T16" fmla="*/ 283 w 309"/>
                  <a:gd name="T17" fmla="*/ 18 h 307"/>
                  <a:gd name="T18" fmla="*/ 308 w 309"/>
                  <a:gd name="T19" fmla="*/ 0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9" h="307">
                    <a:moveTo>
                      <a:pt x="308" y="0"/>
                    </a:moveTo>
                    <a:cubicBezTo>
                      <a:pt x="308" y="19"/>
                      <a:pt x="308" y="33"/>
                      <a:pt x="308" y="48"/>
                    </a:cubicBezTo>
                    <a:cubicBezTo>
                      <a:pt x="309" y="96"/>
                      <a:pt x="308" y="95"/>
                      <a:pt x="268" y="122"/>
                    </a:cubicBezTo>
                    <a:cubicBezTo>
                      <a:pt x="187" y="178"/>
                      <a:pt x="107" y="235"/>
                      <a:pt x="26" y="291"/>
                    </a:cubicBezTo>
                    <a:cubicBezTo>
                      <a:pt x="20" y="296"/>
                      <a:pt x="12" y="300"/>
                      <a:pt x="3" y="307"/>
                    </a:cubicBezTo>
                    <a:cubicBezTo>
                      <a:pt x="2" y="299"/>
                      <a:pt x="1" y="295"/>
                      <a:pt x="1" y="290"/>
                    </a:cubicBezTo>
                    <a:cubicBezTo>
                      <a:pt x="1" y="270"/>
                      <a:pt x="1" y="250"/>
                      <a:pt x="1" y="230"/>
                    </a:cubicBezTo>
                    <a:cubicBezTo>
                      <a:pt x="0" y="220"/>
                      <a:pt x="4" y="213"/>
                      <a:pt x="13" y="207"/>
                    </a:cubicBezTo>
                    <a:cubicBezTo>
                      <a:pt x="103" y="144"/>
                      <a:pt x="193" y="81"/>
                      <a:pt x="283" y="18"/>
                    </a:cubicBezTo>
                    <a:cubicBezTo>
                      <a:pt x="290" y="13"/>
                      <a:pt x="297" y="8"/>
                      <a:pt x="30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8" name="Freeform 287"/>
              <p:cNvSpPr/>
              <p:nvPr/>
            </p:nvSpPr>
            <p:spPr bwMode="auto">
              <a:xfrm>
                <a:off x="19599275" y="2324100"/>
                <a:ext cx="984250" cy="963613"/>
              </a:xfrm>
              <a:custGeom>
                <a:avLst/>
                <a:gdLst>
                  <a:gd name="T0" fmla="*/ 2 w 312"/>
                  <a:gd name="T1" fmla="*/ 0 h 305"/>
                  <a:gd name="T2" fmla="*/ 64 w 312"/>
                  <a:gd name="T3" fmla="*/ 43 h 305"/>
                  <a:gd name="T4" fmla="*/ 290 w 312"/>
                  <a:gd name="T5" fmla="*/ 200 h 305"/>
                  <a:gd name="T6" fmla="*/ 311 w 312"/>
                  <a:gd name="T7" fmla="*/ 238 h 305"/>
                  <a:gd name="T8" fmla="*/ 310 w 312"/>
                  <a:gd name="T9" fmla="*/ 305 h 305"/>
                  <a:gd name="T10" fmla="*/ 298 w 312"/>
                  <a:gd name="T11" fmla="*/ 300 h 305"/>
                  <a:gd name="T12" fmla="*/ 27 w 312"/>
                  <a:gd name="T13" fmla="*/ 111 h 305"/>
                  <a:gd name="T14" fmla="*/ 2 w 312"/>
                  <a:gd name="T15" fmla="*/ 61 h 305"/>
                  <a:gd name="T16" fmla="*/ 2 w 312"/>
                  <a:gd name="T17" fmla="*/ 0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2" h="305">
                    <a:moveTo>
                      <a:pt x="2" y="0"/>
                    </a:moveTo>
                    <a:cubicBezTo>
                      <a:pt x="25" y="16"/>
                      <a:pt x="45" y="29"/>
                      <a:pt x="64" y="43"/>
                    </a:cubicBezTo>
                    <a:cubicBezTo>
                      <a:pt x="140" y="95"/>
                      <a:pt x="215" y="148"/>
                      <a:pt x="290" y="200"/>
                    </a:cubicBezTo>
                    <a:cubicBezTo>
                      <a:pt x="304" y="210"/>
                      <a:pt x="312" y="220"/>
                      <a:pt x="311" y="238"/>
                    </a:cubicBezTo>
                    <a:cubicBezTo>
                      <a:pt x="309" y="259"/>
                      <a:pt x="310" y="281"/>
                      <a:pt x="310" y="305"/>
                    </a:cubicBezTo>
                    <a:cubicBezTo>
                      <a:pt x="304" y="303"/>
                      <a:pt x="301" y="302"/>
                      <a:pt x="298" y="300"/>
                    </a:cubicBezTo>
                    <a:cubicBezTo>
                      <a:pt x="208" y="237"/>
                      <a:pt x="118" y="173"/>
                      <a:pt x="27" y="111"/>
                    </a:cubicBezTo>
                    <a:cubicBezTo>
                      <a:pt x="7" y="98"/>
                      <a:pt x="0" y="84"/>
                      <a:pt x="2" y="61"/>
                    </a:cubicBezTo>
                    <a:cubicBezTo>
                      <a:pt x="4" y="42"/>
                      <a:pt x="2" y="23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9" name="Freeform 288"/>
              <p:cNvSpPr/>
              <p:nvPr/>
            </p:nvSpPr>
            <p:spPr bwMode="auto">
              <a:xfrm>
                <a:off x="19608800" y="1560513"/>
                <a:ext cx="974725" cy="960438"/>
              </a:xfrm>
              <a:custGeom>
                <a:avLst/>
                <a:gdLst>
                  <a:gd name="T0" fmla="*/ 303 w 309"/>
                  <a:gd name="T1" fmla="*/ 304 h 304"/>
                  <a:gd name="T2" fmla="*/ 253 w 309"/>
                  <a:gd name="T3" fmla="*/ 270 h 304"/>
                  <a:gd name="T4" fmla="*/ 7 w 309"/>
                  <a:gd name="T5" fmla="*/ 98 h 304"/>
                  <a:gd name="T6" fmla="*/ 0 w 309"/>
                  <a:gd name="T7" fmla="*/ 90 h 304"/>
                  <a:gd name="T8" fmla="*/ 0 w 309"/>
                  <a:gd name="T9" fmla="*/ 0 h 304"/>
                  <a:gd name="T10" fmla="*/ 54 w 309"/>
                  <a:gd name="T11" fmla="*/ 37 h 304"/>
                  <a:gd name="T12" fmla="*/ 295 w 309"/>
                  <a:gd name="T13" fmla="*/ 207 h 304"/>
                  <a:gd name="T14" fmla="*/ 307 w 309"/>
                  <a:gd name="T15" fmla="*/ 229 h 304"/>
                  <a:gd name="T16" fmla="*/ 308 w 309"/>
                  <a:gd name="T17" fmla="*/ 302 h 304"/>
                  <a:gd name="T18" fmla="*/ 303 w 309"/>
                  <a:gd name="T1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9" h="304">
                    <a:moveTo>
                      <a:pt x="303" y="304"/>
                    </a:moveTo>
                    <a:cubicBezTo>
                      <a:pt x="286" y="293"/>
                      <a:pt x="269" y="282"/>
                      <a:pt x="253" y="270"/>
                    </a:cubicBezTo>
                    <a:cubicBezTo>
                      <a:pt x="171" y="213"/>
                      <a:pt x="89" y="156"/>
                      <a:pt x="7" y="98"/>
                    </a:cubicBezTo>
                    <a:cubicBezTo>
                      <a:pt x="4" y="96"/>
                      <a:pt x="0" y="93"/>
                      <a:pt x="0" y="90"/>
                    </a:cubicBezTo>
                    <a:cubicBezTo>
                      <a:pt x="0" y="61"/>
                      <a:pt x="0" y="32"/>
                      <a:pt x="0" y="0"/>
                    </a:cubicBezTo>
                    <a:cubicBezTo>
                      <a:pt x="20" y="14"/>
                      <a:pt x="37" y="25"/>
                      <a:pt x="54" y="37"/>
                    </a:cubicBezTo>
                    <a:cubicBezTo>
                      <a:pt x="135" y="93"/>
                      <a:pt x="215" y="150"/>
                      <a:pt x="295" y="207"/>
                    </a:cubicBezTo>
                    <a:cubicBezTo>
                      <a:pt x="301" y="211"/>
                      <a:pt x="307" y="221"/>
                      <a:pt x="307" y="229"/>
                    </a:cubicBezTo>
                    <a:cubicBezTo>
                      <a:pt x="309" y="253"/>
                      <a:pt x="308" y="277"/>
                      <a:pt x="308" y="302"/>
                    </a:cubicBezTo>
                    <a:cubicBezTo>
                      <a:pt x="306" y="303"/>
                      <a:pt x="304" y="304"/>
                      <a:pt x="303" y="3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9.2356692913386,&quot;left&quot;:43.86755905511811,&quot;top&quot;:98.92322834645668,&quot;width&quot;:881.8140157480314}"/>
</p:tagLst>
</file>

<file path=ppt/theme/theme1.xml><?xml version="1.0" encoding="utf-8"?>
<a:theme xmlns:a="http://schemas.openxmlformats.org/drawingml/2006/main" name="Office 主题​​">
  <a:themeElements>
    <a:clrScheme name="自定义 85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9A0000"/>
      </a:accent1>
      <a:accent2>
        <a:srgbClr val="C72525"/>
      </a:accent2>
      <a:accent3>
        <a:srgbClr val="E15D5D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136</Words>
  <Application>Microsoft Office PowerPoint</Application>
  <PresentationFormat>宽屏</PresentationFormat>
  <Paragraphs>27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SYS</dc:creator>
  <cp:lastModifiedBy>晓露 陈</cp:lastModifiedBy>
  <cp:revision>389</cp:revision>
  <dcterms:created xsi:type="dcterms:W3CDTF">2025-05-12T09:52:00Z</dcterms:created>
  <dcterms:modified xsi:type="dcterms:W3CDTF">2026-06-15T09:35:05Z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F30254B679534E34AD2B11DAB249C72E_13</vt:lpwstr>
  </property>
  <property fmtid="{D5CDD505-2E9C-101B-9397-08002B2CF9AE}" pid="3" name="KSOProductBuildVer">
    <vt:lpwstr>2052-12.1.0.23542</vt:lpwstr>
  </property>
</Properties>
</file>